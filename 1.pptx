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3041" y="365760"/>
            <a:ext cx="9883067" cy="914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4236" y="6537960"/>
            <a:ext cx="9977628" cy="46623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61187" y="368902"/>
            <a:ext cx="9982200" cy="0"/>
          </a:xfrm>
          <a:custGeom>
            <a:avLst/>
            <a:gdLst/>
            <a:ahLst/>
            <a:cxnLst/>
            <a:rect l="l" t="t" r="r" b="b"/>
            <a:pathLst>
              <a:path w="9982200" h="0">
                <a:moveTo>
                  <a:pt x="0" y="0"/>
                </a:moveTo>
                <a:lnTo>
                  <a:pt x="9982200" y="0"/>
                </a:lnTo>
              </a:path>
            </a:pathLst>
          </a:custGeom>
          <a:ln w="9153">
            <a:solidFill>
              <a:srgbClr val="E2E8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61187" y="6539769"/>
            <a:ext cx="9982200" cy="0"/>
          </a:xfrm>
          <a:custGeom>
            <a:avLst/>
            <a:gdLst/>
            <a:ahLst/>
            <a:cxnLst/>
            <a:rect l="l" t="t" r="r" b="b"/>
            <a:pathLst>
              <a:path w="9982200" h="0">
                <a:moveTo>
                  <a:pt x="9982200" y="0"/>
                </a:moveTo>
                <a:lnTo>
                  <a:pt x="0" y="0"/>
                </a:lnTo>
              </a:path>
            </a:pathLst>
          </a:custGeom>
          <a:ln w="9153">
            <a:solidFill>
              <a:srgbClr val="E2E8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9.png"/><Relationship Id="rId14" Type="http://schemas.openxmlformats.org/officeDocument/2006/relationships/image" Target="../media/image30.png"/><Relationship Id="rId15" Type="http://schemas.openxmlformats.org/officeDocument/2006/relationships/image" Target="../media/image31.png"/><Relationship Id="rId16" Type="http://schemas.openxmlformats.org/officeDocument/2006/relationships/image" Target="../media/image32.png"/><Relationship Id="rId17" Type="http://schemas.openxmlformats.org/officeDocument/2006/relationships/image" Target="../media/image33.png"/><Relationship Id="rId18" Type="http://schemas.openxmlformats.org/officeDocument/2006/relationships/image" Target="../media/image34.png"/><Relationship Id="rId19" Type="http://schemas.openxmlformats.org/officeDocument/2006/relationships/image" Target="../media/image35.png"/><Relationship Id="rId20" Type="http://schemas.openxmlformats.org/officeDocument/2006/relationships/image" Target="../media/image36.png"/><Relationship Id="rId21" Type="http://schemas.openxmlformats.org/officeDocument/2006/relationships/image" Target="../media/image37.png"/><Relationship Id="rId22" Type="http://schemas.openxmlformats.org/officeDocument/2006/relationships/image" Target="../media/image38.png"/><Relationship Id="rId23" Type="http://schemas.openxmlformats.org/officeDocument/2006/relationships/image" Target="../media/image39.png"/><Relationship Id="rId24" Type="http://schemas.openxmlformats.org/officeDocument/2006/relationships/image" Target="../media/image40.png"/><Relationship Id="rId25" Type="http://schemas.openxmlformats.org/officeDocument/2006/relationships/image" Target="../media/image41.png"/><Relationship Id="rId26" Type="http://schemas.openxmlformats.org/officeDocument/2006/relationships/image" Target="../media/image42.png"/><Relationship Id="rId27" Type="http://schemas.openxmlformats.org/officeDocument/2006/relationships/image" Target="../media/image43.png"/><Relationship Id="rId28" Type="http://schemas.openxmlformats.org/officeDocument/2006/relationships/image" Target="../media/image44.png"/><Relationship Id="rId29" Type="http://schemas.openxmlformats.org/officeDocument/2006/relationships/image" Target="../media/image45.png"/><Relationship Id="rId30" Type="http://schemas.openxmlformats.org/officeDocument/2006/relationships/image" Target="../media/image46.png"/><Relationship Id="rId31" Type="http://schemas.openxmlformats.org/officeDocument/2006/relationships/image" Target="../media/image47.png"/><Relationship Id="rId32" Type="http://schemas.openxmlformats.org/officeDocument/2006/relationships/image" Target="../media/image48.png"/><Relationship Id="rId33" Type="http://schemas.openxmlformats.org/officeDocument/2006/relationships/image" Target="../media/image49.png"/><Relationship Id="rId34" Type="http://schemas.openxmlformats.org/officeDocument/2006/relationships/image" Target="../media/image50.png"/><Relationship Id="rId35" Type="http://schemas.openxmlformats.org/officeDocument/2006/relationships/image" Target="../media/image51.png"/><Relationship Id="rId36" Type="http://schemas.openxmlformats.org/officeDocument/2006/relationships/image" Target="../media/image52.png"/><Relationship Id="rId37" Type="http://schemas.openxmlformats.org/officeDocument/2006/relationships/image" Target="../media/image53.png"/><Relationship Id="rId38" Type="http://schemas.openxmlformats.org/officeDocument/2006/relationships/image" Target="../media/image54.png"/><Relationship Id="rId39" Type="http://schemas.openxmlformats.org/officeDocument/2006/relationships/image" Target="../media/image55.png"/><Relationship Id="rId40" Type="http://schemas.openxmlformats.org/officeDocument/2006/relationships/image" Target="../media/image5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66.png"/><Relationship Id="rId12" Type="http://schemas.openxmlformats.org/officeDocument/2006/relationships/image" Target="../media/image67.png"/><Relationship Id="rId13" Type="http://schemas.openxmlformats.org/officeDocument/2006/relationships/image" Target="../media/image6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Relationship Id="rId13" Type="http://schemas.openxmlformats.org/officeDocument/2006/relationships/image" Target="../media/image80.png"/><Relationship Id="rId14" Type="http://schemas.openxmlformats.org/officeDocument/2006/relationships/image" Target="../media/image81.png"/><Relationship Id="rId15" Type="http://schemas.openxmlformats.org/officeDocument/2006/relationships/image" Target="../media/image82.png"/><Relationship Id="rId16" Type="http://schemas.openxmlformats.org/officeDocument/2006/relationships/image" Target="../media/image83.png"/><Relationship Id="rId17" Type="http://schemas.openxmlformats.org/officeDocument/2006/relationships/image" Target="../media/image84.png"/><Relationship Id="rId18" Type="http://schemas.openxmlformats.org/officeDocument/2006/relationships/image" Target="../media/image85.png"/><Relationship Id="rId19" Type="http://schemas.openxmlformats.org/officeDocument/2006/relationships/image" Target="../media/image86.png"/><Relationship Id="rId20" Type="http://schemas.openxmlformats.org/officeDocument/2006/relationships/image" Target="../media/image87.png"/><Relationship Id="rId21" Type="http://schemas.openxmlformats.org/officeDocument/2006/relationships/image" Target="../media/image88.png"/><Relationship Id="rId22" Type="http://schemas.openxmlformats.org/officeDocument/2006/relationships/image" Target="../media/image89.png"/><Relationship Id="rId23" Type="http://schemas.openxmlformats.org/officeDocument/2006/relationships/image" Target="../media/image90.png"/><Relationship Id="rId24" Type="http://schemas.openxmlformats.org/officeDocument/2006/relationships/image" Target="../media/image91.png"/><Relationship Id="rId25" Type="http://schemas.openxmlformats.org/officeDocument/2006/relationships/image" Target="../media/image92.png"/><Relationship Id="rId26" Type="http://schemas.openxmlformats.org/officeDocument/2006/relationships/image" Target="../media/image93.png"/><Relationship Id="rId27" Type="http://schemas.openxmlformats.org/officeDocument/2006/relationships/image" Target="../media/image94.png"/><Relationship Id="rId28" Type="http://schemas.openxmlformats.org/officeDocument/2006/relationships/image" Target="../media/image95.png"/><Relationship Id="rId29" Type="http://schemas.openxmlformats.org/officeDocument/2006/relationships/image" Target="../media/image96.png"/><Relationship Id="rId30" Type="http://schemas.openxmlformats.org/officeDocument/2006/relationships/image" Target="../media/image97.png"/><Relationship Id="rId31" Type="http://schemas.openxmlformats.org/officeDocument/2006/relationships/image" Target="../media/image98.png"/><Relationship Id="rId32" Type="http://schemas.openxmlformats.org/officeDocument/2006/relationships/image" Target="../media/image99.png"/><Relationship Id="rId33" Type="http://schemas.openxmlformats.org/officeDocument/2006/relationships/image" Target="../media/image100.png"/><Relationship Id="rId34" Type="http://schemas.openxmlformats.org/officeDocument/2006/relationships/image" Target="../media/image101.png"/><Relationship Id="rId35" Type="http://schemas.openxmlformats.org/officeDocument/2006/relationships/image" Target="../media/image102.png"/><Relationship Id="rId36" Type="http://schemas.openxmlformats.org/officeDocument/2006/relationships/image" Target="../media/image103.png"/><Relationship Id="rId37" Type="http://schemas.openxmlformats.org/officeDocument/2006/relationships/image" Target="../media/image104.png"/><Relationship Id="rId38" Type="http://schemas.openxmlformats.org/officeDocument/2006/relationships/image" Target="../media/image105.png"/><Relationship Id="rId39" Type="http://schemas.openxmlformats.org/officeDocument/2006/relationships/image" Target="../media/image106.png"/><Relationship Id="rId40" Type="http://schemas.openxmlformats.org/officeDocument/2006/relationships/image" Target="../media/image107.png"/><Relationship Id="rId41" Type="http://schemas.openxmlformats.org/officeDocument/2006/relationships/image" Target="../media/image108.png"/><Relationship Id="rId42" Type="http://schemas.openxmlformats.org/officeDocument/2006/relationships/image" Target="../media/image109.png"/><Relationship Id="rId43" Type="http://schemas.openxmlformats.org/officeDocument/2006/relationships/image" Target="../media/image110.png"/><Relationship Id="rId44" Type="http://schemas.openxmlformats.org/officeDocument/2006/relationships/image" Target="../media/image111.png"/><Relationship Id="rId45" Type="http://schemas.openxmlformats.org/officeDocument/2006/relationships/image" Target="../media/image112.png"/><Relationship Id="rId46" Type="http://schemas.openxmlformats.org/officeDocument/2006/relationships/image" Target="../media/image113.png"/><Relationship Id="rId47" Type="http://schemas.openxmlformats.org/officeDocument/2006/relationships/image" Target="../media/image114.png"/><Relationship Id="rId48" Type="http://schemas.openxmlformats.org/officeDocument/2006/relationships/image" Target="../media/image115.png"/><Relationship Id="rId49" Type="http://schemas.openxmlformats.org/officeDocument/2006/relationships/image" Target="../media/image11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117.png"/><Relationship Id="rId5" Type="http://schemas.openxmlformats.org/officeDocument/2006/relationships/image" Target="../media/image118.png"/><Relationship Id="rId6" Type="http://schemas.openxmlformats.org/officeDocument/2006/relationships/image" Target="../media/image119.png"/><Relationship Id="rId7" Type="http://schemas.openxmlformats.org/officeDocument/2006/relationships/image" Target="../media/image120.png"/><Relationship Id="rId8" Type="http://schemas.openxmlformats.org/officeDocument/2006/relationships/image" Target="../media/image121.png"/><Relationship Id="rId9" Type="http://schemas.openxmlformats.org/officeDocument/2006/relationships/image" Target="../media/image122.png"/><Relationship Id="rId10" Type="http://schemas.openxmlformats.org/officeDocument/2006/relationships/image" Target="../media/image123.png"/><Relationship Id="rId11" Type="http://schemas.openxmlformats.org/officeDocument/2006/relationships/image" Target="../media/image115.png"/><Relationship Id="rId12" Type="http://schemas.openxmlformats.org/officeDocument/2006/relationships/image" Target="../media/image12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127.png"/><Relationship Id="rId7" Type="http://schemas.openxmlformats.org/officeDocument/2006/relationships/image" Target="../media/image128.png"/><Relationship Id="rId8" Type="http://schemas.openxmlformats.org/officeDocument/2006/relationships/image" Target="../media/image129.png"/><Relationship Id="rId9" Type="http://schemas.openxmlformats.org/officeDocument/2006/relationships/image" Target="../media/image130.png"/><Relationship Id="rId10" Type="http://schemas.openxmlformats.org/officeDocument/2006/relationships/image" Target="../media/image131.png"/><Relationship Id="rId11" Type="http://schemas.openxmlformats.org/officeDocument/2006/relationships/image" Target="../media/image132.png"/><Relationship Id="rId12" Type="http://schemas.openxmlformats.org/officeDocument/2006/relationships/image" Target="../media/image133.png"/><Relationship Id="rId13" Type="http://schemas.openxmlformats.org/officeDocument/2006/relationships/image" Target="../media/image134.png"/><Relationship Id="rId14" Type="http://schemas.openxmlformats.org/officeDocument/2006/relationships/image" Target="../media/image135.png"/><Relationship Id="rId15" Type="http://schemas.openxmlformats.org/officeDocument/2006/relationships/image" Target="../media/image136.png"/><Relationship Id="rId16" Type="http://schemas.openxmlformats.org/officeDocument/2006/relationships/image" Target="../media/image137.png"/><Relationship Id="rId17" Type="http://schemas.openxmlformats.org/officeDocument/2006/relationships/image" Target="../media/image138.png"/><Relationship Id="rId18" Type="http://schemas.openxmlformats.org/officeDocument/2006/relationships/image" Target="../media/image139.png"/><Relationship Id="rId19" Type="http://schemas.openxmlformats.org/officeDocument/2006/relationships/image" Target="../media/image115.png"/><Relationship Id="rId20" Type="http://schemas.openxmlformats.org/officeDocument/2006/relationships/image" Target="../media/image14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1.png"/><Relationship Id="rId3" Type="http://schemas.openxmlformats.org/officeDocument/2006/relationships/image" Target="../media/image14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143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144.png"/><Relationship Id="rId11" Type="http://schemas.openxmlformats.org/officeDocument/2006/relationships/image" Target="../media/image145.png"/><Relationship Id="rId12" Type="http://schemas.openxmlformats.org/officeDocument/2006/relationships/image" Target="../media/image146.png"/><Relationship Id="rId13" Type="http://schemas.openxmlformats.org/officeDocument/2006/relationships/image" Target="../media/image147.png"/><Relationship Id="rId14" Type="http://schemas.openxmlformats.org/officeDocument/2006/relationships/image" Target="../media/image148.png"/><Relationship Id="rId15" Type="http://schemas.openxmlformats.org/officeDocument/2006/relationships/image" Target="../media/image149.png"/><Relationship Id="rId16" Type="http://schemas.openxmlformats.org/officeDocument/2006/relationships/image" Target="../media/image150.png"/><Relationship Id="rId17" Type="http://schemas.openxmlformats.org/officeDocument/2006/relationships/image" Target="../media/image151.png"/><Relationship Id="rId18" Type="http://schemas.openxmlformats.org/officeDocument/2006/relationships/image" Target="../media/image152.png"/><Relationship Id="rId19" Type="http://schemas.openxmlformats.org/officeDocument/2006/relationships/image" Target="../media/image153.png"/><Relationship Id="rId20" Type="http://schemas.openxmlformats.org/officeDocument/2006/relationships/image" Target="../media/image154.png"/><Relationship Id="rId21" Type="http://schemas.openxmlformats.org/officeDocument/2006/relationships/image" Target="../media/image155.png"/><Relationship Id="rId22" Type="http://schemas.openxmlformats.org/officeDocument/2006/relationships/image" Target="../media/image156.png"/><Relationship Id="rId23" Type="http://schemas.openxmlformats.org/officeDocument/2006/relationships/image" Target="../media/image157.png"/><Relationship Id="rId24" Type="http://schemas.openxmlformats.org/officeDocument/2006/relationships/image" Target="../media/image158.png"/><Relationship Id="rId25" Type="http://schemas.openxmlformats.org/officeDocument/2006/relationships/image" Target="../media/image159.png"/><Relationship Id="rId26" Type="http://schemas.openxmlformats.org/officeDocument/2006/relationships/image" Target="../media/image160.png"/><Relationship Id="rId27" Type="http://schemas.openxmlformats.org/officeDocument/2006/relationships/image" Target="../media/image161.png"/><Relationship Id="rId28" Type="http://schemas.openxmlformats.org/officeDocument/2006/relationships/image" Target="../media/image162.png"/><Relationship Id="rId29" Type="http://schemas.openxmlformats.org/officeDocument/2006/relationships/image" Target="../media/image163.png"/><Relationship Id="rId30" Type="http://schemas.openxmlformats.org/officeDocument/2006/relationships/image" Target="../media/image164.png"/><Relationship Id="rId31" Type="http://schemas.openxmlformats.org/officeDocument/2006/relationships/image" Target="../media/image165.png"/><Relationship Id="rId32" Type="http://schemas.openxmlformats.org/officeDocument/2006/relationships/image" Target="../media/image166.png"/><Relationship Id="rId33" Type="http://schemas.openxmlformats.org/officeDocument/2006/relationships/image" Target="../media/image167.png"/><Relationship Id="rId34" Type="http://schemas.openxmlformats.org/officeDocument/2006/relationships/image" Target="../media/image168.png"/><Relationship Id="rId35" Type="http://schemas.openxmlformats.org/officeDocument/2006/relationships/image" Target="../media/image169.png"/><Relationship Id="rId36" Type="http://schemas.openxmlformats.org/officeDocument/2006/relationships/image" Target="../media/image170.png"/><Relationship Id="rId37" Type="http://schemas.openxmlformats.org/officeDocument/2006/relationships/image" Target="../media/image171.png"/><Relationship Id="rId38" Type="http://schemas.openxmlformats.org/officeDocument/2006/relationships/image" Target="../media/image172.png"/><Relationship Id="rId39" Type="http://schemas.openxmlformats.org/officeDocument/2006/relationships/image" Target="../media/image173.png"/><Relationship Id="rId40" Type="http://schemas.openxmlformats.org/officeDocument/2006/relationships/image" Target="../media/image174.png"/><Relationship Id="rId41" Type="http://schemas.openxmlformats.org/officeDocument/2006/relationships/image" Target="../media/image175.png"/><Relationship Id="rId42" Type="http://schemas.openxmlformats.org/officeDocument/2006/relationships/image" Target="../media/image176.png"/><Relationship Id="rId43" Type="http://schemas.openxmlformats.org/officeDocument/2006/relationships/image" Target="../media/image177.png"/><Relationship Id="rId44" Type="http://schemas.openxmlformats.org/officeDocument/2006/relationships/image" Target="../media/image178.png"/><Relationship Id="rId45" Type="http://schemas.openxmlformats.org/officeDocument/2006/relationships/image" Target="../media/image179.png"/><Relationship Id="rId46" Type="http://schemas.openxmlformats.org/officeDocument/2006/relationships/image" Target="../media/image180.png"/><Relationship Id="rId47" Type="http://schemas.openxmlformats.org/officeDocument/2006/relationships/image" Target="../media/image181.png"/><Relationship Id="rId48" Type="http://schemas.openxmlformats.org/officeDocument/2006/relationships/image" Target="../media/image182.png"/><Relationship Id="rId49" Type="http://schemas.openxmlformats.org/officeDocument/2006/relationships/image" Target="../media/image183.png"/><Relationship Id="rId50" Type="http://schemas.openxmlformats.org/officeDocument/2006/relationships/image" Target="../media/image184.png"/><Relationship Id="rId51" Type="http://schemas.openxmlformats.org/officeDocument/2006/relationships/image" Target="../media/image185.png"/><Relationship Id="rId52" Type="http://schemas.openxmlformats.org/officeDocument/2006/relationships/image" Target="../media/image18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7.png"/><Relationship Id="rId3" Type="http://schemas.openxmlformats.org/officeDocument/2006/relationships/image" Target="../media/image188.png"/><Relationship Id="rId4" Type="http://schemas.openxmlformats.org/officeDocument/2006/relationships/image" Target="../media/image189.png"/><Relationship Id="rId5" Type="http://schemas.openxmlformats.org/officeDocument/2006/relationships/image" Target="../media/image190.png"/><Relationship Id="rId6" Type="http://schemas.openxmlformats.org/officeDocument/2006/relationships/image" Target="../media/image191.png"/><Relationship Id="rId7" Type="http://schemas.openxmlformats.org/officeDocument/2006/relationships/image" Target="../media/image192.png"/><Relationship Id="rId8" Type="http://schemas.openxmlformats.org/officeDocument/2006/relationships/image" Target="../media/image193.png"/><Relationship Id="rId9" Type="http://schemas.openxmlformats.org/officeDocument/2006/relationships/image" Target="../media/image194.png"/><Relationship Id="rId10" Type="http://schemas.openxmlformats.org/officeDocument/2006/relationships/image" Target="../media/image195.png"/><Relationship Id="rId11" Type="http://schemas.openxmlformats.org/officeDocument/2006/relationships/image" Target="../media/image196.png"/><Relationship Id="rId12" Type="http://schemas.openxmlformats.org/officeDocument/2006/relationships/image" Target="../media/image197.png"/><Relationship Id="rId13" Type="http://schemas.openxmlformats.org/officeDocument/2006/relationships/image" Target="../media/image198.png"/><Relationship Id="rId14" Type="http://schemas.openxmlformats.org/officeDocument/2006/relationships/image" Target="../media/image199.png"/><Relationship Id="rId15" Type="http://schemas.openxmlformats.org/officeDocument/2006/relationships/image" Target="../media/image200.png"/><Relationship Id="rId16" Type="http://schemas.openxmlformats.org/officeDocument/2006/relationships/image" Target="../media/image201.png"/><Relationship Id="rId17" Type="http://schemas.openxmlformats.org/officeDocument/2006/relationships/image" Target="../media/image202.png"/><Relationship Id="rId18" Type="http://schemas.openxmlformats.org/officeDocument/2006/relationships/image" Target="../media/image203.png"/><Relationship Id="rId19" Type="http://schemas.openxmlformats.org/officeDocument/2006/relationships/image" Target="../media/image204.png"/><Relationship Id="rId20" Type="http://schemas.openxmlformats.org/officeDocument/2006/relationships/image" Target="../media/image205.png"/><Relationship Id="rId21" Type="http://schemas.openxmlformats.org/officeDocument/2006/relationships/image" Target="../media/image206.png"/><Relationship Id="rId22" Type="http://schemas.openxmlformats.org/officeDocument/2006/relationships/image" Target="../media/image207.png"/><Relationship Id="rId23" Type="http://schemas.openxmlformats.org/officeDocument/2006/relationships/image" Target="../media/image208.png"/><Relationship Id="rId24" Type="http://schemas.openxmlformats.org/officeDocument/2006/relationships/image" Target="../media/image209.png"/><Relationship Id="rId25" Type="http://schemas.openxmlformats.org/officeDocument/2006/relationships/image" Target="../media/image210.png"/><Relationship Id="rId26" Type="http://schemas.openxmlformats.org/officeDocument/2006/relationships/image" Target="../media/image211.png"/><Relationship Id="rId27" Type="http://schemas.openxmlformats.org/officeDocument/2006/relationships/image" Target="../media/image212.png"/><Relationship Id="rId28" Type="http://schemas.openxmlformats.org/officeDocument/2006/relationships/image" Target="../media/image213.png"/><Relationship Id="rId29" Type="http://schemas.openxmlformats.org/officeDocument/2006/relationships/image" Target="../media/image214.png"/><Relationship Id="rId30" Type="http://schemas.openxmlformats.org/officeDocument/2006/relationships/image" Target="../media/image215.png"/><Relationship Id="rId31" Type="http://schemas.openxmlformats.org/officeDocument/2006/relationships/image" Target="../media/image216.png"/><Relationship Id="rId32" Type="http://schemas.openxmlformats.org/officeDocument/2006/relationships/image" Target="../media/image217.png"/><Relationship Id="rId33" Type="http://schemas.openxmlformats.org/officeDocument/2006/relationships/image" Target="../media/image218.png"/><Relationship Id="rId34" Type="http://schemas.openxmlformats.org/officeDocument/2006/relationships/image" Target="../media/image219.png"/><Relationship Id="rId35" Type="http://schemas.openxmlformats.org/officeDocument/2006/relationships/image" Target="../media/image220.png"/><Relationship Id="rId36" Type="http://schemas.openxmlformats.org/officeDocument/2006/relationships/image" Target="../media/image221.png"/><Relationship Id="rId37" Type="http://schemas.openxmlformats.org/officeDocument/2006/relationships/image" Target="../media/image222.png"/><Relationship Id="rId38" Type="http://schemas.openxmlformats.org/officeDocument/2006/relationships/image" Target="../media/image223.png"/><Relationship Id="rId39" Type="http://schemas.openxmlformats.org/officeDocument/2006/relationships/image" Target="../media/image224.png"/><Relationship Id="rId40" Type="http://schemas.openxmlformats.org/officeDocument/2006/relationships/image" Target="../media/image225.png"/><Relationship Id="rId41" Type="http://schemas.openxmlformats.org/officeDocument/2006/relationships/image" Target="../media/image226.png"/><Relationship Id="rId42" Type="http://schemas.openxmlformats.org/officeDocument/2006/relationships/image" Target="../media/image227.png"/><Relationship Id="rId43" Type="http://schemas.openxmlformats.org/officeDocument/2006/relationships/image" Target="../media/image228.png"/><Relationship Id="rId44" Type="http://schemas.openxmlformats.org/officeDocument/2006/relationships/image" Target="../media/image229.png"/><Relationship Id="rId45" Type="http://schemas.openxmlformats.org/officeDocument/2006/relationships/image" Target="../media/image230.png"/><Relationship Id="rId46" Type="http://schemas.openxmlformats.org/officeDocument/2006/relationships/image" Target="../media/image231.png"/><Relationship Id="rId47" Type="http://schemas.openxmlformats.org/officeDocument/2006/relationships/image" Target="../media/image232.png"/><Relationship Id="rId48" Type="http://schemas.openxmlformats.org/officeDocument/2006/relationships/image" Target="../media/image233.png"/><Relationship Id="rId49" Type="http://schemas.openxmlformats.org/officeDocument/2006/relationships/image" Target="../media/image234.png"/><Relationship Id="rId50" Type="http://schemas.openxmlformats.org/officeDocument/2006/relationships/image" Target="../media/image185.png"/><Relationship Id="rId51" Type="http://schemas.openxmlformats.org/officeDocument/2006/relationships/image" Target="../media/image23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6.png"/><Relationship Id="rId3" Type="http://schemas.openxmlformats.org/officeDocument/2006/relationships/image" Target="../media/image237.png"/><Relationship Id="rId4" Type="http://schemas.openxmlformats.org/officeDocument/2006/relationships/image" Target="../media/image238.png"/><Relationship Id="rId5" Type="http://schemas.openxmlformats.org/officeDocument/2006/relationships/image" Target="../media/image239.png"/><Relationship Id="rId6" Type="http://schemas.openxmlformats.org/officeDocument/2006/relationships/image" Target="../media/image240.png"/><Relationship Id="rId7" Type="http://schemas.openxmlformats.org/officeDocument/2006/relationships/image" Target="../media/image241.png"/><Relationship Id="rId8" Type="http://schemas.openxmlformats.org/officeDocument/2006/relationships/image" Target="../media/image242.png"/><Relationship Id="rId9" Type="http://schemas.openxmlformats.org/officeDocument/2006/relationships/image" Target="../media/image243.png"/><Relationship Id="rId10" Type="http://schemas.openxmlformats.org/officeDocument/2006/relationships/image" Target="../media/image244.png"/><Relationship Id="rId11" Type="http://schemas.openxmlformats.org/officeDocument/2006/relationships/image" Target="../media/image245.png"/><Relationship Id="rId12" Type="http://schemas.openxmlformats.org/officeDocument/2006/relationships/image" Target="../media/image246.png"/><Relationship Id="rId13" Type="http://schemas.openxmlformats.org/officeDocument/2006/relationships/image" Target="../media/image247.png"/><Relationship Id="rId14" Type="http://schemas.openxmlformats.org/officeDocument/2006/relationships/image" Target="../media/image248.png"/><Relationship Id="rId15" Type="http://schemas.openxmlformats.org/officeDocument/2006/relationships/image" Target="../media/image249.png"/><Relationship Id="rId16" Type="http://schemas.openxmlformats.org/officeDocument/2006/relationships/image" Target="../media/image250.png"/><Relationship Id="rId17" Type="http://schemas.openxmlformats.org/officeDocument/2006/relationships/image" Target="../media/image251.png"/><Relationship Id="rId18" Type="http://schemas.openxmlformats.org/officeDocument/2006/relationships/image" Target="../media/image25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3.png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258.png"/><Relationship Id="rId10" Type="http://schemas.openxmlformats.org/officeDocument/2006/relationships/image" Target="../media/image75.png"/><Relationship Id="rId11" Type="http://schemas.openxmlformats.org/officeDocument/2006/relationships/image" Target="../media/image76.png"/><Relationship Id="rId12" Type="http://schemas.openxmlformats.org/officeDocument/2006/relationships/image" Target="../media/image77.png"/><Relationship Id="rId13" Type="http://schemas.openxmlformats.org/officeDocument/2006/relationships/image" Target="../media/image146.png"/><Relationship Id="rId14" Type="http://schemas.openxmlformats.org/officeDocument/2006/relationships/image" Target="../media/image147.png"/><Relationship Id="rId15" Type="http://schemas.openxmlformats.org/officeDocument/2006/relationships/image" Target="../media/image148.png"/><Relationship Id="rId16" Type="http://schemas.openxmlformats.org/officeDocument/2006/relationships/image" Target="../media/image259.png"/><Relationship Id="rId17" Type="http://schemas.openxmlformats.org/officeDocument/2006/relationships/image" Target="../media/image260.png"/><Relationship Id="rId18" Type="http://schemas.openxmlformats.org/officeDocument/2006/relationships/image" Target="../media/image261.png"/><Relationship Id="rId19" Type="http://schemas.openxmlformats.org/officeDocument/2006/relationships/image" Target="../media/image262.png"/><Relationship Id="rId20" Type="http://schemas.openxmlformats.org/officeDocument/2006/relationships/image" Target="../media/image263.png"/><Relationship Id="rId21" Type="http://schemas.openxmlformats.org/officeDocument/2006/relationships/image" Target="../media/image264.png"/><Relationship Id="rId22" Type="http://schemas.openxmlformats.org/officeDocument/2006/relationships/image" Target="../media/image265.png"/><Relationship Id="rId23" Type="http://schemas.openxmlformats.org/officeDocument/2006/relationships/image" Target="../media/image266.png"/><Relationship Id="rId24" Type="http://schemas.openxmlformats.org/officeDocument/2006/relationships/image" Target="../media/image267.png"/><Relationship Id="rId25" Type="http://schemas.openxmlformats.org/officeDocument/2006/relationships/image" Target="../media/image166.png"/><Relationship Id="rId26" Type="http://schemas.openxmlformats.org/officeDocument/2006/relationships/image" Target="../media/image167.png"/><Relationship Id="rId27" Type="http://schemas.openxmlformats.org/officeDocument/2006/relationships/image" Target="../media/image268.png"/><Relationship Id="rId28" Type="http://schemas.openxmlformats.org/officeDocument/2006/relationships/image" Target="../media/image269.png"/><Relationship Id="rId29" Type="http://schemas.openxmlformats.org/officeDocument/2006/relationships/image" Target="../media/image270.png"/><Relationship Id="rId30" Type="http://schemas.openxmlformats.org/officeDocument/2006/relationships/image" Target="../media/image271.png"/><Relationship Id="rId31" Type="http://schemas.openxmlformats.org/officeDocument/2006/relationships/image" Target="../media/image272.png"/><Relationship Id="rId32" Type="http://schemas.openxmlformats.org/officeDocument/2006/relationships/image" Target="../media/image273.png"/><Relationship Id="rId33" Type="http://schemas.openxmlformats.org/officeDocument/2006/relationships/image" Target="../media/image274.png"/><Relationship Id="rId34" Type="http://schemas.openxmlformats.org/officeDocument/2006/relationships/image" Target="../media/image182.png"/><Relationship Id="rId35" Type="http://schemas.openxmlformats.org/officeDocument/2006/relationships/image" Target="../media/image275.png"/><Relationship Id="rId36" Type="http://schemas.openxmlformats.org/officeDocument/2006/relationships/image" Target="../media/image276.png"/><Relationship Id="rId37" Type="http://schemas.openxmlformats.org/officeDocument/2006/relationships/image" Target="../media/image277.png"/><Relationship Id="rId38" Type="http://schemas.openxmlformats.org/officeDocument/2006/relationships/image" Target="../media/image278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9.png"/><Relationship Id="rId3" Type="http://schemas.openxmlformats.org/officeDocument/2006/relationships/image" Target="../media/image280.png"/><Relationship Id="rId4" Type="http://schemas.openxmlformats.org/officeDocument/2006/relationships/image" Target="../media/image281.png"/><Relationship Id="rId5" Type="http://schemas.openxmlformats.org/officeDocument/2006/relationships/image" Target="../media/image282.png"/><Relationship Id="rId6" Type="http://schemas.openxmlformats.org/officeDocument/2006/relationships/image" Target="../media/image283.png"/><Relationship Id="rId7" Type="http://schemas.openxmlformats.org/officeDocument/2006/relationships/image" Target="../media/image284.png"/><Relationship Id="rId8" Type="http://schemas.openxmlformats.org/officeDocument/2006/relationships/image" Target="../media/image285.png"/><Relationship Id="rId9" Type="http://schemas.openxmlformats.org/officeDocument/2006/relationships/image" Target="../media/image286.png"/><Relationship Id="rId10" Type="http://schemas.openxmlformats.org/officeDocument/2006/relationships/image" Target="../media/image287.png"/><Relationship Id="rId11" Type="http://schemas.openxmlformats.org/officeDocument/2006/relationships/image" Target="../media/image28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9.png"/><Relationship Id="rId3" Type="http://schemas.openxmlformats.org/officeDocument/2006/relationships/image" Target="../media/image290.png"/><Relationship Id="rId4" Type="http://schemas.openxmlformats.org/officeDocument/2006/relationships/image" Target="../media/image291.png"/><Relationship Id="rId5" Type="http://schemas.openxmlformats.org/officeDocument/2006/relationships/image" Target="../media/image292.png"/><Relationship Id="rId6" Type="http://schemas.openxmlformats.org/officeDocument/2006/relationships/image" Target="../media/image293.png"/><Relationship Id="rId7" Type="http://schemas.openxmlformats.org/officeDocument/2006/relationships/image" Target="../media/image294.png"/><Relationship Id="rId8" Type="http://schemas.openxmlformats.org/officeDocument/2006/relationships/image" Target="../media/image295.png"/><Relationship Id="rId9" Type="http://schemas.openxmlformats.org/officeDocument/2006/relationships/image" Target="../media/image296.png"/><Relationship Id="rId10" Type="http://schemas.openxmlformats.org/officeDocument/2006/relationships/image" Target="../media/image297.png"/><Relationship Id="rId11" Type="http://schemas.openxmlformats.org/officeDocument/2006/relationships/image" Target="../media/image298.png"/><Relationship Id="rId12" Type="http://schemas.openxmlformats.org/officeDocument/2006/relationships/image" Target="../media/image299.png"/><Relationship Id="rId13" Type="http://schemas.openxmlformats.org/officeDocument/2006/relationships/image" Target="../media/image300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1.png"/><Relationship Id="rId3" Type="http://schemas.openxmlformats.org/officeDocument/2006/relationships/image" Target="../media/image302.png"/><Relationship Id="rId4" Type="http://schemas.openxmlformats.org/officeDocument/2006/relationships/image" Target="../media/image303.png"/><Relationship Id="rId5" Type="http://schemas.openxmlformats.org/officeDocument/2006/relationships/image" Target="../media/image304.png"/><Relationship Id="rId6" Type="http://schemas.openxmlformats.org/officeDocument/2006/relationships/image" Target="../media/image305.png"/><Relationship Id="rId7" Type="http://schemas.openxmlformats.org/officeDocument/2006/relationships/image" Target="../media/image306.png"/><Relationship Id="rId8" Type="http://schemas.openxmlformats.org/officeDocument/2006/relationships/image" Target="../media/image307.png"/><Relationship Id="rId9" Type="http://schemas.openxmlformats.org/officeDocument/2006/relationships/image" Target="../media/image308.png"/><Relationship Id="rId10" Type="http://schemas.openxmlformats.org/officeDocument/2006/relationships/image" Target="../media/image309.png"/><Relationship Id="rId11" Type="http://schemas.openxmlformats.org/officeDocument/2006/relationships/image" Target="../media/image310.png"/><Relationship Id="rId12" Type="http://schemas.openxmlformats.org/officeDocument/2006/relationships/image" Target="../media/image311.png"/><Relationship Id="rId13" Type="http://schemas.openxmlformats.org/officeDocument/2006/relationships/image" Target="../media/image312.png"/><Relationship Id="rId14" Type="http://schemas.openxmlformats.org/officeDocument/2006/relationships/image" Target="../media/image31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1.png"/><Relationship Id="rId3" Type="http://schemas.openxmlformats.org/officeDocument/2006/relationships/image" Target="../media/image314.png"/><Relationship Id="rId4" Type="http://schemas.openxmlformats.org/officeDocument/2006/relationships/image" Target="../media/image303.png"/><Relationship Id="rId5" Type="http://schemas.openxmlformats.org/officeDocument/2006/relationships/image" Target="../media/image315.png"/><Relationship Id="rId6" Type="http://schemas.openxmlformats.org/officeDocument/2006/relationships/image" Target="../media/image316.png"/><Relationship Id="rId7" Type="http://schemas.openxmlformats.org/officeDocument/2006/relationships/image" Target="../media/image317.png"/><Relationship Id="rId8" Type="http://schemas.openxmlformats.org/officeDocument/2006/relationships/image" Target="../media/image318.png"/><Relationship Id="rId9" Type="http://schemas.openxmlformats.org/officeDocument/2006/relationships/image" Target="../media/image319.png"/><Relationship Id="rId10" Type="http://schemas.openxmlformats.org/officeDocument/2006/relationships/image" Target="../media/image309.png"/><Relationship Id="rId11" Type="http://schemas.openxmlformats.org/officeDocument/2006/relationships/image" Target="../media/image320.png"/><Relationship Id="rId12" Type="http://schemas.openxmlformats.org/officeDocument/2006/relationships/image" Target="../media/image311.png"/><Relationship Id="rId13" Type="http://schemas.openxmlformats.org/officeDocument/2006/relationships/image" Target="../media/image321.png"/><Relationship Id="rId14" Type="http://schemas.openxmlformats.org/officeDocument/2006/relationships/image" Target="../media/image32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236" y="687324"/>
            <a:ext cx="9977628" cy="2438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4236" y="6880860"/>
            <a:ext cx="9977628" cy="332232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61187" y="712183"/>
            <a:ext cx="9982200" cy="0"/>
          </a:xfrm>
          <a:custGeom>
            <a:avLst/>
            <a:gdLst/>
            <a:ahLst/>
            <a:cxnLst/>
            <a:rect l="l" t="t" r="r" b="b"/>
            <a:pathLst>
              <a:path w="9982200" h="0">
                <a:moveTo>
                  <a:pt x="0" y="0"/>
                </a:moveTo>
                <a:lnTo>
                  <a:pt x="9982200" y="0"/>
                </a:lnTo>
              </a:path>
            </a:pathLst>
          </a:custGeom>
          <a:ln w="9153">
            <a:solidFill>
              <a:srgbClr val="E2E8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61187" y="6883050"/>
            <a:ext cx="9982200" cy="0"/>
          </a:xfrm>
          <a:custGeom>
            <a:avLst/>
            <a:gdLst/>
            <a:ahLst/>
            <a:cxnLst/>
            <a:rect l="l" t="t" r="r" b="b"/>
            <a:pathLst>
              <a:path w="9982200" h="0">
                <a:moveTo>
                  <a:pt x="9982200" y="0"/>
                </a:moveTo>
                <a:lnTo>
                  <a:pt x="0" y="0"/>
                </a:lnTo>
              </a:path>
            </a:pathLst>
          </a:custGeom>
          <a:ln w="9153">
            <a:solidFill>
              <a:srgbClr val="E2E8E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4617720" y="2399442"/>
            <a:ext cx="1471930" cy="86995"/>
            <a:chOff x="4617720" y="2399442"/>
            <a:chExt cx="1471930" cy="86995"/>
          </a:xfrm>
        </p:grpSpPr>
        <p:sp>
          <p:nvSpPr>
            <p:cNvPr id="7" name="object 7" descr=""/>
            <p:cNvSpPr/>
            <p:nvPr/>
          </p:nvSpPr>
          <p:spPr>
            <a:xfrm>
              <a:off x="4617707" y="2399448"/>
              <a:ext cx="471805" cy="86995"/>
            </a:xfrm>
            <a:custGeom>
              <a:avLst/>
              <a:gdLst/>
              <a:ahLst/>
              <a:cxnLst/>
              <a:rect l="l" t="t" r="r" b="b"/>
              <a:pathLst>
                <a:path w="471804" h="86994">
                  <a:moveTo>
                    <a:pt x="16764" y="4572"/>
                  </a:moveTo>
                  <a:lnTo>
                    <a:pt x="0" y="4572"/>
                  </a:lnTo>
                  <a:lnTo>
                    <a:pt x="0" y="85432"/>
                  </a:lnTo>
                  <a:lnTo>
                    <a:pt x="16764" y="85432"/>
                  </a:lnTo>
                  <a:lnTo>
                    <a:pt x="16764" y="4572"/>
                  </a:lnTo>
                  <a:close/>
                </a:path>
                <a:path w="471804" h="86994">
                  <a:moveTo>
                    <a:pt x="86880" y="42672"/>
                  </a:moveTo>
                  <a:lnTo>
                    <a:pt x="85356" y="38100"/>
                  </a:lnTo>
                  <a:lnTo>
                    <a:pt x="83832" y="35052"/>
                  </a:lnTo>
                  <a:lnTo>
                    <a:pt x="82308" y="30480"/>
                  </a:lnTo>
                  <a:lnTo>
                    <a:pt x="79260" y="28956"/>
                  </a:lnTo>
                  <a:lnTo>
                    <a:pt x="76212" y="25908"/>
                  </a:lnTo>
                  <a:lnTo>
                    <a:pt x="73164" y="24384"/>
                  </a:lnTo>
                  <a:lnTo>
                    <a:pt x="60972" y="24384"/>
                  </a:lnTo>
                  <a:lnTo>
                    <a:pt x="56400" y="25908"/>
                  </a:lnTo>
                  <a:lnTo>
                    <a:pt x="53352" y="27432"/>
                  </a:lnTo>
                  <a:lnTo>
                    <a:pt x="50304" y="30480"/>
                  </a:lnTo>
                  <a:lnTo>
                    <a:pt x="47256" y="35052"/>
                  </a:lnTo>
                  <a:lnTo>
                    <a:pt x="46901" y="36106"/>
                  </a:lnTo>
                  <a:lnTo>
                    <a:pt x="46799" y="35052"/>
                  </a:lnTo>
                  <a:lnTo>
                    <a:pt x="45732" y="24384"/>
                  </a:lnTo>
                  <a:lnTo>
                    <a:pt x="30492" y="24384"/>
                  </a:lnTo>
                  <a:lnTo>
                    <a:pt x="30492" y="85432"/>
                  </a:lnTo>
                  <a:lnTo>
                    <a:pt x="47256" y="85432"/>
                  </a:lnTo>
                  <a:lnTo>
                    <a:pt x="47256" y="45720"/>
                  </a:lnTo>
                  <a:lnTo>
                    <a:pt x="48780" y="42672"/>
                  </a:lnTo>
                  <a:lnTo>
                    <a:pt x="51828" y="39624"/>
                  </a:lnTo>
                  <a:lnTo>
                    <a:pt x="53352" y="39624"/>
                  </a:lnTo>
                  <a:lnTo>
                    <a:pt x="54876" y="38100"/>
                  </a:lnTo>
                  <a:lnTo>
                    <a:pt x="65544" y="38100"/>
                  </a:lnTo>
                  <a:lnTo>
                    <a:pt x="67068" y="41148"/>
                  </a:lnTo>
                  <a:lnTo>
                    <a:pt x="68592" y="42672"/>
                  </a:lnTo>
                  <a:lnTo>
                    <a:pt x="70116" y="45720"/>
                  </a:lnTo>
                  <a:lnTo>
                    <a:pt x="70116" y="85432"/>
                  </a:lnTo>
                  <a:lnTo>
                    <a:pt x="86880" y="85432"/>
                  </a:lnTo>
                  <a:lnTo>
                    <a:pt x="86880" y="42672"/>
                  </a:lnTo>
                  <a:close/>
                </a:path>
                <a:path w="471804" h="86994">
                  <a:moveTo>
                    <a:pt x="157073" y="4572"/>
                  </a:moveTo>
                  <a:lnTo>
                    <a:pt x="140309" y="4572"/>
                  </a:lnTo>
                  <a:lnTo>
                    <a:pt x="140309" y="35052"/>
                  </a:lnTo>
                  <a:lnTo>
                    <a:pt x="140309" y="48768"/>
                  </a:lnTo>
                  <a:lnTo>
                    <a:pt x="140309" y="62484"/>
                  </a:lnTo>
                  <a:lnTo>
                    <a:pt x="138785" y="64008"/>
                  </a:lnTo>
                  <a:lnTo>
                    <a:pt x="138785" y="67056"/>
                  </a:lnTo>
                  <a:lnTo>
                    <a:pt x="137261" y="70192"/>
                  </a:lnTo>
                  <a:lnTo>
                    <a:pt x="134213" y="71716"/>
                  </a:lnTo>
                  <a:lnTo>
                    <a:pt x="132689" y="73240"/>
                  </a:lnTo>
                  <a:lnTo>
                    <a:pt x="122021" y="73240"/>
                  </a:lnTo>
                  <a:lnTo>
                    <a:pt x="118973" y="70192"/>
                  </a:lnTo>
                  <a:lnTo>
                    <a:pt x="117449" y="67056"/>
                  </a:lnTo>
                  <a:lnTo>
                    <a:pt x="115925" y="64008"/>
                  </a:lnTo>
                  <a:lnTo>
                    <a:pt x="115925" y="62484"/>
                  </a:lnTo>
                  <a:lnTo>
                    <a:pt x="114401" y="57912"/>
                  </a:lnTo>
                  <a:lnTo>
                    <a:pt x="114401" y="48768"/>
                  </a:lnTo>
                  <a:lnTo>
                    <a:pt x="117449" y="42672"/>
                  </a:lnTo>
                  <a:lnTo>
                    <a:pt x="122021" y="38100"/>
                  </a:lnTo>
                  <a:lnTo>
                    <a:pt x="125069" y="36576"/>
                  </a:lnTo>
                  <a:lnTo>
                    <a:pt x="131165" y="36576"/>
                  </a:lnTo>
                  <a:lnTo>
                    <a:pt x="134213" y="39624"/>
                  </a:lnTo>
                  <a:lnTo>
                    <a:pt x="137261" y="41148"/>
                  </a:lnTo>
                  <a:lnTo>
                    <a:pt x="138785" y="42672"/>
                  </a:lnTo>
                  <a:lnTo>
                    <a:pt x="138785" y="45720"/>
                  </a:lnTo>
                  <a:lnTo>
                    <a:pt x="140309" y="48768"/>
                  </a:lnTo>
                  <a:lnTo>
                    <a:pt x="140309" y="35052"/>
                  </a:lnTo>
                  <a:lnTo>
                    <a:pt x="138785" y="33528"/>
                  </a:lnTo>
                  <a:lnTo>
                    <a:pt x="138785" y="32004"/>
                  </a:lnTo>
                  <a:lnTo>
                    <a:pt x="137261" y="30480"/>
                  </a:lnTo>
                  <a:lnTo>
                    <a:pt x="135737" y="27432"/>
                  </a:lnTo>
                  <a:lnTo>
                    <a:pt x="134213" y="27432"/>
                  </a:lnTo>
                  <a:lnTo>
                    <a:pt x="131165" y="25908"/>
                  </a:lnTo>
                  <a:lnTo>
                    <a:pt x="129641" y="24384"/>
                  </a:lnTo>
                  <a:lnTo>
                    <a:pt x="114401" y="24384"/>
                  </a:lnTo>
                  <a:lnTo>
                    <a:pt x="109829" y="27432"/>
                  </a:lnTo>
                  <a:lnTo>
                    <a:pt x="106781" y="28956"/>
                  </a:lnTo>
                  <a:lnTo>
                    <a:pt x="100685" y="38100"/>
                  </a:lnTo>
                  <a:lnTo>
                    <a:pt x="99161" y="42672"/>
                  </a:lnTo>
                  <a:lnTo>
                    <a:pt x="97637" y="48768"/>
                  </a:lnTo>
                  <a:lnTo>
                    <a:pt x="97637" y="62484"/>
                  </a:lnTo>
                  <a:lnTo>
                    <a:pt x="99161" y="67056"/>
                  </a:lnTo>
                  <a:lnTo>
                    <a:pt x="100685" y="71716"/>
                  </a:lnTo>
                  <a:lnTo>
                    <a:pt x="106781" y="80860"/>
                  </a:lnTo>
                  <a:lnTo>
                    <a:pt x="109829" y="82384"/>
                  </a:lnTo>
                  <a:lnTo>
                    <a:pt x="114401" y="85432"/>
                  </a:lnTo>
                  <a:lnTo>
                    <a:pt x="117449" y="86956"/>
                  </a:lnTo>
                  <a:lnTo>
                    <a:pt x="126593" y="86956"/>
                  </a:lnTo>
                  <a:lnTo>
                    <a:pt x="128117" y="85432"/>
                  </a:lnTo>
                  <a:lnTo>
                    <a:pt x="131165" y="85432"/>
                  </a:lnTo>
                  <a:lnTo>
                    <a:pt x="132689" y="83908"/>
                  </a:lnTo>
                  <a:lnTo>
                    <a:pt x="135737" y="82384"/>
                  </a:lnTo>
                  <a:lnTo>
                    <a:pt x="138785" y="79336"/>
                  </a:lnTo>
                  <a:lnTo>
                    <a:pt x="138785" y="77812"/>
                  </a:lnTo>
                  <a:lnTo>
                    <a:pt x="140309" y="76288"/>
                  </a:lnTo>
                  <a:lnTo>
                    <a:pt x="140309" y="85432"/>
                  </a:lnTo>
                  <a:lnTo>
                    <a:pt x="157073" y="85432"/>
                  </a:lnTo>
                  <a:lnTo>
                    <a:pt x="157073" y="76288"/>
                  </a:lnTo>
                  <a:lnTo>
                    <a:pt x="157073" y="73240"/>
                  </a:lnTo>
                  <a:lnTo>
                    <a:pt x="157073" y="36576"/>
                  </a:lnTo>
                  <a:lnTo>
                    <a:pt x="157073" y="35052"/>
                  </a:lnTo>
                  <a:lnTo>
                    <a:pt x="157073" y="4572"/>
                  </a:lnTo>
                  <a:close/>
                </a:path>
                <a:path w="471804" h="86994">
                  <a:moveTo>
                    <a:pt x="225653" y="24384"/>
                  </a:moveTo>
                  <a:lnTo>
                    <a:pt x="210413" y="24384"/>
                  </a:lnTo>
                  <a:lnTo>
                    <a:pt x="210413" y="62484"/>
                  </a:lnTo>
                  <a:lnTo>
                    <a:pt x="208889" y="65532"/>
                  </a:lnTo>
                  <a:lnTo>
                    <a:pt x="208889" y="67056"/>
                  </a:lnTo>
                  <a:lnTo>
                    <a:pt x="207365" y="68668"/>
                  </a:lnTo>
                  <a:lnTo>
                    <a:pt x="204317" y="71716"/>
                  </a:lnTo>
                  <a:lnTo>
                    <a:pt x="202793" y="71716"/>
                  </a:lnTo>
                  <a:lnTo>
                    <a:pt x="199745" y="73240"/>
                  </a:lnTo>
                  <a:lnTo>
                    <a:pt x="195173" y="73240"/>
                  </a:lnTo>
                  <a:lnTo>
                    <a:pt x="192125" y="71716"/>
                  </a:lnTo>
                  <a:lnTo>
                    <a:pt x="190601" y="70192"/>
                  </a:lnTo>
                  <a:lnTo>
                    <a:pt x="187553" y="67056"/>
                  </a:lnTo>
                  <a:lnTo>
                    <a:pt x="187553" y="24384"/>
                  </a:lnTo>
                  <a:lnTo>
                    <a:pt x="170789" y="24384"/>
                  </a:lnTo>
                  <a:lnTo>
                    <a:pt x="170789" y="68668"/>
                  </a:lnTo>
                  <a:lnTo>
                    <a:pt x="172313" y="71716"/>
                  </a:lnTo>
                  <a:lnTo>
                    <a:pt x="173837" y="76288"/>
                  </a:lnTo>
                  <a:lnTo>
                    <a:pt x="176885" y="82384"/>
                  </a:lnTo>
                  <a:lnTo>
                    <a:pt x="179933" y="83908"/>
                  </a:lnTo>
                  <a:lnTo>
                    <a:pt x="184505" y="85432"/>
                  </a:lnTo>
                  <a:lnTo>
                    <a:pt x="187553" y="86956"/>
                  </a:lnTo>
                  <a:lnTo>
                    <a:pt x="196697" y="86956"/>
                  </a:lnTo>
                  <a:lnTo>
                    <a:pt x="201269" y="85432"/>
                  </a:lnTo>
                  <a:lnTo>
                    <a:pt x="207365" y="79336"/>
                  </a:lnTo>
                  <a:lnTo>
                    <a:pt x="210413" y="74764"/>
                  </a:lnTo>
                  <a:lnTo>
                    <a:pt x="210413" y="85432"/>
                  </a:lnTo>
                  <a:lnTo>
                    <a:pt x="225653" y="85432"/>
                  </a:lnTo>
                  <a:lnTo>
                    <a:pt x="225653" y="70192"/>
                  </a:lnTo>
                  <a:lnTo>
                    <a:pt x="225653" y="24384"/>
                  </a:lnTo>
                  <a:close/>
                </a:path>
                <a:path w="471804" h="86994">
                  <a:moveTo>
                    <a:pt x="291287" y="62484"/>
                  </a:moveTo>
                  <a:lnTo>
                    <a:pt x="289763" y="59436"/>
                  </a:lnTo>
                  <a:lnTo>
                    <a:pt x="286715" y="56388"/>
                  </a:lnTo>
                  <a:lnTo>
                    <a:pt x="285191" y="53340"/>
                  </a:lnTo>
                  <a:lnTo>
                    <a:pt x="280619" y="51816"/>
                  </a:lnTo>
                  <a:lnTo>
                    <a:pt x="274523" y="50292"/>
                  </a:lnTo>
                  <a:lnTo>
                    <a:pt x="263855" y="48768"/>
                  </a:lnTo>
                  <a:lnTo>
                    <a:pt x="260807" y="47244"/>
                  </a:lnTo>
                  <a:lnTo>
                    <a:pt x="257759" y="47244"/>
                  </a:lnTo>
                  <a:lnTo>
                    <a:pt x="257759" y="45720"/>
                  </a:lnTo>
                  <a:lnTo>
                    <a:pt x="254711" y="42672"/>
                  </a:lnTo>
                  <a:lnTo>
                    <a:pt x="254711" y="39624"/>
                  </a:lnTo>
                  <a:lnTo>
                    <a:pt x="257759" y="36576"/>
                  </a:lnTo>
                  <a:lnTo>
                    <a:pt x="259283" y="36576"/>
                  </a:lnTo>
                  <a:lnTo>
                    <a:pt x="262331" y="35052"/>
                  </a:lnTo>
                  <a:lnTo>
                    <a:pt x="268427" y="35052"/>
                  </a:lnTo>
                  <a:lnTo>
                    <a:pt x="271475" y="38100"/>
                  </a:lnTo>
                  <a:lnTo>
                    <a:pt x="274523" y="39624"/>
                  </a:lnTo>
                  <a:lnTo>
                    <a:pt x="274523" y="41148"/>
                  </a:lnTo>
                  <a:lnTo>
                    <a:pt x="276047" y="42672"/>
                  </a:lnTo>
                  <a:lnTo>
                    <a:pt x="289763" y="39624"/>
                  </a:lnTo>
                  <a:lnTo>
                    <a:pt x="289763" y="36576"/>
                  </a:lnTo>
                  <a:lnTo>
                    <a:pt x="288239" y="33528"/>
                  </a:lnTo>
                  <a:lnTo>
                    <a:pt x="285191" y="32004"/>
                  </a:lnTo>
                  <a:lnTo>
                    <a:pt x="283667" y="28956"/>
                  </a:lnTo>
                  <a:lnTo>
                    <a:pt x="277571" y="25908"/>
                  </a:lnTo>
                  <a:lnTo>
                    <a:pt x="272999" y="24384"/>
                  </a:lnTo>
                  <a:lnTo>
                    <a:pt x="254711" y="24384"/>
                  </a:lnTo>
                  <a:lnTo>
                    <a:pt x="251663" y="25908"/>
                  </a:lnTo>
                  <a:lnTo>
                    <a:pt x="247091" y="27432"/>
                  </a:lnTo>
                  <a:lnTo>
                    <a:pt x="239471" y="35052"/>
                  </a:lnTo>
                  <a:lnTo>
                    <a:pt x="239471" y="47244"/>
                  </a:lnTo>
                  <a:lnTo>
                    <a:pt x="240995" y="50292"/>
                  </a:lnTo>
                  <a:lnTo>
                    <a:pt x="250139" y="59436"/>
                  </a:lnTo>
                  <a:lnTo>
                    <a:pt x="256235" y="59436"/>
                  </a:lnTo>
                  <a:lnTo>
                    <a:pt x="266903" y="62484"/>
                  </a:lnTo>
                  <a:lnTo>
                    <a:pt x="269951" y="62484"/>
                  </a:lnTo>
                  <a:lnTo>
                    <a:pt x="271475" y="64008"/>
                  </a:lnTo>
                  <a:lnTo>
                    <a:pt x="272999" y="64008"/>
                  </a:lnTo>
                  <a:lnTo>
                    <a:pt x="274523" y="65532"/>
                  </a:lnTo>
                  <a:lnTo>
                    <a:pt x="274523" y="71716"/>
                  </a:lnTo>
                  <a:lnTo>
                    <a:pt x="272999" y="73240"/>
                  </a:lnTo>
                  <a:lnTo>
                    <a:pt x="269951" y="74764"/>
                  </a:lnTo>
                  <a:lnTo>
                    <a:pt x="259283" y="74764"/>
                  </a:lnTo>
                  <a:lnTo>
                    <a:pt x="256235" y="73240"/>
                  </a:lnTo>
                  <a:lnTo>
                    <a:pt x="254711" y="71716"/>
                  </a:lnTo>
                  <a:lnTo>
                    <a:pt x="253187" y="68668"/>
                  </a:lnTo>
                  <a:lnTo>
                    <a:pt x="253187" y="65532"/>
                  </a:lnTo>
                  <a:lnTo>
                    <a:pt x="237947" y="68668"/>
                  </a:lnTo>
                  <a:lnTo>
                    <a:pt x="237947" y="73240"/>
                  </a:lnTo>
                  <a:lnTo>
                    <a:pt x="239471" y="76288"/>
                  </a:lnTo>
                  <a:lnTo>
                    <a:pt x="242519" y="77812"/>
                  </a:lnTo>
                  <a:lnTo>
                    <a:pt x="244043" y="80860"/>
                  </a:lnTo>
                  <a:lnTo>
                    <a:pt x="247091" y="83908"/>
                  </a:lnTo>
                  <a:lnTo>
                    <a:pt x="251663" y="83908"/>
                  </a:lnTo>
                  <a:lnTo>
                    <a:pt x="254711" y="85432"/>
                  </a:lnTo>
                  <a:lnTo>
                    <a:pt x="259283" y="86956"/>
                  </a:lnTo>
                  <a:lnTo>
                    <a:pt x="263855" y="86956"/>
                  </a:lnTo>
                  <a:lnTo>
                    <a:pt x="269951" y="86956"/>
                  </a:lnTo>
                  <a:lnTo>
                    <a:pt x="291287" y="70192"/>
                  </a:lnTo>
                  <a:lnTo>
                    <a:pt x="291287" y="62484"/>
                  </a:lnTo>
                  <a:close/>
                </a:path>
                <a:path w="471804" h="86994">
                  <a:moveTo>
                    <a:pt x="333959" y="85432"/>
                  </a:moveTo>
                  <a:lnTo>
                    <a:pt x="332435" y="73240"/>
                  </a:lnTo>
                  <a:lnTo>
                    <a:pt x="323291" y="73240"/>
                  </a:lnTo>
                  <a:lnTo>
                    <a:pt x="323291" y="71716"/>
                  </a:lnTo>
                  <a:lnTo>
                    <a:pt x="321767" y="71716"/>
                  </a:lnTo>
                  <a:lnTo>
                    <a:pt x="321767" y="36576"/>
                  </a:lnTo>
                  <a:lnTo>
                    <a:pt x="332435" y="36576"/>
                  </a:lnTo>
                  <a:lnTo>
                    <a:pt x="332435" y="24384"/>
                  </a:lnTo>
                  <a:lnTo>
                    <a:pt x="321767" y="24384"/>
                  </a:lnTo>
                  <a:lnTo>
                    <a:pt x="321767" y="10668"/>
                  </a:lnTo>
                  <a:lnTo>
                    <a:pt x="305003" y="10668"/>
                  </a:lnTo>
                  <a:lnTo>
                    <a:pt x="305003" y="24384"/>
                  </a:lnTo>
                  <a:lnTo>
                    <a:pt x="297383" y="24384"/>
                  </a:lnTo>
                  <a:lnTo>
                    <a:pt x="297383" y="36576"/>
                  </a:lnTo>
                  <a:lnTo>
                    <a:pt x="305003" y="36576"/>
                  </a:lnTo>
                  <a:lnTo>
                    <a:pt x="305003" y="74764"/>
                  </a:lnTo>
                  <a:lnTo>
                    <a:pt x="306527" y="79336"/>
                  </a:lnTo>
                  <a:lnTo>
                    <a:pt x="312623" y="85432"/>
                  </a:lnTo>
                  <a:lnTo>
                    <a:pt x="317195" y="86956"/>
                  </a:lnTo>
                  <a:lnTo>
                    <a:pt x="327863" y="86956"/>
                  </a:lnTo>
                  <a:lnTo>
                    <a:pt x="329387" y="85432"/>
                  </a:lnTo>
                  <a:lnTo>
                    <a:pt x="333959" y="85432"/>
                  </a:lnTo>
                  <a:close/>
                </a:path>
                <a:path w="471804" h="86994">
                  <a:moveTo>
                    <a:pt x="379768" y="24384"/>
                  </a:moveTo>
                  <a:lnTo>
                    <a:pt x="367576" y="24384"/>
                  </a:lnTo>
                  <a:lnTo>
                    <a:pt x="365963" y="27432"/>
                  </a:lnTo>
                  <a:lnTo>
                    <a:pt x="362915" y="28956"/>
                  </a:lnTo>
                  <a:lnTo>
                    <a:pt x="359867" y="35052"/>
                  </a:lnTo>
                  <a:lnTo>
                    <a:pt x="359867" y="24384"/>
                  </a:lnTo>
                  <a:lnTo>
                    <a:pt x="343103" y="24384"/>
                  </a:lnTo>
                  <a:lnTo>
                    <a:pt x="343103" y="85432"/>
                  </a:lnTo>
                  <a:lnTo>
                    <a:pt x="359867" y="85432"/>
                  </a:lnTo>
                  <a:lnTo>
                    <a:pt x="359867" y="45720"/>
                  </a:lnTo>
                  <a:lnTo>
                    <a:pt x="365963" y="39624"/>
                  </a:lnTo>
                  <a:lnTo>
                    <a:pt x="367576" y="38100"/>
                  </a:lnTo>
                  <a:lnTo>
                    <a:pt x="379768" y="38100"/>
                  </a:lnTo>
                  <a:lnTo>
                    <a:pt x="379768" y="35052"/>
                  </a:lnTo>
                  <a:lnTo>
                    <a:pt x="379768" y="24384"/>
                  </a:lnTo>
                  <a:close/>
                </a:path>
                <a:path w="471804" h="86994">
                  <a:moveTo>
                    <a:pt x="405676" y="24384"/>
                  </a:moveTo>
                  <a:lnTo>
                    <a:pt x="388912" y="24384"/>
                  </a:lnTo>
                  <a:lnTo>
                    <a:pt x="388912" y="85432"/>
                  </a:lnTo>
                  <a:lnTo>
                    <a:pt x="405676" y="85432"/>
                  </a:lnTo>
                  <a:lnTo>
                    <a:pt x="405676" y="24384"/>
                  </a:lnTo>
                  <a:close/>
                </a:path>
                <a:path w="471804" h="86994">
                  <a:moveTo>
                    <a:pt x="407200" y="6096"/>
                  </a:moveTo>
                  <a:lnTo>
                    <a:pt x="402628" y="1524"/>
                  </a:lnTo>
                  <a:lnTo>
                    <a:pt x="399580" y="0"/>
                  </a:lnTo>
                  <a:lnTo>
                    <a:pt x="393484" y="0"/>
                  </a:lnTo>
                  <a:lnTo>
                    <a:pt x="391960" y="3048"/>
                  </a:lnTo>
                  <a:lnTo>
                    <a:pt x="388912" y="4572"/>
                  </a:lnTo>
                  <a:lnTo>
                    <a:pt x="388912" y="12192"/>
                  </a:lnTo>
                  <a:lnTo>
                    <a:pt x="391960" y="13716"/>
                  </a:lnTo>
                  <a:lnTo>
                    <a:pt x="395008" y="16764"/>
                  </a:lnTo>
                  <a:lnTo>
                    <a:pt x="399580" y="16764"/>
                  </a:lnTo>
                  <a:lnTo>
                    <a:pt x="402628" y="15240"/>
                  </a:lnTo>
                  <a:lnTo>
                    <a:pt x="407200" y="10668"/>
                  </a:lnTo>
                  <a:lnTo>
                    <a:pt x="407200" y="6096"/>
                  </a:lnTo>
                  <a:close/>
                </a:path>
                <a:path w="471804" h="86994">
                  <a:moveTo>
                    <a:pt x="471208" y="41148"/>
                  </a:moveTo>
                  <a:lnTo>
                    <a:pt x="468922" y="36576"/>
                  </a:lnTo>
                  <a:lnTo>
                    <a:pt x="466636" y="32004"/>
                  </a:lnTo>
                  <a:lnTo>
                    <a:pt x="465112" y="30480"/>
                  </a:lnTo>
                  <a:lnTo>
                    <a:pt x="462064" y="28956"/>
                  </a:lnTo>
                  <a:lnTo>
                    <a:pt x="460540" y="27432"/>
                  </a:lnTo>
                  <a:lnTo>
                    <a:pt x="454444" y="24384"/>
                  </a:lnTo>
                  <a:lnTo>
                    <a:pt x="436156" y="24384"/>
                  </a:lnTo>
                  <a:lnTo>
                    <a:pt x="433108" y="25908"/>
                  </a:lnTo>
                  <a:lnTo>
                    <a:pt x="428536" y="27432"/>
                  </a:lnTo>
                  <a:lnTo>
                    <a:pt x="425488" y="28956"/>
                  </a:lnTo>
                  <a:lnTo>
                    <a:pt x="423964" y="32004"/>
                  </a:lnTo>
                  <a:lnTo>
                    <a:pt x="420916" y="33528"/>
                  </a:lnTo>
                  <a:lnTo>
                    <a:pt x="419392" y="36576"/>
                  </a:lnTo>
                  <a:lnTo>
                    <a:pt x="417868" y="41148"/>
                  </a:lnTo>
                  <a:lnTo>
                    <a:pt x="433108" y="42672"/>
                  </a:lnTo>
                  <a:lnTo>
                    <a:pt x="433108" y="41148"/>
                  </a:lnTo>
                  <a:lnTo>
                    <a:pt x="434632" y="41148"/>
                  </a:lnTo>
                  <a:lnTo>
                    <a:pt x="434632" y="39624"/>
                  </a:lnTo>
                  <a:lnTo>
                    <a:pt x="436156" y="38100"/>
                  </a:lnTo>
                  <a:lnTo>
                    <a:pt x="437680" y="38100"/>
                  </a:lnTo>
                  <a:lnTo>
                    <a:pt x="439204" y="36576"/>
                  </a:lnTo>
                  <a:lnTo>
                    <a:pt x="449872" y="36576"/>
                  </a:lnTo>
                  <a:lnTo>
                    <a:pt x="451396" y="38100"/>
                  </a:lnTo>
                  <a:lnTo>
                    <a:pt x="452920" y="38100"/>
                  </a:lnTo>
                  <a:lnTo>
                    <a:pt x="452920" y="39624"/>
                  </a:lnTo>
                  <a:lnTo>
                    <a:pt x="454444" y="41148"/>
                  </a:lnTo>
                  <a:lnTo>
                    <a:pt x="454444" y="45720"/>
                  </a:lnTo>
                  <a:lnTo>
                    <a:pt x="454444" y="57912"/>
                  </a:lnTo>
                  <a:lnTo>
                    <a:pt x="454444" y="67056"/>
                  </a:lnTo>
                  <a:lnTo>
                    <a:pt x="452920" y="70192"/>
                  </a:lnTo>
                  <a:lnTo>
                    <a:pt x="449872" y="73240"/>
                  </a:lnTo>
                  <a:lnTo>
                    <a:pt x="448348" y="73240"/>
                  </a:lnTo>
                  <a:lnTo>
                    <a:pt x="446824" y="74764"/>
                  </a:lnTo>
                  <a:lnTo>
                    <a:pt x="436156" y="74764"/>
                  </a:lnTo>
                  <a:lnTo>
                    <a:pt x="431584" y="70192"/>
                  </a:lnTo>
                  <a:lnTo>
                    <a:pt x="431584" y="67056"/>
                  </a:lnTo>
                  <a:lnTo>
                    <a:pt x="433108" y="65532"/>
                  </a:lnTo>
                  <a:lnTo>
                    <a:pt x="433108" y="64008"/>
                  </a:lnTo>
                  <a:lnTo>
                    <a:pt x="436156" y="60960"/>
                  </a:lnTo>
                  <a:lnTo>
                    <a:pt x="437680" y="60960"/>
                  </a:lnTo>
                  <a:lnTo>
                    <a:pt x="440728" y="59436"/>
                  </a:lnTo>
                  <a:lnTo>
                    <a:pt x="448348" y="59436"/>
                  </a:lnTo>
                  <a:lnTo>
                    <a:pt x="449872" y="57912"/>
                  </a:lnTo>
                  <a:lnTo>
                    <a:pt x="454444" y="57912"/>
                  </a:lnTo>
                  <a:lnTo>
                    <a:pt x="454444" y="45720"/>
                  </a:lnTo>
                  <a:lnTo>
                    <a:pt x="452920" y="47244"/>
                  </a:lnTo>
                  <a:lnTo>
                    <a:pt x="451396" y="47244"/>
                  </a:lnTo>
                  <a:lnTo>
                    <a:pt x="449872" y="48768"/>
                  </a:lnTo>
                  <a:lnTo>
                    <a:pt x="442252" y="48768"/>
                  </a:lnTo>
                  <a:lnTo>
                    <a:pt x="439204" y="50292"/>
                  </a:lnTo>
                  <a:lnTo>
                    <a:pt x="433108" y="50292"/>
                  </a:lnTo>
                  <a:lnTo>
                    <a:pt x="430060" y="51816"/>
                  </a:lnTo>
                  <a:lnTo>
                    <a:pt x="428536" y="51816"/>
                  </a:lnTo>
                  <a:lnTo>
                    <a:pt x="425488" y="53340"/>
                  </a:lnTo>
                  <a:lnTo>
                    <a:pt x="423964" y="54864"/>
                  </a:lnTo>
                  <a:lnTo>
                    <a:pt x="420916" y="56388"/>
                  </a:lnTo>
                  <a:lnTo>
                    <a:pt x="417868" y="59436"/>
                  </a:lnTo>
                  <a:lnTo>
                    <a:pt x="416344" y="62484"/>
                  </a:lnTo>
                  <a:lnTo>
                    <a:pt x="416344" y="73240"/>
                  </a:lnTo>
                  <a:lnTo>
                    <a:pt x="419392" y="79336"/>
                  </a:lnTo>
                  <a:lnTo>
                    <a:pt x="423964" y="83908"/>
                  </a:lnTo>
                  <a:lnTo>
                    <a:pt x="427012" y="85432"/>
                  </a:lnTo>
                  <a:lnTo>
                    <a:pt x="430060" y="85432"/>
                  </a:lnTo>
                  <a:lnTo>
                    <a:pt x="433108" y="86956"/>
                  </a:lnTo>
                  <a:lnTo>
                    <a:pt x="442252" y="86956"/>
                  </a:lnTo>
                  <a:lnTo>
                    <a:pt x="445300" y="85432"/>
                  </a:lnTo>
                  <a:lnTo>
                    <a:pt x="446824" y="83908"/>
                  </a:lnTo>
                  <a:lnTo>
                    <a:pt x="448348" y="83908"/>
                  </a:lnTo>
                  <a:lnTo>
                    <a:pt x="449872" y="82384"/>
                  </a:lnTo>
                  <a:lnTo>
                    <a:pt x="452920" y="80860"/>
                  </a:lnTo>
                  <a:lnTo>
                    <a:pt x="452920" y="79336"/>
                  </a:lnTo>
                  <a:lnTo>
                    <a:pt x="454444" y="77812"/>
                  </a:lnTo>
                  <a:lnTo>
                    <a:pt x="454444" y="85432"/>
                  </a:lnTo>
                  <a:lnTo>
                    <a:pt x="471208" y="85432"/>
                  </a:lnTo>
                  <a:lnTo>
                    <a:pt x="471208" y="77812"/>
                  </a:lnTo>
                  <a:lnTo>
                    <a:pt x="471208" y="74764"/>
                  </a:lnTo>
                  <a:lnTo>
                    <a:pt x="471208" y="56388"/>
                  </a:lnTo>
                  <a:lnTo>
                    <a:pt x="471208" y="41148"/>
                  </a:lnTo>
                  <a:close/>
                </a:path>
              </a:pathLst>
            </a:custGeom>
            <a:solidFill>
              <a:srgbClr val="1664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02638" y="2399442"/>
              <a:ext cx="986790" cy="86963"/>
            </a:xfrm>
            <a:prstGeom prst="rect">
              <a:avLst/>
            </a:prstGeom>
          </p:spPr>
        </p:pic>
      </p:grpSp>
      <p:sp>
        <p:nvSpPr>
          <p:cNvPr id="9" name="object 9" descr=""/>
          <p:cNvSpPr/>
          <p:nvPr/>
        </p:nvSpPr>
        <p:spPr>
          <a:xfrm>
            <a:off x="2648801" y="2684716"/>
            <a:ext cx="829944" cy="355600"/>
          </a:xfrm>
          <a:custGeom>
            <a:avLst/>
            <a:gdLst/>
            <a:ahLst/>
            <a:cxnLst/>
            <a:rect l="l" t="t" r="r" b="b"/>
            <a:pathLst>
              <a:path w="829945" h="355600">
                <a:moveTo>
                  <a:pt x="274510" y="349377"/>
                </a:moveTo>
                <a:lnTo>
                  <a:pt x="205994" y="224218"/>
                </a:lnTo>
                <a:lnTo>
                  <a:pt x="199898" y="213080"/>
                </a:lnTo>
                <a:lnTo>
                  <a:pt x="202882" y="212026"/>
                </a:lnTo>
                <a:lnTo>
                  <a:pt x="216649" y="204368"/>
                </a:lnTo>
                <a:lnTo>
                  <a:pt x="228409" y="195262"/>
                </a:lnTo>
                <a:lnTo>
                  <a:pt x="232892" y="190690"/>
                </a:lnTo>
                <a:lnTo>
                  <a:pt x="238455" y="185026"/>
                </a:lnTo>
                <a:lnTo>
                  <a:pt x="257365" y="146456"/>
                </a:lnTo>
                <a:lnTo>
                  <a:pt x="260794" y="114401"/>
                </a:lnTo>
                <a:lnTo>
                  <a:pt x="259930" y="96951"/>
                </a:lnTo>
                <a:lnTo>
                  <a:pt x="249847" y="59436"/>
                </a:lnTo>
                <a:lnTo>
                  <a:pt x="217284" y="21412"/>
                </a:lnTo>
                <a:lnTo>
                  <a:pt x="187642" y="7150"/>
                </a:lnTo>
                <a:lnTo>
                  <a:pt x="187642" y="114401"/>
                </a:lnTo>
                <a:lnTo>
                  <a:pt x="187096" y="122351"/>
                </a:lnTo>
                <a:lnTo>
                  <a:pt x="166522" y="157365"/>
                </a:lnTo>
                <a:lnTo>
                  <a:pt x="123532" y="166319"/>
                </a:lnTo>
                <a:lnTo>
                  <a:pt x="71716" y="166319"/>
                </a:lnTo>
                <a:lnTo>
                  <a:pt x="71716" y="59436"/>
                </a:lnTo>
                <a:lnTo>
                  <a:pt x="123532" y="59436"/>
                </a:lnTo>
                <a:lnTo>
                  <a:pt x="165874" y="69342"/>
                </a:lnTo>
                <a:lnTo>
                  <a:pt x="187096" y="105562"/>
                </a:lnTo>
                <a:lnTo>
                  <a:pt x="187642" y="114401"/>
                </a:lnTo>
                <a:lnTo>
                  <a:pt x="187642" y="7150"/>
                </a:lnTo>
                <a:lnTo>
                  <a:pt x="173532" y="3429"/>
                </a:lnTo>
                <a:lnTo>
                  <a:pt x="155498" y="863"/>
                </a:lnTo>
                <a:lnTo>
                  <a:pt x="135724" y="0"/>
                </a:lnTo>
                <a:lnTo>
                  <a:pt x="0" y="0"/>
                </a:lnTo>
                <a:lnTo>
                  <a:pt x="0" y="349377"/>
                </a:lnTo>
                <a:lnTo>
                  <a:pt x="71716" y="349377"/>
                </a:lnTo>
                <a:lnTo>
                  <a:pt x="71716" y="224218"/>
                </a:lnTo>
                <a:lnTo>
                  <a:pt x="127863" y="224218"/>
                </a:lnTo>
                <a:lnTo>
                  <a:pt x="195262" y="349377"/>
                </a:lnTo>
                <a:lnTo>
                  <a:pt x="274510" y="349377"/>
                </a:lnTo>
                <a:close/>
              </a:path>
              <a:path w="829945" h="355600">
                <a:moveTo>
                  <a:pt x="544449" y="219646"/>
                </a:moveTo>
                <a:lnTo>
                  <a:pt x="540829" y="181546"/>
                </a:lnTo>
                <a:lnTo>
                  <a:pt x="523443" y="138785"/>
                </a:lnTo>
                <a:lnTo>
                  <a:pt x="520369" y="133908"/>
                </a:lnTo>
                <a:lnTo>
                  <a:pt x="509968" y="121450"/>
                </a:lnTo>
                <a:lnTo>
                  <a:pt x="498132" y="110426"/>
                </a:lnTo>
                <a:lnTo>
                  <a:pt x="485013" y="100685"/>
                </a:lnTo>
                <a:lnTo>
                  <a:pt x="472821" y="95059"/>
                </a:lnTo>
                <a:lnTo>
                  <a:pt x="472821" y="219646"/>
                </a:lnTo>
                <a:lnTo>
                  <a:pt x="472516" y="230797"/>
                </a:lnTo>
                <a:lnTo>
                  <a:pt x="462991" y="269468"/>
                </a:lnTo>
                <a:lnTo>
                  <a:pt x="433374" y="296519"/>
                </a:lnTo>
                <a:lnTo>
                  <a:pt x="416331" y="298996"/>
                </a:lnTo>
                <a:lnTo>
                  <a:pt x="407479" y="298399"/>
                </a:lnTo>
                <a:lnTo>
                  <a:pt x="374040" y="276898"/>
                </a:lnTo>
                <a:lnTo>
                  <a:pt x="360260" y="230797"/>
                </a:lnTo>
                <a:lnTo>
                  <a:pt x="359943" y="219646"/>
                </a:lnTo>
                <a:lnTo>
                  <a:pt x="360260" y="208508"/>
                </a:lnTo>
                <a:lnTo>
                  <a:pt x="369760" y="169900"/>
                </a:lnTo>
                <a:lnTo>
                  <a:pt x="399186" y="141833"/>
                </a:lnTo>
                <a:lnTo>
                  <a:pt x="416331" y="138785"/>
                </a:lnTo>
                <a:lnTo>
                  <a:pt x="425221" y="139598"/>
                </a:lnTo>
                <a:lnTo>
                  <a:pt x="458533" y="162306"/>
                </a:lnTo>
                <a:lnTo>
                  <a:pt x="472516" y="208508"/>
                </a:lnTo>
                <a:lnTo>
                  <a:pt x="472821" y="219646"/>
                </a:lnTo>
                <a:lnTo>
                  <a:pt x="472821" y="95059"/>
                </a:lnTo>
                <a:lnTo>
                  <a:pt x="469582" y="93560"/>
                </a:lnTo>
                <a:lnTo>
                  <a:pt x="452996" y="88303"/>
                </a:lnTo>
                <a:lnTo>
                  <a:pt x="435254" y="85039"/>
                </a:lnTo>
                <a:lnTo>
                  <a:pt x="416331" y="83921"/>
                </a:lnTo>
                <a:lnTo>
                  <a:pt x="397471" y="85039"/>
                </a:lnTo>
                <a:lnTo>
                  <a:pt x="347751" y="100685"/>
                </a:lnTo>
                <a:lnTo>
                  <a:pt x="312178" y="133908"/>
                </a:lnTo>
                <a:lnTo>
                  <a:pt x="291934" y="181546"/>
                </a:lnTo>
                <a:lnTo>
                  <a:pt x="288315" y="219646"/>
                </a:lnTo>
                <a:lnTo>
                  <a:pt x="289204" y="239407"/>
                </a:lnTo>
                <a:lnTo>
                  <a:pt x="303555" y="289852"/>
                </a:lnTo>
                <a:lnTo>
                  <a:pt x="333997" y="328218"/>
                </a:lnTo>
                <a:lnTo>
                  <a:pt x="379755" y="350901"/>
                </a:lnTo>
                <a:lnTo>
                  <a:pt x="416331" y="355473"/>
                </a:lnTo>
                <a:lnTo>
                  <a:pt x="435254" y="354330"/>
                </a:lnTo>
                <a:lnTo>
                  <a:pt x="485013" y="337096"/>
                </a:lnTo>
                <a:lnTo>
                  <a:pt x="520369" y="304736"/>
                </a:lnTo>
                <a:lnTo>
                  <a:pt x="540829" y="257606"/>
                </a:lnTo>
                <a:lnTo>
                  <a:pt x="543572" y="239407"/>
                </a:lnTo>
                <a:lnTo>
                  <a:pt x="544449" y="219646"/>
                </a:lnTo>
                <a:close/>
              </a:path>
              <a:path w="829945" h="355600">
                <a:moveTo>
                  <a:pt x="829627" y="219646"/>
                </a:moveTo>
                <a:lnTo>
                  <a:pt x="825436" y="181546"/>
                </a:lnTo>
                <a:lnTo>
                  <a:pt x="808621" y="138785"/>
                </a:lnTo>
                <a:lnTo>
                  <a:pt x="805548" y="133908"/>
                </a:lnTo>
                <a:lnTo>
                  <a:pt x="795147" y="121450"/>
                </a:lnTo>
                <a:lnTo>
                  <a:pt x="783310" y="110426"/>
                </a:lnTo>
                <a:lnTo>
                  <a:pt x="770191" y="100685"/>
                </a:lnTo>
                <a:lnTo>
                  <a:pt x="757999" y="95059"/>
                </a:lnTo>
                <a:lnTo>
                  <a:pt x="757999" y="219646"/>
                </a:lnTo>
                <a:lnTo>
                  <a:pt x="757694" y="230797"/>
                </a:lnTo>
                <a:lnTo>
                  <a:pt x="748169" y="269468"/>
                </a:lnTo>
                <a:lnTo>
                  <a:pt x="718566" y="296519"/>
                </a:lnTo>
                <a:lnTo>
                  <a:pt x="701611" y="298996"/>
                </a:lnTo>
                <a:lnTo>
                  <a:pt x="692696" y="298399"/>
                </a:lnTo>
                <a:lnTo>
                  <a:pt x="659218" y="276898"/>
                </a:lnTo>
                <a:lnTo>
                  <a:pt x="645439" y="230797"/>
                </a:lnTo>
                <a:lnTo>
                  <a:pt x="645121" y="219646"/>
                </a:lnTo>
                <a:lnTo>
                  <a:pt x="645439" y="208508"/>
                </a:lnTo>
                <a:lnTo>
                  <a:pt x="654939" y="169900"/>
                </a:lnTo>
                <a:lnTo>
                  <a:pt x="684377" y="141833"/>
                </a:lnTo>
                <a:lnTo>
                  <a:pt x="701611" y="138785"/>
                </a:lnTo>
                <a:lnTo>
                  <a:pt x="710450" y="139598"/>
                </a:lnTo>
                <a:lnTo>
                  <a:pt x="743712" y="162306"/>
                </a:lnTo>
                <a:lnTo>
                  <a:pt x="757694" y="208508"/>
                </a:lnTo>
                <a:lnTo>
                  <a:pt x="757999" y="219646"/>
                </a:lnTo>
                <a:lnTo>
                  <a:pt x="757999" y="95059"/>
                </a:lnTo>
                <a:lnTo>
                  <a:pt x="754761" y="93560"/>
                </a:lnTo>
                <a:lnTo>
                  <a:pt x="738187" y="88303"/>
                </a:lnTo>
                <a:lnTo>
                  <a:pt x="720471" y="85039"/>
                </a:lnTo>
                <a:lnTo>
                  <a:pt x="701611" y="83921"/>
                </a:lnTo>
                <a:lnTo>
                  <a:pt x="682701" y="85039"/>
                </a:lnTo>
                <a:lnTo>
                  <a:pt x="632929" y="100685"/>
                </a:lnTo>
                <a:lnTo>
                  <a:pt x="597357" y="133908"/>
                </a:lnTo>
                <a:lnTo>
                  <a:pt x="577113" y="181546"/>
                </a:lnTo>
                <a:lnTo>
                  <a:pt x="573493" y="219646"/>
                </a:lnTo>
                <a:lnTo>
                  <a:pt x="574382" y="239407"/>
                </a:lnTo>
                <a:lnTo>
                  <a:pt x="588733" y="289852"/>
                </a:lnTo>
                <a:lnTo>
                  <a:pt x="619175" y="328218"/>
                </a:lnTo>
                <a:lnTo>
                  <a:pt x="664946" y="350901"/>
                </a:lnTo>
                <a:lnTo>
                  <a:pt x="701611" y="355473"/>
                </a:lnTo>
                <a:lnTo>
                  <a:pt x="720471" y="354330"/>
                </a:lnTo>
                <a:lnTo>
                  <a:pt x="770191" y="337096"/>
                </a:lnTo>
                <a:lnTo>
                  <a:pt x="805548" y="304736"/>
                </a:lnTo>
                <a:lnTo>
                  <a:pt x="825436" y="257606"/>
                </a:lnTo>
                <a:lnTo>
                  <a:pt x="828535" y="239407"/>
                </a:lnTo>
                <a:lnTo>
                  <a:pt x="829627" y="219646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614166" y="2680144"/>
            <a:ext cx="1170305" cy="360045"/>
          </a:xfrm>
          <a:custGeom>
            <a:avLst/>
            <a:gdLst/>
            <a:ahLst/>
            <a:cxnLst/>
            <a:rect l="l" t="t" r="r" b="b"/>
            <a:pathLst>
              <a:path w="1170304" h="360044">
                <a:moveTo>
                  <a:pt x="312699" y="123545"/>
                </a:moveTo>
                <a:lnTo>
                  <a:pt x="301980" y="83464"/>
                </a:lnTo>
                <a:lnTo>
                  <a:pt x="281025" y="50114"/>
                </a:lnTo>
                <a:lnTo>
                  <a:pt x="242125" y="18097"/>
                </a:lnTo>
                <a:lnTo>
                  <a:pt x="204381" y="4508"/>
                </a:lnTo>
                <a:lnTo>
                  <a:pt x="161734" y="0"/>
                </a:lnTo>
                <a:lnTo>
                  <a:pt x="139382" y="1193"/>
                </a:lnTo>
                <a:lnTo>
                  <a:pt x="98196" y="11582"/>
                </a:lnTo>
                <a:lnTo>
                  <a:pt x="61925" y="32791"/>
                </a:lnTo>
                <a:lnTo>
                  <a:pt x="32829" y="63169"/>
                </a:lnTo>
                <a:lnTo>
                  <a:pt x="12293" y="103847"/>
                </a:lnTo>
                <a:lnTo>
                  <a:pt x="1409" y="152514"/>
                </a:lnTo>
                <a:lnTo>
                  <a:pt x="0" y="180022"/>
                </a:lnTo>
                <a:lnTo>
                  <a:pt x="1193" y="207467"/>
                </a:lnTo>
                <a:lnTo>
                  <a:pt x="11645" y="255511"/>
                </a:lnTo>
                <a:lnTo>
                  <a:pt x="32829" y="295300"/>
                </a:lnTo>
                <a:lnTo>
                  <a:pt x="61925" y="325640"/>
                </a:lnTo>
                <a:lnTo>
                  <a:pt x="98196" y="346913"/>
                </a:lnTo>
                <a:lnTo>
                  <a:pt x="139382" y="357339"/>
                </a:lnTo>
                <a:lnTo>
                  <a:pt x="161734" y="358521"/>
                </a:lnTo>
                <a:lnTo>
                  <a:pt x="178308" y="357949"/>
                </a:lnTo>
                <a:lnTo>
                  <a:pt x="221170" y="349377"/>
                </a:lnTo>
                <a:lnTo>
                  <a:pt x="257175" y="328930"/>
                </a:lnTo>
                <a:lnTo>
                  <a:pt x="285254" y="302234"/>
                </a:lnTo>
                <a:lnTo>
                  <a:pt x="308127" y="258368"/>
                </a:lnTo>
                <a:lnTo>
                  <a:pt x="312699" y="234886"/>
                </a:lnTo>
                <a:lnTo>
                  <a:pt x="240982" y="234886"/>
                </a:lnTo>
                <a:lnTo>
                  <a:pt x="238671" y="241706"/>
                </a:lnTo>
                <a:lnTo>
                  <a:pt x="236220" y="248234"/>
                </a:lnTo>
                <a:lnTo>
                  <a:pt x="233476" y="254215"/>
                </a:lnTo>
                <a:lnTo>
                  <a:pt x="230314" y="259372"/>
                </a:lnTo>
                <a:lnTo>
                  <a:pt x="227469" y="265036"/>
                </a:lnTo>
                <a:lnTo>
                  <a:pt x="197256" y="288823"/>
                </a:lnTo>
                <a:lnTo>
                  <a:pt x="163258" y="295948"/>
                </a:lnTo>
                <a:lnTo>
                  <a:pt x="150063" y="295084"/>
                </a:lnTo>
                <a:lnTo>
                  <a:pt x="106197" y="274751"/>
                </a:lnTo>
                <a:lnTo>
                  <a:pt x="83908" y="242506"/>
                </a:lnTo>
                <a:lnTo>
                  <a:pt x="73837" y="197726"/>
                </a:lnTo>
                <a:lnTo>
                  <a:pt x="73240" y="180022"/>
                </a:lnTo>
                <a:lnTo>
                  <a:pt x="73837" y="161620"/>
                </a:lnTo>
                <a:lnTo>
                  <a:pt x="83908" y="115925"/>
                </a:lnTo>
                <a:lnTo>
                  <a:pt x="106197" y="83997"/>
                </a:lnTo>
                <a:lnTo>
                  <a:pt x="150063" y="64858"/>
                </a:lnTo>
                <a:lnTo>
                  <a:pt x="163258" y="64008"/>
                </a:lnTo>
                <a:lnTo>
                  <a:pt x="170992" y="64058"/>
                </a:lnTo>
                <a:lnTo>
                  <a:pt x="215074" y="79349"/>
                </a:lnTo>
                <a:lnTo>
                  <a:pt x="230314" y="99161"/>
                </a:lnTo>
                <a:lnTo>
                  <a:pt x="233451" y="104254"/>
                </a:lnTo>
                <a:lnTo>
                  <a:pt x="236029" y="110210"/>
                </a:lnTo>
                <a:lnTo>
                  <a:pt x="238023" y="116738"/>
                </a:lnTo>
                <a:lnTo>
                  <a:pt x="239458" y="123545"/>
                </a:lnTo>
                <a:lnTo>
                  <a:pt x="312699" y="123545"/>
                </a:lnTo>
                <a:close/>
              </a:path>
              <a:path w="1170304" h="360044">
                <a:moveTo>
                  <a:pt x="599401" y="224218"/>
                </a:moveTo>
                <a:lnTo>
                  <a:pt x="595782" y="186118"/>
                </a:lnTo>
                <a:lnTo>
                  <a:pt x="578396" y="143357"/>
                </a:lnTo>
                <a:lnTo>
                  <a:pt x="575322" y="138480"/>
                </a:lnTo>
                <a:lnTo>
                  <a:pt x="564921" y="126022"/>
                </a:lnTo>
                <a:lnTo>
                  <a:pt x="553085" y="114998"/>
                </a:lnTo>
                <a:lnTo>
                  <a:pt x="539965" y="105257"/>
                </a:lnTo>
                <a:lnTo>
                  <a:pt x="527773" y="99631"/>
                </a:lnTo>
                <a:lnTo>
                  <a:pt x="527773" y="224218"/>
                </a:lnTo>
                <a:lnTo>
                  <a:pt x="527469" y="235369"/>
                </a:lnTo>
                <a:lnTo>
                  <a:pt x="517944" y="274040"/>
                </a:lnTo>
                <a:lnTo>
                  <a:pt x="488327" y="301091"/>
                </a:lnTo>
                <a:lnTo>
                  <a:pt x="471297" y="303568"/>
                </a:lnTo>
                <a:lnTo>
                  <a:pt x="462432" y="302971"/>
                </a:lnTo>
                <a:lnTo>
                  <a:pt x="429006" y="281470"/>
                </a:lnTo>
                <a:lnTo>
                  <a:pt x="415213" y="235369"/>
                </a:lnTo>
                <a:lnTo>
                  <a:pt x="414909" y="224218"/>
                </a:lnTo>
                <a:lnTo>
                  <a:pt x="415213" y="213080"/>
                </a:lnTo>
                <a:lnTo>
                  <a:pt x="424713" y="174472"/>
                </a:lnTo>
                <a:lnTo>
                  <a:pt x="454152" y="146405"/>
                </a:lnTo>
                <a:lnTo>
                  <a:pt x="471297" y="143357"/>
                </a:lnTo>
                <a:lnTo>
                  <a:pt x="480174" y="144170"/>
                </a:lnTo>
                <a:lnTo>
                  <a:pt x="513486" y="166878"/>
                </a:lnTo>
                <a:lnTo>
                  <a:pt x="527469" y="213080"/>
                </a:lnTo>
                <a:lnTo>
                  <a:pt x="527773" y="224218"/>
                </a:lnTo>
                <a:lnTo>
                  <a:pt x="527773" y="99631"/>
                </a:lnTo>
                <a:lnTo>
                  <a:pt x="524535" y="98132"/>
                </a:lnTo>
                <a:lnTo>
                  <a:pt x="507949" y="92875"/>
                </a:lnTo>
                <a:lnTo>
                  <a:pt x="490207" y="89611"/>
                </a:lnTo>
                <a:lnTo>
                  <a:pt x="471297" y="88493"/>
                </a:lnTo>
                <a:lnTo>
                  <a:pt x="452437" y="89611"/>
                </a:lnTo>
                <a:lnTo>
                  <a:pt x="402717" y="105257"/>
                </a:lnTo>
                <a:lnTo>
                  <a:pt x="367131" y="138480"/>
                </a:lnTo>
                <a:lnTo>
                  <a:pt x="346900" y="186118"/>
                </a:lnTo>
                <a:lnTo>
                  <a:pt x="343281" y="224218"/>
                </a:lnTo>
                <a:lnTo>
                  <a:pt x="344157" y="243979"/>
                </a:lnTo>
                <a:lnTo>
                  <a:pt x="358521" y="294424"/>
                </a:lnTo>
                <a:lnTo>
                  <a:pt x="388950" y="332790"/>
                </a:lnTo>
                <a:lnTo>
                  <a:pt x="434721" y="355473"/>
                </a:lnTo>
                <a:lnTo>
                  <a:pt x="471297" y="360045"/>
                </a:lnTo>
                <a:lnTo>
                  <a:pt x="490207" y="358902"/>
                </a:lnTo>
                <a:lnTo>
                  <a:pt x="539965" y="341668"/>
                </a:lnTo>
                <a:lnTo>
                  <a:pt x="575322" y="309308"/>
                </a:lnTo>
                <a:lnTo>
                  <a:pt x="595782" y="262178"/>
                </a:lnTo>
                <a:lnTo>
                  <a:pt x="598525" y="243979"/>
                </a:lnTo>
                <a:lnTo>
                  <a:pt x="599401" y="224218"/>
                </a:lnTo>
                <a:close/>
              </a:path>
              <a:path w="1170304" h="360044">
                <a:moveTo>
                  <a:pt x="881532" y="4572"/>
                </a:moveTo>
                <a:lnTo>
                  <a:pt x="812850" y="4572"/>
                </a:lnTo>
                <a:lnTo>
                  <a:pt x="812850" y="222694"/>
                </a:lnTo>
                <a:lnTo>
                  <a:pt x="812330" y="234708"/>
                </a:lnTo>
                <a:lnTo>
                  <a:pt x="802817" y="272516"/>
                </a:lnTo>
                <a:lnTo>
                  <a:pt x="772845" y="299758"/>
                </a:lnTo>
                <a:lnTo>
                  <a:pt x="765200" y="301447"/>
                </a:lnTo>
                <a:lnTo>
                  <a:pt x="765454" y="301447"/>
                </a:lnTo>
                <a:lnTo>
                  <a:pt x="756462" y="302044"/>
                </a:lnTo>
                <a:lnTo>
                  <a:pt x="747636" y="301447"/>
                </a:lnTo>
                <a:lnTo>
                  <a:pt x="739508" y="299567"/>
                </a:lnTo>
                <a:lnTo>
                  <a:pt x="709917" y="272516"/>
                </a:lnTo>
                <a:lnTo>
                  <a:pt x="700392" y="233845"/>
                </a:lnTo>
                <a:lnTo>
                  <a:pt x="700074" y="222694"/>
                </a:lnTo>
                <a:lnTo>
                  <a:pt x="700392" y="211556"/>
                </a:lnTo>
                <a:lnTo>
                  <a:pt x="709917" y="174498"/>
                </a:lnTo>
                <a:lnTo>
                  <a:pt x="739508" y="147358"/>
                </a:lnTo>
                <a:lnTo>
                  <a:pt x="747737" y="145453"/>
                </a:lnTo>
                <a:lnTo>
                  <a:pt x="747991" y="145453"/>
                </a:lnTo>
                <a:lnTo>
                  <a:pt x="756462" y="144881"/>
                </a:lnTo>
                <a:lnTo>
                  <a:pt x="793254" y="160083"/>
                </a:lnTo>
                <a:lnTo>
                  <a:pt x="810945" y="200977"/>
                </a:lnTo>
                <a:lnTo>
                  <a:pt x="812850" y="222694"/>
                </a:lnTo>
                <a:lnTo>
                  <a:pt x="812850" y="4572"/>
                </a:lnTo>
                <a:lnTo>
                  <a:pt x="811326" y="4572"/>
                </a:lnTo>
                <a:lnTo>
                  <a:pt x="811326" y="135737"/>
                </a:lnTo>
                <a:lnTo>
                  <a:pt x="808278" y="135737"/>
                </a:lnTo>
                <a:lnTo>
                  <a:pt x="784275" y="104114"/>
                </a:lnTo>
                <a:lnTo>
                  <a:pt x="744486" y="89039"/>
                </a:lnTo>
                <a:lnTo>
                  <a:pt x="733602" y="88493"/>
                </a:lnTo>
                <a:lnTo>
                  <a:pt x="719937" y="89369"/>
                </a:lnTo>
                <a:lnTo>
                  <a:pt x="681697" y="103733"/>
                </a:lnTo>
                <a:lnTo>
                  <a:pt x="650405" y="133946"/>
                </a:lnTo>
                <a:lnTo>
                  <a:pt x="631786" y="182499"/>
                </a:lnTo>
                <a:lnTo>
                  <a:pt x="631710" y="183070"/>
                </a:lnTo>
                <a:lnTo>
                  <a:pt x="629208" y="201815"/>
                </a:lnTo>
                <a:lnTo>
                  <a:pt x="628357" y="222694"/>
                </a:lnTo>
                <a:lnTo>
                  <a:pt x="629208" y="244424"/>
                </a:lnTo>
                <a:lnTo>
                  <a:pt x="631786" y="264083"/>
                </a:lnTo>
                <a:lnTo>
                  <a:pt x="649528" y="311467"/>
                </a:lnTo>
                <a:lnTo>
                  <a:pt x="680173" y="343192"/>
                </a:lnTo>
                <a:lnTo>
                  <a:pt x="719912" y="357644"/>
                </a:lnTo>
                <a:lnTo>
                  <a:pt x="735126" y="358521"/>
                </a:lnTo>
                <a:lnTo>
                  <a:pt x="745109" y="357974"/>
                </a:lnTo>
                <a:lnTo>
                  <a:pt x="784085" y="343014"/>
                </a:lnTo>
                <a:lnTo>
                  <a:pt x="808278" y="312712"/>
                </a:lnTo>
                <a:lnTo>
                  <a:pt x="812850" y="312712"/>
                </a:lnTo>
                <a:lnTo>
                  <a:pt x="812850" y="353949"/>
                </a:lnTo>
                <a:lnTo>
                  <a:pt x="881532" y="353949"/>
                </a:lnTo>
                <a:lnTo>
                  <a:pt x="881532" y="312712"/>
                </a:lnTo>
                <a:lnTo>
                  <a:pt x="881532" y="302044"/>
                </a:lnTo>
                <a:lnTo>
                  <a:pt x="881532" y="144881"/>
                </a:lnTo>
                <a:lnTo>
                  <a:pt x="881532" y="135737"/>
                </a:lnTo>
                <a:lnTo>
                  <a:pt x="881532" y="4572"/>
                </a:lnTo>
                <a:close/>
              </a:path>
              <a:path w="1170304" h="360044">
                <a:moveTo>
                  <a:pt x="1169758" y="221170"/>
                </a:moveTo>
                <a:lnTo>
                  <a:pt x="1169327" y="208978"/>
                </a:lnTo>
                <a:lnTo>
                  <a:pt x="1169225" y="205930"/>
                </a:lnTo>
                <a:lnTo>
                  <a:pt x="1169149" y="204457"/>
                </a:lnTo>
                <a:lnTo>
                  <a:pt x="1168260" y="196786"/>
                </a:lnTo>
                <a:lnTo>
                  <a:pt x="1167472" y="189928"/>
                </a:lnTo>
                <a:lnTo>
                  <a:pt x="1167434" y="189738"/>
                </a:lnTo>
                <a:lnTo>
                  <a:pt x="1155496" y="151206"/>
                </a:lnTo>
                <a:lnTo>
                  <a:pt x="1125512" y="113690"/>
                </a:lnTo>
                <a:lnTo>
                  <a:pt x="1102144" y="99314"/>
                </a:lnTo>
                <a:lnTo>
                  <a:pt x="1102144" y="196786"/>
                </a:lnTo>
                <a:lnTo>
                  <a:pt x="991692" y="196786"/>
                </a:lnTo>
                <a:lnTo>
                  <a:pt x="1005649" y="159791"/>
                </a:lnTo>
                <a:lnTo>
                  <a:pt x="1047750" y="141833"/>
                </a:lnTo>
                <a:lnTo>
                  <a:pt x="1056576" y="142379"/>
                </a:lnTo>
                <a:lnTo>
                  <a:pt x="1092796" y="166458"/>
                </a:lnTo>
                <a:lnTo>
                  <a:pt x="1102144" y="196786"/>
                </a:lnTo>
                <a:lnTo>
                  <a:pt x="1102144" y="99314"/>
                </a:lnTo>
                <a:lnTo>
                  <a:pt x="1094994" y="96113"/>
                </a:lnTo>
                <a:lnTo>
                  <a:pt x="1083094" y="92875"/>
                </a:lnTo>
                <a:lnTo>
                  <a:pt x="1082954" y="92875"/>
                </a:lnTo>
                <a:lnTo>
                  <a:pt x="1071943" y="90589"/>
                </a:lnTo>
                <a:lnTo>
                  <a:pt x="1060056" y="89039"/>
                </a:lnTo>
                <a:lnTo>
                  <a:pt x="1047750" y="88493"/>
                </a:lnTo>
                <a:lnTo>
                  <a:pt x="1028903" y="89611"/>
                </a:lnTo>
                <a:lnTo>
                  <a:pt x="980694" y="105257"/>
                </a:lnTo>
                <a:lnTo>
                  <a:pt x="945032" y="138480"/>
                </a:lnTo>
                <a:lnTo>
                  <a:pt x="924775" y="186118"/>
                </a:lnTo>
                <a:lnTo>
                  <a:pt x="921969" y="205930"/>
                </a:lnTo>
                <a:lnTo>
                  <a:pt x="921156" y="224218"/>
                </a:lnTo>
                <a:lnTo>
                  <a:pt x="924775" y="262940"/>
                </a:lnTo>
                <a:lnTo>
                  <a:pt x="945273" y="310184"/>
                </a:lnTo>
                <a:lnTo>
                  <a:pt x="982218" y="343192"/>
                </a:lnTo>
                <a:lnTo>
                  <a:pt x="1031074" y="358927"/>
                </a:lnTo>
                <a:lnTo>
                  <a:pt x="1050798" y="360045"/>
                </a:lnTo>
                <a:lnTo>
                  <a:pt x="1065364" y="359473"/>
                </a:lnTo>
                <a:lnTo>
                  <a:pt x="1105750" y="350901"/>
                </a:lnTo>
                <a:lnTo>
                  <a:pt x="1143850" y="324904"/>
                </a:lnTo>
                <a:lnTo>
                  <a:pt x="1158062" y="306616"/>
                </a:lnTo>
                <a:lnTo>
                  <a:pt x="1162710" y="297688"/>
                </a:lnTo>
                <a:lnTo>
                  <a:pt x="1162786" y="297472"/>
                </a:lnTo>
                <a:lnTo>
                  <a:pt x="1166710" y="286804"/>
                </a:lnTo>
                <a:lnTo>
                  <a:pt x="1102702" y="274612"/>
                </a:lnTo>
                <a:lnTo>
                  <a:pt x="1073658" y="302044"/>
                </a:lnTo>
                <a:lnTo>
                  <a:pt x="1067562" y="305092"/>
                </a:lnTo>
                <a:lnTo>
                  <a:pt x="1059942" y="306616"/>
                </a:lnTo>
                <a:lnTo>
                  <a:pt x="1052322" y="306616"/>
                </a:lnTo>
                <a:lnTo>
                  <a:pt x="1013764" y="294119"/>
                </a:lnTo>
                <a:lnTo>
                  <a:pt x="992886" y="257797"/>
                </a:lnTo>
                <a:lnTo>
                  <a:pt x="991590" y="244221"/>
                </a:lnTo>
                <a:lnTo>
                  <a:pt x="991489" y="240982"/>
                </a:lnTo>
                <a:lnTo>
                  <a:pt x="991362" y="236410"/>
                </a:lnTo>
                <a:lnTo>
                  <a:pt x="991412" y="204457"/>
                </a:lnTo>
                <a:lnTo>
                  <a:pt x="991489" y="240982"/>
                </a:lnTo>
                <a:lnTo>
                  <a:pt x="1169758" y="240982"/>
                </a:lnTo>
                <a:lnTo>
                  <a:pt x="1169758" y="221170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916614" y="2680144"/>
            <a:ext cx="302260" cy="360045"/>
          </a:xfrm>
          <a:custGeom>
            <a:avLst/>
            <a:gdLst/>
            <a:ahLst/>
            <a:cxnLst/>
            <a:rect l="l" t="t" r="r" b="b"/>
            <a:pathLst>
              <a:path w="302260" h="360044">
                <a:moveTo>
                  <a:pt x="63465" y="169282"/>
                </a:moveTo>
                <a:lnTo>
                  <a:pt x="39624" y="129635"/>
                </a:lnTo>
                <a:lnTo>
                  <a:pt x="35744" y="120491"/>
                </a:lnTo>
                <a:lnTo>
                  <a:pt x="35623" y="120205"/>
                </a:lnTo>
                <a:lnTo>
                  <a:pt x="32766" y="110204"/>
                </a:lnTo>
                <a:lnTo>
                  <a:pt x="31051" y="99631"/>
                </a:lnTo>
                <a:lnTo>
                  <a:pt x="30636" y="91535"/>
                </a:lnTo>
                <a:lnTo>
                  <a:pt x="30576" y="90368"/>
                </a:lnTo>
                <a:lnTo>
                  <a:pt x="30480" y="88487"/>
                </a:lnTo>
                <a:lnTo>
                  <a:pt x="30997" y="77819"/>
                </a:lnTo>
                <a:lnTo>
                  <a:pt x="31075" y="76208"/>
                </a:lnTo>
                <a:lnTo>
                  <a:pt x="48317" y="34480"/>
                </a:lnTo>
                <a:lnTo>
                  <a:pt x="86272" y="7072"/>
                </a:lnTo>
                <a:lnTo>
                  <a:pt x="111116" y="809"/>
                </a:lnTo>
                <a:lnTo>
                  <a:pt x="111392" y="809"/>
                </a:lnTo>
                <a:lnTo>
                  <a:pt x="125063" y="0"/>
                </a:lnTo>
                <a:lnTo>
                  <a:pt x="172307" y="10667"/>
                </a:lnTo>
                <a:lnTo>
                  <a:pt x="204406" y="41147"/>
                </a:lnTo>
                <a:lnTo>
                  <a:pt x="211208" y="56388"/>
                </a:lnTo>
                <a:lnTo>
                  <a:pt x="118967" y="56388"/>
                </a:lnTo>
                <a:lnTo>
                  <a:pt x="112871" y="57912"/>
                </a:lnTo>
                <a:lnTo>
                  <a:pt x="106775" y="60959"/>
                </a:lnTo>
                <a:lnTo>
                  <a:pt x="97631" y="67055"/>
                </a:lnTo>
                <a:lnTo>
                  <a:pt x="94583" y="71723"/>
                </a:lnTo>
                <a:lnTo>
                  <a:pt x="93059" y="77819"/>
                </a:lnTo>
                <a:lnTo>
                  <a:pt x="91535" y="82391"/>
                </a:lnTo>
                <a:lnTo>
                  <a:pt x="103346" y="124301"/>
                </a:lnTo>
                <a:lnTo>
                  <a:pt x="112871" y="135731"/>
                </a:lnTo>
                <a:lnTo>
                  <a:pt x="113822" y="137075"/>
                </a:lnTo>
                <a:lnTo>
                  <a:pt x="65532" y="167830"/>
                </a:lnTo>
                <a:lnTo>
                  <a:pt x="63465" y="169282"/>
                </a:lnTo>
                <a:close/>
              </a:path>
              <a:path w="302260" h="360044">
                <a:moveTo>
                  <a:pt x="147882" y="177198"/>
                </a:moveTo>
                <a:lnTo>
                  <a:pt x="135731" y="163258"/>
                </a:lnTo>
                <a:lnTo>
                  <a:pt x="129159" y="156345"/>
                </a:lnTo>
                <a:lnTo>
                  <a:pt x="123158" y="149459"/>
                </a:lnTo>
                <a:lnTo>
                  <a:pt x="117729" y="142590"/>
                </a:lnTo>
                <a:lnTo>
                  <a:pt x="113822" y="137075"/>
                </a:lnTo>
                <a:lnTo>
                  <a:pt x="132683" y="125063"/>
                </a:lnTo>
                <a:lnTo>
                  <a:pt x="137255" y="120491"/>
                </a:lnTo>
                <a:lnTo>
                  <a:pt x="141827" y="117443"/>
                </a:lnTo>
                <a:lnTo>
                  <a:pt x="149447" y="109823"/>
                </a:lnTo>
                <a:lnTo>
                  <a:pt x="152495" y="105251"/>
                </a:lnTo>
                <a:lnTo>
                  <a:pt x="154019" y="100679"/>
                </a:lnTo>
                <a:lnTo>
                  <a:pt x="157067" y="96107"/>
                </a:lnTo>
                <a:lnTo>
                  <a:pt x="158591" y="91535"/>
                </a:lnTo>
                <a:lnTo>
                  <a:pt x="158591" y="77819"/>
                </a:lnTo>
                <a:lnTo>
                  <a:pt x="125063" y="56388"/>
                </a:lnTo>
                <a:lnTo>
                  <a:pt x="211208" y="56388"/>
                </a:lnTo>
                <a:lnTo>
                  <a:pt x="212598" y="60590"/>
                </a:lnTo>
                <a:lnTo>
                  <a:pt x="214479" y="71191"/>
                </a:lnTo>
                <a:lnTo>
                  <a:pt x="215074" y="82391"/>
                </a:lnTo>
                <a:lnTo>
                  <a:pt x="214837" y="88487"/>
                </a:lnTo>
                <a:lnTo>
                  <a:pt x="214764" y="90368"/>
                </a:lnTo>
                <a:lnTo>
                  <a:pt x="213815" y="97631"/>
                </a:lnTo>
                <a:lnTo>
                  <a:pt x="213741" y="98202"/>
                </a:lnTo>
                <a:lnTo>
                  <a:pt x="211984" y="105251"/>
                </a:lnTo>
                <a:lnTo>
                  <a:pt x="193643" y="140303"/>
                </a:lnTo>
                <a:lnTo>
                  <a:pt x="169259" y="161734"/>
                </a:lnTo>
                <a:lnTo>
                  <a:pt x="147882" y="177198"/>
                </a:lnTo>
                <a:close/>
              </a:path>
              <a:path w="302260" h="360044">
                <a:moveTo>
                  <a:pt x="100426" y="211528"/>
                </a:moveTo>
                <a:lnTo>
                  <a:pt x="90011" y="199834"/>
                </a:lnTo>
                <a:lnTo>
                  <a:pt x="82270" y="191595"/>
                </a:lnTo>
                <a:lnTo>
                  <a:pt x="74949" y="183070"/>
                </a:lnTo>
                <a:lnTo>
                  <a:pt x="68015" y="174688"/>
                </a:lnTo>
                <a:lnTo>
                  <a:pt x="63465" y="169282"/>
                </a:lnTo>
                <a:lnTo>
                  <a:pt x="65532" y="167830"/>
                </a:lnTo>
                <a:lnTo>
                  <a:pt x="113822" y="137075"/>
                </a:lnTo>
                <a:lnTo>
                  <a:pt x="117729" y="142590"/>
                </a:lnTo>
                <a:lnTo>
                  <a:pt x="123158" y="149459"/>
                </a:lnTo>
                <a:lnTo>
                  <a:pt x="129159" y="156345"/>
                </a:lnTo>
                <a:lnTo>
                  <a:pt x="135731" y="163258"/>
                </a:lnTo>
                <a:lnTo>
                  <a:pt x="147882" y="177198"/>
                </a:lnTo>
                <a:lnTo>
                  <a:pt x="100426" y="211528"/>
                </a:lnTo>
                <a:close/>
              </a:path>
              <a:path w="302260" h="360044">
                <a:moveTo>
                  <a:pt x="115919" y="360045"/>
                </a:moveTo>
                <a:lnTo>
                  <a:pt x="67658" y="352289"/>
                </a:lnTo>
                <a:lnTo>
                  <a:pt x="30670" y="330422"/>
                </a:lnTo>
                <a:lnTo>
                  <a:pt x="7706" y="299465"/>
                </a:lnTo>
                <a:lnTo>
                  <a:pt x="0" y="262413"/>
                </a:lnTo>
                <a:lnTo>
                  <a:pt x="380" y="254825"/>
                </a:lnTo>
                <a:lnTo>
                  <a:pt x="12477" y="216479"/>
                </a:lnTo>
                <a:lnTo>
                  <a:pt x="38528" y="188404"/>
                </a:lnTo>
                <a:lnTo>
                  <a:pt x="63465" y="169282"/>
                </a:lnTo>
                <a:lnTo>
                  <a:pt x="67896" y="174545"/>
                </a:lnTo>
                <a:lnTo>
                  <a:pt x="74949" y="183070"/>
                </a:lnTo>
                <a:lnTo>
                  <a:pt x="82270" y="191595"/>
                </a:lnTo>
                <a:lnTo>
                  <a:pt x="90011" y="199834"/>
                </a:lnTo>
                <a:lnTo>
                  <a:pt x="100426" y="211528"/>
                </a:lnTo>
                <a:lnTo>
                  <a:pt x="97631" y="213550"/>
                </a:lnTo>
                <a:lnTo>
                  <a:pt x="91082" y="219027"/>
                </a:lnTo>
                <a:lnTo>
                  <a:pt x="85248" y="224218"/>
                </a:lnTo>
                <a:lnTo>
                  <a:pt x="80294" y="229385"/>
                </a:lnTo>
                <a:lnTo>
                  <a:pt x="76295" y="234886"/>
                </a:lnTo>
                <a:lnTo>
                  <a:pt x="72532" y="239983"/>
                </a:lnTo>
                <a:lnTo>
                  <a:pt x="70199" y="245947"/>
                </a:lnTo>
                <a:lnTo>
                  <a:pt x="69008" y="252500"/>
                </a:lnTo>
                <a:lnTo>
                  <a:pt x="68675" y="259365"/>
                </a:lnTo>
                <a:lnTo>
                  <a:pt x="68675" y="268509"/>
                </a:lnTo>
                <a:lnTo>
                  <a:pt x="97536" y="299465"/>
                </a:lnTo>
                <a:lnTo>
                  <a:pt x="118967" y="302037"/>
                </a:lnTo>
                <a:lnTo>
                  <a:pt x="181034" y="302037"/>
                </a:lnTo>
                <a:lnTo>
                  <a:pt x="206006" y="330077"/>
                </a:lnTo>
                <a:lnTo>
                  <a:pt x="164687" y="352425"/>
                </a:lnTo>
                <a:lnTo>
                  <a:pt x="128254" y="359497"/>
                </a:lnTo>
                <a:lnTo>
                  <a:pt x="115919" y="360045"/>
                </a:lnTo>
                <a:close/>
              </a:path>
              <a:path w="302260" h="360044">
                <a:moveTo>
                  <a:pt x="167869" y="287256"/>
                </a:moveTo>
                <a:lnTo>
                  <a:pt x="100426" y="211528"/>
                </a:lnTo>
                <a:lnTo>
                  <a:pt x="147882" y="177198"/>
                </a:lnTo>
                <a:lnTo>
                  <a:pt x="206901" y="244910"/>
                </a:lnTo>
                <a:lnTo>
                  <a:pt x="181046" y="277487"/>
                </a:lnTo>
                <a:lnTo>
                  <a:pt x="167869" y="287256"/>
                </a:lnTo>
                <a:close/>
              </a:path>
              <a:path w="302260" h="360044">
                <a:moveTo>
                  <a:pt x="249371" y="293635"/>
                </a:moveTo>
                <a:lnTo>
                  <a:pt x="206901" y="244910"/>
                </a:lnTo>
                <a:lnTo>
                  <a:pt x="207796" y="243378"/>
                </a:lnTo>
                <a:lnTo>
                  <a:pt x="212026" y="233362"/>
                </a:lnTo>
                <a:lnTo>
                  <a:pt x="216027" y="221884"/>
                </a:lnTo>
                <a:lnTo>
                  <a:pt x="218884" y="210121"/>
                </a:lnTo>
                <a:lnTo>
                  <a:pt x="220599" y="197786"/>
                </a:lnTo>
                <a:lnTo>
                  <a:pt x="221170" y="184594"/>
                </a:lnTo>
                <a:lnTo>
                  <a:pt x="280606" y="184594"/>
                </a:lnTo>
                <a:lnTo>
                  <a:pt x="280234" y="195262"/>
                </a:lnTo>
                <a:lnTo>
                  <a:pt x="280146" y="197786"/>
                </a:lnTo>
                <a:lnTo>
                  <a:pt x="280058" y="200286"/>
                </a:lnTo>
                <a:lnTo>
                  <a:pt x="272986" y="242506"/>
                </a:lnTo>
                <a:lnTo>
                  <a:pt x="254698" y="286797"/>
                </a:lnTo>
                <a:lnTo>
                  <a:pt x="249371" y="293635"/>
                </a:lnTo>
                <a:close/>
              </a:path>
              <a:path w="302260" h="360044">
                <a:moveTo>
                  <a:pt x="206006" y="330077"/>
                </a:moveTo>
                <a:lnTo>
                  <a:pt x="167869" y="287256"/>
                </a:lnTo>
                <a:lnTo>
                  <a:pt x="172878" y="283940"/>
                </a:lnTo>
                <a:lnTo>
                  <a:pt x="181046" y="277487"/>
                </a:lnTo>
                <a:lnTo>
                  <a:pt x="189071" y="270033"/>
                </a:lnTo>
                <a:lnTo>
                  <a:pt x="195872" y="261732"/>
                </a:lnTo>
                <a:lnTo>
                  <a:pt x="202263" y="252841"/>
                </a:lnTo>
                <a:lnTo>
                  <a:pt x="206901" y="244910"/>
                </a:lnTo>
                <a:lnTo>
                  <a:pt x="249371" y="293635"/>
                </a:lnTo>
                <a:lnTo>
                  <a:pt x="208978" y="327945"/>
                </a:lnTo>
                <a:lnTo>
                  <a:pt x="206006" y="330077"/>
                </a:lnTo>
                <a:close/>
              </a:path>
              <a:path w="302260" h="360044">
                <a:moveTo>
                  <a:pt x="181034" y="302037"/>
                </a:moveTo>
                <a:lnTo>
                  <a:pt x="118967" y="302037"/>
                </a:lnTo>
                <a:lnTo>
                  <a:pt x="128111" y="301490"/>
                </a:lnTo>
                <a:lnTo>
                  <a:pt x="137255" y="299942"/>
                </a:lnTo>
                <a:lnTo>
                  <a:pt x="146608" y="297465"/>
                </a:lnTo>
                <a:lnTo>
                  <a:pt x="155543" y="294417"/>
                </a:lnTo>
                <a:lnTo>
                  <a:pt x="164425" y="289536"/>
                </a:lnTo>
                <a:lnTo>
                  <a:pt x="167869" y="287256"/>
                </a:lnTo>
                <a:lnTo>
                  <a:pt x="181034" y="302037"/>
                </a:lnTo>
                <a:close/>
              </a:path>
              <a:path w="302260" h="360044">
                <a:moveTo>
                  <a:pt x="301942" y="353949"/>
                </a:moveTo>
                <a:lnTo>
                  <a:pt x="227266" y="353949"/>
                </a:lnTo>
                <a:lnTo>
                  <a:pt x="206006" y="330077"/>
                </a:lnTo>
                <a:lnTo>
                  <a:pt x="208978" y="327945"/>
                </a:lnTo>
                <a:lnTo>
                  <a:pt x="225742" y="317277"/>
                </a:lnTo>
                <a:lnTo>
                  <a:pt x="233481" y="311015"/>
                </a:lnTo>
                <a:lnTo>
                  <a:pt x="240792" y="303752"/>
                </a:lnTo>
                <a:lnTo>
                  <a:pt x="247816" y="295632"/>
                </a:lnTo>
                <a:lnTo>
                  <a:pt x="249371" y="293635"/>
                </a:lnTo>
                <a:lnTo>
                  <a:pt x="301942" y="353949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326850" y="2664916"/>
            <a:ext cx="441325" cy="369570"/>
          </a:xfrm>
          <a:custGeom>
            <a:avLst/>
            <a:gdLst/>
            <a:ahLst/>
            <a:cxnLst/>
            <a:rect l="l" t="t" r="r" b="b"/>
            <a:pathLst>
              <a:path w="441325" h="369569">
                <a:moveTo>
                  <a:pt x="335470" y="19799"/>
                </a:moveTo>
                <a:lnTo>
                  <a:pt x="256222" y="19799"/>
                </a:lnTo>
                <a:lnTo>
                  <a:pt x="201256" y="189153"/>
                </a:lnTo>
                <a:lnTo>
                  <a:pt x="196684" y="204800"/>
                </a:lnTo>
                <a:lnTo>
                  <a:pt x="192074" y="221919"/>
                </a:lnTo>
                <a:lnTo>
                  <a:pt x="187540" y="239522"/>
                </a:lnTo>
                <a:lnTo>
                  <a:pt x="182968" y="257733"/>
                </a:lnTo>
                <a:lnTo>
                  <a:pt x="177495" y="277774"/>
                </a:lnTo>
                <a:lnTo>
                  <a:pt x="172300" y="298780"/>
                </a:lnTo>
                <a:lnTo>
                  <a:pt x="169075" y="312394"/>
                </a:lnTo>
                <a:lnTo>
                  <a:pt x="160375" y="278422"/>
                </a:lnTo>
                <a:lnTo>
                  <a:pt x="155536" y="259257"/>
                </a:lnTo>
                <a:lnTo>
                  <a:pt x="150063" y="240169"/>
                </a:lnTo>
                <a:lnTo>
                  <a:pt x="144818" y="221729"/>
                </a:lnTo>
                <a:lnTo>
                  <a:pt x="139674" y="204800"/>
                </a:lnTo>
                <a:lnTo>
                  <a:pt x="134200" y="189153"/>
                </a:lnTo>
                <a:lnTo>
                  <a:pt x="79336" y="19799"/>
                </a:lnTo>
                <a:lnTo>
                  <a:pt x="0" y="19799"/>
                </a:lnTo>
                <a:lnTo>
                  <a:pt x="122008" y="369176"/>
                </a:lnTo>
                <a:lnTo>
                  <a:pt x="215074" y="369176"/>
                </a:lnTo>
                <a:lnTo>
                  <a:pt x="224040" y="343179"/>
                </a:lnTo>
                <a:lnTo>
                  <a:pt x="335470" y="19799"/>
                </a:lnTo>
                <a:close/>
              </a:path>
              <a:path w="441325" h="369569">
                <a:moveTo>
                  <a:pt x="437680" y="106768"/>
                </a:moveTo>
                <a:lnTo>
                  <a:pt x="367576" y="106768"/>
                </a:lnTo>
                <a:lnTo>
                  <a:pt x="367576" y="369176"/>
                </a:lnTo>
                <a:lnTo>
                  <a:pt x="437680" y="369176"/>
                </a:lnTo>
                <a:lnTo>
                  <a:pt x="437680" y="106768"/>
                </a:lnTo>
                <a:close/>
              </a:path>
              <a:path w="441325" h="369569">
                <a:moveTo>
                  <a:pt x="440728" y="36576"/>
                </a:moveTo>
                <a:lnTo>
                  <a:pt x="417487" y="3048"/>
                </a:lnTo>
                <a:lnTo>
                  <a:pt x="402628" y="0"/>
                </a:lnTo>
                <a:lnTo>
                  <a:pt x="394906" y="800"/>
                </a:lnTo>
                <a:lnTo>
                  <a:pt x="363829" y="29095"/>
                </a:lnTo>
                <a:lnTo>
                  <a:pt x="363004" y="36576"/>
                </a:lnTo>
                <a:lnTo>
                  <a:pt x="363829" y="43408"/>
                </a:lnTo>
                <a:lnTo>
                  <a:pt x="394906" y="72339"/>
                </a:lnTo>
                <a:lnTo>
                  <a:pt x="402628" y="73139"/>
                </a:lnTo>
                <a:lnTo>
                  <a:pt x="410337" y="72339"/>
                </a:lnTo>
                <a:lnTo>
                  <a:pt x="435051" y="56502"/>
                </a:lnTo>
                <a:lnTo>
                  <a:pt x="438251" y="50660"/>
                </a:lnTo>
                <a:lnTo>
                  <a:pt x="440131" y="44043"/>
                </a:lnTo>
                <a:lnTo>
                  <a:pt x="440182" y="43408"/>
                </a:lnTo>
                <a:lnTo>
                  <a:pt x="440728" y="36576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814911" y="2684716"/>
            <a:ext cx="530860" cy="355600"/>
          </a:xfrm>
          <a:custGeom>
            <a:avLst/>
            <a:gdLst/>
            <a:ahLst/>
            <a:cxnLst/>
            <a:rect l="l" t="t" r="r" b="b"/>
            <a:pathLst>
              <a:path w="530860" h="355600">
                <a:moveTo>
                  <a:pt x="253072" y="218122"/>
                </a:moveTo>
                <a:lnTo>
                  <a:pt x="252222" y="197243"/>
                </a:lnTo>
                <a:lnTo>
                  <a:pt x="252107" y="196405"/>
                </a:lnTo>
                <a:lnTo>
                  <a:pt x="249643" y="177927"/>
                </a:lnTo>
                <a:lnTo>
                  <a:pt x="245364" y="160007"/>
                </a:lnTo>
                <a:lnTo>
                  <a:pt x="239356" y="143357"/>
                </a:lnTo>
                <a:lnTo>
                  <a:pt x="237540" y="140309"/>
                </a:lnTo>
                <a:lnTo>
                  <a:pt x="232092" y="131165"/>
                </a:lnTo>
                <a:lnTo>
                  <a:pt x="199732" y="99161"/>
                </a:lnTo>
                <a:lnTo>
                  <a:pt x="181444" y="89979"/>
                </a:lnTo>
                <a:lnTo>
                  <a:pt x="181444" y="218122"/>
                </a:lnTo>
                <a:lnTo>
                  <a:pt x="180924" y="229273"/>
                </a:lnTo>
                <a:lnTo>
                  <a:pt x="180809" y="230136"/>
                </a:lnTo>
                <a:lnTo>
                  <a:pt x="179539" y="239852"/>
                </a:lnTo>
                <a:lnTo>
                  <a:pt x="177596" y="249885"/>
                </a:lnTo>
                <a:lnTo>
                  <a:pt x="155536" y="286804"/>
                </a:lnTo>
                <a:lnTo>
                  <a:pt x="124968" y="297472"/>
                </a:lnTo>
                <a:lnTo>
                  <a:pt x="115760" y="296875"/>
                </a:lnTo>
                <a:lnTo>
                  <a:pt x="116014" y="296875"/>
                </a:lnTo>
                <a:lnTo>
                  <a:pt x="108013" y="295186"/>
                </a:lnTo>
                <a:lnTo>
                  <a:pt x="78409" y="267944"/>
                </a:lnTo>
                <a:lnTo>
                  <a:pt x="69811" y="239852"/>
                </a:lnTo>
                <a:lnTo>
                  <a:pt x="68884" y="230136"/>
                </a:lnTo>
                <a:lnTo>
                  <a:pt x="68872" y="229273"/>
                </a:lnTo>
                <a:lnTo>
                  <a:pt x="68580" y="218122"/>
                </a:lnTo>
                <a:lnTo>
                  <a:pt x="68884" y="206984"/>
                </a:lnTo>
                <a:lnTo>
                  <a:pt x="78409" y="169265"/>
                </a:lnTo>
                <a:lnTo>
                  <a:pt x="108013" y="142595"/>
                </a:lnTo>
                <a:lnTo>
                  <a:pt x="124968" y="140309"/>
                </a:lnTo>
                <a:lnTo>
                  <a:pt x="133502" y="140881"/>
                </a:lnTo>
                <a:lnTo>
                  <a:pt x="133756" y="140881"/>
                </a:lnTo>
                <a:lnTo>
                  <a:pt x="167157" y="162496"/>
                </a:lnTo>
                <a:lnTo>
                  <a:pt x="180924" y="206984"/>
                </a:lnTo>
                <a:lnTo>
                  <a:pt x="181444" y="218122"/>
                </a:lnTo>
                <a:lnTo>
                  <a:pt x="181444" y="89979"/>
                </a:lnTo>
                <a:lnTo>
                  <a:pt x="174777" y="87541"/>
                </a:lnTo>
                <a:lnTo>
                  <a:pt x="160947" y="84797"/>
                </a:lnTo>
                <a:lnTo>
                  <a:pt x="146392" y="83921"/>
                </a:lnTo>
                <a:lnTo>
                  <a:pt x="136385" y="84467"/>
                </a:lnTo>
                <a:lnTo>
                  <a:pt x="96393" y="99542"/>
                </a:lnTo>
                <a:lnTo>
                  <a:pt x="71628" y="131165"/>
                </a:lnTo>
                <a:lnTo>
                  <a:pt x="70104" y="131165"/>
                </a:lnTo>
                <a:lnTo>
                  <a:pt x="70104" y="0"/>
                </a:lnTo>
                <a:lnTo>
                  <a:pt x="0" y="0"/>
                </a:lnTo>
                <a:lnTo>
                  <a:pt x="0" y="349377"/>
                </a:lnTo>
                <a:lnTo>
                  <a:pt x="68580" y="349377"/>
                </a:lnTo>
                <a:lnTo>
                  <a:pt x="68580" y="308140"/>
                </a:lnTo>
                <a:lnTo>
                  <a:pt x="71628" y="308140"/>
                </a:lnTo>
                <a:lnTo>
                  <a:pt x="97155" y="338442"/>
                </a:lnTo>
                <a:lnTo>
                  <a:pt x="136385" y="353402"/>
                </a:lnTo>
                <a:lnTo>
                  <a:pt x="146392" y="353949"/>
                </a:lnTo>
                <a:lnTo>
                  <a:pt x="160972" y="353072"/>
                </a:lnTo>
                <a:lnTo>
                  <a:pt x="201256" y="338620"/>
                </a:lnTo>
                <a:lnTo>
                  <a:pt x="230784" y="308140"/>
                </a:lnTo>
                <a:lnTo>
                  <a:pt x="236855" y="297472"/>
                </a:lnTo>
                <a:lnTo>
                  <a:pt x="239356" y="292900"/>
                </a:lnTo>
                <a:lnTo>
                  <a:pt x="245364" y="277139"/>
                </a:lnTo>
                <a:lnTo>
                  <a:pt x="249643" y="259511"/>
                </a:lnTo>
                <a:lnTo>
                  <a:pt x="249669" y="259372"/>
                </a:lnTo>
                <a:lnTo>
                  <a:pt x="252222" y="239852"/>
                </a:lnTo>
                <a:lnTo>
                  <a:pt x="253072" y="218122"/>
                </a:lnTo>
                <a:close/>
              </a:path>
              <a:path w="530860" h="355600">
                <a:moveTo>
                  <a:pt x="530631" y="216598"/>
                </a:moveTo>
                <a:lnTo>
                  <a:pt x="525487" y="171602"/>
                </a:lnTo>
                <a:lnTo>
                  <a:pt x="510247" y="135750"/>
                </a:lnTo>
                <a:lnTo>
                  <a:pt x="476910" y="102209"/>
                </a:lnTo>
                <a:lnTo>
                  <a:pt x="463016" y="94716"/>
                </a:lnTo>
                <a:lnTo>
                  <a:pt x="463016" y="192214"/>
                </a:lnTo>
                <a:lnTo>
                  <a:pt x="352577" y="192214"/>
                </a:lnTo>
                <a:lnTo>
                  <a:pt x="366522" y="155219"/>
                </a:lnTo>
                <a:lnTo>
                  <a:pt x="408711" y="137261"/>
                </a:lnTo>
                <a:lnTo>
                  <a:pt x="417334" y="137807"/>
                </a:lnTo>
                <a:lnTo>
                  <a:pt x="453771" y="161886"/>
                </a:lnTo>
                <a:lnTo>
                  <a:pt x="463016" y="192214"/>
                </a:lnTo>
                <a:lnTo>
                  <a:pt x="463016" y="94716"/>
                </a:lnTo>
                <a:lnTo>
                  <a:pt x="455955" y="91541"/>
                </a:lnTo>
                <a:lnTo>
                  <a:pt x="444042" y="88303"/>
                </a:lnTo>
                <a:lnTo>
                  <a:pt x="443903" y="88303"/>
                </a:lnTo>
                <a:lnTo>
                  <a:pt x="432714" y="86017"/>
                </a:lnTo>
                <a:lnTo>
                  <a:pt x="420382" y="84467"/>
                </a:lnTo>
                <a:lnTo>
                  <a:pt x="407187" y="83921"/>
                </a:lnTo>
                <a:lnTo>
                  <a:pt x="389178" y="85039"/>
                </a:lnTo>
                <a:lnTo>
                  <a:pt x="341566" y="100685"/>
                </a:lnTo>
                <a:lnTo>
                  <a:pt x="305993" y="133908"/>
                </a:lnTo>
                <a:lnTo>
                  <a:pt x="285750" y="181546"/>
                </a:lnTo>
                <a:lnTo>
                  <a:pt x="282943" y="201358"/>
                </a:lnTo>
                <a:lnTo>
                  <a:pt x="282130" y="219646"/>
                </a:lnTo>
                <a:lnTo>
                  <a:pt x="285750" y="258368"/>
                </a:lnTo>
                <a:lnTo>
                  <a:pt x="306209" y="305612"/>
                </a:lnTo>
                <a:lnTo>
                  <a:pt x="341566" y="338620"/>
                </a:lnTo>
                <a:lnTo>
                  <a:pt x="391972" y="354355"/>
                </a:lnTo>
                <a:lnTo>
                  <a:pt x="411759" y="355473"/>
                </a:lnTo>
                <a:lnTo>
                  <a:pt x="426313" y="354901"/>
                </a:lnTo>
                <a:lnTo>
                  <a:pt x="465099" y="346329"/>
                </a:lnTo>
                <a:lnTo>
                  <a:pt x="504723" y="320332"/>
                </a:lnTo>
                <a:lnTo>
                  <a:pt x="527583" y="282232"/>
                </a:lnTo>
                <a:lnTo>
                  <a:pt x="463575" y="270040"/>
                </a:lnTo>
                <a:lnTo>
                  <a:pt x="460527" y="277660"/>
                </a:lnTo>
                <a:lnTo>
                  <a:pt x="457479" y="283756"/>
                </a:lnTo>
                <a:lnTo>
                  <a:pt x="452907" y="288328"/>
                </a:lnTo>
                <a:lnTo>
                  <a:pt x="446811" y="292900"/>
                </a:lnTo>
                <a:lnTo>
                  <a:pt x="442239" y="295948"/>
                </a:lnTo>
                <a:lnTo>
                  <a:pt x="434619" y="297472"/>
                </a:lnTo>
                <a:lnTo>
                  <a:pt x="428523" y="300520"/>
                </a:lnTo>
                <a:lnTo>
                  <a:pt x="420903" y="302044"/>
                </a:lnTo>
                <a:lnTo>
                  <a:pt x="413283" y="302044"/>
                </a:lnTo>
                <a:lnTo>
                  <a:pt x="374637" y="289547"/>
                </a:lnTo>
                <a:lnTo>
                  <a:pt x="353758" y="253225"/>
                </a:lnTo>
                <a:lnTo>
                  <a:pt x="352374" y="236410"/>
                </a:lnTo>
                <a:lnTo>
                  <a:pt x="352234" y="231838"/>
                </a:lnTo>
                <a:lnTo>
                  <a:pt x="352285" y="199885"/>
                </a:lnTo>
                <a:lnTo>
                  <a:pt x="352374" y="236410"/>
                </a:lnTo>
                <a:lnTo>
                  <a:pt x="530631" y="236410"/>
                </a:lnTo>
                <a:lnTo>
                  <a:pt x="530631" y="216598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6481280" y="2680144"/>
            <a:ext cx="882015" cy="360045"/>
          </a:xfrm>
          <a:custGeom>
            <a:avLst/>
            <a:gdLst/>
            <a:ahLst/>
            <a:cxnLst/>
            <a:rect l="l" t="t" r="r" b="b"/>
            <a:pathLst>
              <a:path w="882015" h="360044">
                <a:moveTo>
                  <a:pt x="312699" y="123545"/>
                </a:moveTo>
                <a:lnTo>
                  <a:pt x="301345" y="83464"/>
                </a:lnTo>
                <a:lnTo>
                  <a:pt x="280847" y="50114"/>
                </a:lnTo>
                <a:lnTo>
                  <a:pt x="241744" y="18097"/>
                </a:lnTo>
                <a:lnTo>
                  <a:pt x="203733" y="4508"/>
                </a:lnTo>
                <a:lnTo>
                  <a:pt x="161734" y="0"/>
                </a:lnTo>
                <a:lnTo>
                  <a:pt x="139395" y="1193"/>
                </a:lnTo>
                <a:lnTo>
                  <a:pt x="98209" y="11582"/>
                </a:lnTo>
                <a:lnTo>
                  <a:pt x="61937" y="32791"/>
                </a:lnTo>
                <a:lnTo>
                  <a:pt x="32842" y="63169"/>
                </a:lnTo>
                <a:lnTo>
                  <a:pt x="11658" y="103847"/>
                </a:lnTo>
                <a:lnTo>
                  <a:pt x="1206" y="152514"/>
                </a:lnTo>
                <a:lnTo>
                  <a:pt x="0" y="180022"/>
                </a:lnTo>
                <a:lnTo>
                  <a:pt x="1206" y="207467"/>
                </a:lnTo>
                <a:lnTo>
                  <a:pt x="11658" y="255511"/>
                </a:lnTo>
                <a:lnTo>
                  <a:pt x="32626" y="295300"/>
                </a:lnTo>
                <a:lnTo>
                  <a:pt x="61290" y="325640"/>
                </a:lnTo>
                <a:lnTo>
                  <a:pt x="98209" y="346913"/>
                </a:lnTo>
                <a:lnTo>
                  <a:pt x="139395" y="357339"/>
                </a:lnTo>
                <a:lnTo>
                  <a:pt x="161734" y="358521"/>
                </a:lnTo>
                <a:lnTo>
                  <a:pt x="178308" y="357949"/>
                </a:lnTo>
                <a:lnTo>
                  <a:pt x="221170" y="349377"/>
                </a:lnTo>
                <a:lnTo>
                  <a:pt x="257175" y="328930"/>
                </a:lnTo>
                <a:lnTo>
                  <a:pt x="284505" y="302234"/>
                </a:lnTo>
                <a:lnTo>
                  <a:pt x="307365" y="258368"/>
                </a:lnTo>
                <a:lnTo>
                  <a:pt x="312699" y="234886"/>
                </a:lnTo>
                <a:lnTo>
                  <a:pt x="239458" y="234886"/>
                </a:lnTo>
                <a:lnTo>
                  <a:pt x="238023" y="241706"/>
                </a:lnTo>
                <a:lnTo>
                  <a:pt x="236029" y="248234"/>
                </a:lnTo>
                <a:lnTo>
                  <a:pt x="213550" y="279184"/>
                </a:lnTo>
                <a:lnTo>
                  <a:pt x="176974" y="294805"/>
                </a:lnTo>
                <a:lnTo>
                  <a:pt x="163258" y="295948"/>
                </a:lnTo>
                <a:lnTo>
                  <a:pt x="150075" y="295084"/>
                </a:lnTo>
                <a:lnTo>
                  <a:pt x="106197" y="274751"/>
                </a:lnTo>
                <a:lnTo>
                  <a:pt x="83908" y="242506"/>
                </a:lnTo>
                <a:lnTo>
                  <a:pt x="72555" y="197726"/>
                </a:lnTo>
                <a:lnTo>
                  <a:pt x="71716" y="180022"/>
                </a:lnTo>
                <a:lnTo>
                  <a:pt x="72555" y="161620"/>
                </a:lnTo>
                <a:lnTo>
                  <a:pt x="83908" y="115925"/>
                </a:lnTo>
                <a:lnTo>
                  <a:pt x="106197" y="83997"/>
                </a:lnTo>
                <a:lnTo>
                  <a:pt x="150075" y="64858"/>
                </a:lnTo>
                <a:lnTo>
                  <a:pt x="163258" y="64008"/>
                </a:lnTo>
                <a:lnTo>
                  <a:pt x="170967" y="64058"/>
                </a:lnTo>
                <a:lnTo>
                  <a:pt x="208686" y="75946"/>
                </a:lnTo>
                <a:lnTo>
                  <a:pt x="236029" y="110210"/>
                </a:lnTo>
                <a:lnTo>
                  <a:pt x="239458" y="123545"/>
                </a:lnTo>
                <a:lnTo>
                  <a:pt x="312699" y="123545"/>
                </a:lnTo>
                <a:close/>
              </a:path>
              <a:path w="882015" h="360044">
                <a:moveTo>
                  <a:pt x="599401" y="224218"/>
                </a:moveTo>
                <a:lnTo>
                  <a:pt x="595020" y="186118"/>
                </a:lnTo>
                <a:lnTo>
                  <a:pt x="577443" y="143357"/>
                </a:lnTo>
                <a:lnTo>
                  <a:pt x="538353" y="105257"/>
                </a:lnTo>
                <a:lnTo>
                  <a:pt x="527685" y="100037"/>
                </a:lnTo>
                <a:lnTo>
                  <a:pt x="527685" y="224218"/>
                </a:lnTo>
                <a:lnTo>
                  <a:pt x="527164" y="235369"/>
                </a:lnTo>
                <a:lnTo>
                  <a:pt x="517855" y="274040"/>
                </a:lnTo>
                <a:lnTo>
                  <a:pt x="488251" y="301091"/>
                </a:lnTo>
                <a:lnTo>
                  <a:pt x="471297" y="303568"/>
                </a:lnTo>
                <a:lnTo>
                  <a:pt x="461581" y="302971"/>
                </a:lnTo>
                <a:lnTo>
                  <a:pt x="428434" y="281470"/>
                </a:lnTo>
                <a:lnTo>
                  <a:pt x="413854" y="235369"/>
                </a:lnTo>
                <a:lnTo>
                  <a:pt x="413283" y="224218"/>
                </a:lnTo>
                <a:lnTo>
                  <a:pt x="413854" y="213080"/>
                </a:lnTo>
                <a:lnTo>
                  <a:pt x="424078" y="174472"/>
                </a:lnTo>
                <a:lnTo>
                  <a:pt x="453009" y="146405"/>
                </a:lnTo>
                <a:lnTo>
                  <a:pt x="471297" y="143357"/>
                </a:lnTo>
                <a:lnTo>
                  <a:pt x="480136" y="144170"/>
                </a:lnTo>
                <a:lnTo>
                  <a:pt x="513397" y="166878"/>
                </a:lnTo>
                <a:lnTo>
                  <a:pt x="527164" y="213080"/>
                </a:lnTo>
                <a:lnTo>
                  <a:pt x="527685" y="224218"/>
                </a:lnTo>
                <a:lnTo>
                  <a:pt x="527685" y="100037"/>
                </a:lnTo>
                <a:lnTo>
                  <a:pt x="523798" y="98132"/>
                </a:lnTo>
                <a:lnTo>
                  <a:pt x="507682" y="92875"/>
                </a:lnTo>
                <a:lnTo>
                  <a:pt x="490131" y="89611"/>
                </a:lnTo>
                <a:lnTo>
                  <a:pt x="471297" y="88493"/>
                </a:lnTo>
                <a:lnTo>
                  <a:pt x="451573" y="89611"/>
                </a:lnTo>
                <a:lnTo>
                  <a:pt x="402615" y="105257"/>
                </a:lnTo>
                <a:lnTo>
                  <a:pt x="366407" y="138480"/>
                </a:lnTo>
                <a:lnTo>
                  <a:pt x="346036" y="186118"/>
                </a:lnTo>
                <a:lnTo>
                  <a:pt x="341655" y="224218"/>
                </a:lnTo>
                <a:lnTo>
                  <a:pt x="342785" y="243979"/>
                </a:lnTo>
                <a:lnTo>
                  <a:pt x="358419" y="294424"/>
                </a:lnTo>
                <a:lnTo>
                  <a:pt x="388645" y="332790"/>
                </a:lnTo>
                <a:lnTo>
                  <a:pt x="433565" y="355473"/>
                </a:lnTo>
                <a:lnTo>
                  <a:pt x="471297" y="360045"/>
                </a:lnTo>
                <a:lnTo>
                  <a:pt x="490131" y="358902"/>
                </a:lnTo>
                <a:lnTo>
                  <a:pt x="538353" y="341668"/>
                </a:lnTo>
                <a:lnTo>
                  <a:pt x="574662" y="309308"/>
                </a:lnTo>
                <a:lnTo>
                  <a:pt x="595020" y="262178"/>
                </a:lnTo>
                <a:lnTo>
                  <a:pt x="598284" y="243979"/>
                </a:lnTo>
                <a:lnTo>
                  <a:pt x="599401" y="224218"/>
                </a:lnTo>
                <a:close/>
              </a:path>
              <a:path w="882015" h="360044">
                <a:moveTo>
                  <a:pt x="881532" y="4572"/>
                </a:moveTo>
                <a:lnTo>
                  <a:pt x="812863" y="4572"/>
                </a:lnTo>
                <a:lnTo>
                  <a:pt x="812863" y="222694"/>
                </a:lnTo>
                <a:lnTo>
                  <a:pt x="812317" y="234708"/>
                </a:lnTo>
                <a:lnTo>
                  <a:pt x="801535" y="272516"/>
                </a:lnTo>
                <a:lnTo>
                  <a:pt x="772287" y="299758"/>
                </a:lnTo>
                <a:lnTo>
                  <a:pt x="764565" y="301447"/>
                </a:lnTo>
                <a:lnTo>
                  <a:pt x="764781" y="301447"/>
                </a:lnTo>
                <a:lnTo>
                  <a:pt x="756475" y="302044"/>
                </a:lnTo>
                <a:lnTo>
                  <a:pt x="747610" y="301447"/>
                </a:lnTo>
                <a:lnTo>
                  <a:pt x="739330" y="299567"/>
                </a:lnTo>
                <a:lnTo>
                  <a:pt x="709891" y="272516"/>
                </a:lnTo>
                <a:lnTo>
                  <a:pt x="700392" y="233845"/>
                </a:lnTo>
                <a:lnTo>
                  <a:pt x="700087" y="222694"/>
                </a:lnTo>
                <a:lnTo>
                  <a:pt x="700405" y="211556"/>
                </a:lnTo>
                <a:lnTo>
                  <a:pt x="709891" y="174498"/>
                </a:lnTo>
                <a:lnTo>
                  <a:pt x="739330" y="147358"/>
                </a:lnTo>
                <a:lnTo>
                  <a:pt x="747725" y="145453"/>
                </a:lnTo>
                <a:lnTo>
                  <a:pt x="747966" y="145453"/>
                </a:lnTo>
                <a:lnTo>
                  <a:pt x="756475" y="144881"/>
                </a:lnTo>
                <a:lnTo>
                  <a:pt x="792594" y="160083"/>
                </a:lnTo>
                <a:lnTo>
                  <a:pt x="810768" y="200977"/>
                </a:lnTo>
                <a:lnTo>
                  <a:pt x="812863" y="222694"/>
                </a:lnTo>
                <a:lnTo>
                  <a:pt x="812863" y="4572"/>
                </a:lnTo>
                <a:lnTo>
                  <a:pt x="811339" y="4572"/>
                </a:lnTo>
                <a:lnTo>
                  <a:pt x="811339" y="135737"/>
                </a:lnTo>
                <a:lnTo>
                  <a:pt x="808291" y="135737"/>
                </a:lnTo>
                <a:lnTo>
                  <a:pt x="784288" y="104114"/>
                </a:lnTo>
                <a:lnTo>
                  <a:pt x="744499" y="89039"/>
                </a:lnTo>
                <a:lnTo>
                  <a:pt x="733615" y="88493"/>
                </a:lnTo>
                <a:lnTo>
                  <a:pt x="719277" y="89369"/>
                </a:lnTo>
                <a:lnTo>
                  <a:pt x="680173" y="103733"/>
                </a:lnTo>
                <a:lnTo>
                  <a:pt x="649744" y="133946"/>
                </a:lnTo>
                <a:lnTo>
                  <a:pt x="631024" y="182499"/>
                </a:lnTo>
                <a:lnTo>
                  <a:pt x="630936" y="183070"/>
                </a:lnTo>
                <a:lnTo>
                  <a:pt x="627938" y="201815"/>
                </a:lnTo>
                <a:lnTo>
                  <a:pt x="626833" y="222694"/>
                </a:lnTo>
                <a:lnTo>
                  <a:pt x="627722" y="244424"/>
                </a:lnTo>
                <a:lnTo>
                  <a:pt x="630453" y="264083"/>
                </a:lnTo>
                <a:lnTo>
                  <a:pt x="649528" y="311467"/>
                </a:lnTo>
                <a:lnTo>
                  <a:pt x="680173" y="343192"/>
                </a:lnTo>
                <a:lnTo>
                  <a:pt x="719061" y="357644"/>
                </a:lnTo>
                <a:lnTo>
                  <a:pt x="733615" y="358521"/>
                </a:lnTo>
                <a:lnTo>
                  <a:pt x="744474" y="357974"/>
                </a:lnTo>
                <a:lnTo>
                  <a:pt x="784098" y="343014"/>
                </a:lnTo>
                <a:lnTo>
                  <a:pt x="808291" y="312712"/>
                </a:lnTo>
                <a:lnTo>
                  <a:pt x="811339" y="312712"/>
                </a:lnTo>
                <a:lnTo>
                  <a:pt x="811339" y="353949"/>
                </a:lnTo>
                <a:lnTo>
                  <a:pt x="881532" y="353949"/>
                </a:lnTo>
                <a:lnTo>
                  <a:pt x="881532" y="312712"/>
                </a:lnTo>
                <a:lnTo>
                  <a:pt x="881532" y="302044"/>
                </a:lnTo>
                <a:lnTo>
                  <a:pt x="881532" y="144881"/>
                </a:lnTo>
                <a:lnTo>
                  <a:pt x="881532" y="135737"/>
                </a:lnTo>
                <a:lnTo>
                  <a:pt x="881532" y="4572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7410069" y="2664904"/>
            <a:ext cx="76835" cy="369570"/>
          </a:xfrm>
          <a:custGeom>
            <a:avLst/>
            <a:gdLst/>
            <a:ahLst/>
            <a:cxnLst/>
            <a:rect l="l" t="t" r="r" b="b"/>
            <a:pathLst>
              <a:path w="76834" h="369569">
                <a:moveTo>
                  <a:pt x="73247" y="369188"/>
                </a:moveTo>
                <a:lnTo>
                  <a:pt x="3048" y="369188"/>
                </a:lnTo>
                <a:lnTo>
                  <a:pt x="3048" y="106775"/>
                </a:lnTo>
                <a:lnTo>
                  <a:pt x="73247" y="106775"/>
                </a:lnTo>
                <a:lnTo>
                  <a:pt x="73247" y="369188"/>
                </a:lnTo>
                <a:close/>
              </a:path>
              <a:path w="76834" h="369569">
                <a:moveTo>
                  <a:pt x="38195" y="73151"/>
                </a:moveTo>
                <a:lnTo>
                  <a:pt x="2476" y="50101"/>
                </a:lnTo>
                <a:lnTo>
                  <a:pt x="0" y="36576"/>
                </a:lnTo>
                <a:lnTo>
                  <a:pt x="595" y="29098"/>
                </a:lnTo>
                <a:lnTo>
                  <a:pt x="30424" y="809"/>
                </a:lnTo>
                <a:lnTo>
                  <a:pt x="38195" y="0"/>
                </a:lnTo>
                <a:lnTo>
                  <a:pt x="45910" y="809"/>
                </a:lnTo>
                <a:lnTo>
                  <a:pt x="75699" y="29098"/>
                </a:lnTo>
                <a:lnTo>
                  <a:pt x="76295" y="36576"/>
                </a:lnTo>
                <a:lnTo>
                  <a:pt x="75751" y="43410"/>
                </a:lnTo>
                <a:lnTo>
                  <a:pt x="75699" y="44053"/>
                </a:lnTo>
                <a:lnTo>
                  <a:pt x="73818" y="50672"/>
                </a:lnTo>
                <a:lnTo>
                  <a:pt x="70626" y="56507"/>
                </a:lnTo>
                <a:lnTo>
                  <a:pt x="70508" y="56721"/>
                </a:lnTo>
                <a:lnTo>
                  <a:pt x="65627" y="62483"/>
                </a:lnTo>
                <a:lnTo>
                  <a:pt x="59626" y="66722"/>
                </a:lnTo>
                <a:lnTo>
                  <a:pt x="53054" y="70103"/>
                </a:lnTo>
                <a:lnTo>
                  <a:pt x="45910" y="72342"/>
                </a:lnTo>
                <a:lnTo>
                  <a:pt x="38195" y="73151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533602" y="2768637"/>
            <a:ext cx="534035" cy="369570"/>
          </a:xfrm>
          <a:custGeom>
            <a:avLst/>
            <a:gdLst/>
            <a:ahLst/>
            <a:cxnLst/>
            <a:rect l="l" t="t" r="r" b="b"/>
            <a:pathLst>
              <a:path w="534034" h="369569">
                <a:moveTo>
                  <a:pt x="239458" y="265455"/>
                </a:moveTo>
                <a:lnTo>
                  <a:pt x="239369" y="97434"/>
                </a:lnTo>
                <a:lnTo>
                  <a:pt x="238620" y="83908"/>
                </a:lnTo>
                <a:lnTo>
                  <a:pt x="236220" y="70154"/>
                </a:lnTo>
                <a:lnTo>
                  <a:pt x="232968" y="59436"/>
                </a:lnTo>
                <a:lnTo>
                  <a:pt x="232384" y="57492"/>
                </a:lnTo>
                <a:lnTo>
                  <a:pt x="206476" y="18503"/>
                </a:lnTo>
                <a:lnTo>
                  <a:pt x="162636" y="838"/>
                </a:lnTo>
                <a:lnTo>
                  <a:pt x="149440" y="0"/>
                </a:lnTo>
                <a:lnTo>
                  <a:pt x="133159" y="1143"/>
                </a:lnTo>
                <a:lnTo>
                  <a:pt x="94576" y="18288"/>
                </a:lnTo>
                <a:lnTo>
                  <a:pt x="69507" y="53428"/>
                </a:lnTo>
                <a:lnTo>
                  <a:pt x="67144" y="68580"/>
                </a:lnTo>
                <a:lnTo>
                  <a:pt x="67056" y="60299"/>
                </a:lnTo>
                <a:lnTo>
                  <a:pt x="67144" y="3048"/>
                </a:lnTo>
                <a:lnTo>
                  <a:pt x="0" y="3048"/>
                </a:lnTo>
                <a:lnTo>
                  <a:pt x="0" y="265455"/>
                </a:lnTo>
                <a:lnTo>
                  <a:pt x="70192" y="265455"/>
                </a:lnTo>
                <a:lnTo>
                  <a:pt x="70192" y="114388"/>
                </a:lnTo>
                <a:lnTo>
                  <a:pt x="70726" y="105562"/>
                </a:lnTo>
                <a:lnTo>
                  <a:pt x="89154" y="69265"/>
                </a:lnTo>
                <a:lnTo>
                  <a:pt x="122008" y="59436"/>
                </a:lnTo>
                <a:lnTo>
                  <a:pt x="131965" y="60299"/>
                </a:lnTo>
                <a:lnTo>
                  <a:pt x="165823" y="89433"/>
                </a:lnTo>
                <a:lnTo>
                  <a:pt x="169252" y="111340"/>
                </a:lnTo>
                <a:lnTo>
                  <a:pt x="169252" y="265455"/>
                </a:lnTo>
                <a:lnTo>
                  <a:pt x="239458" y="265455"/>
                </a:lnTo>
                <a:close/>
              </a:path>
              <a:path w="534034" h="369569">
                <a:moveTo>
                  <a:pt x="533781" y="3048"/>
                </a:moveTo>
                <a:lnTo>
                  <a:pt x="463677" y="3048"/>
                </a:lnTo>
                <a:lnTo>
                  <a:pt x="463677" y="47244"/>
                </a:lnTo>
                <a:lnTo>
                  <a:pt x="463677" y="134200"/>
                </a:lnTo>
                <a:lnTo>
                  <a:pt x="457581" y="173926"/>
                </a:lnTo>
                <a:lnTo>
                  <a:pt x="457504" y="174066"/>
                </a:lnTo>
                <a:lnTo>
                  <a:pt x="453783" y="181622"/>
                </a:lnTo>
                <a:lnTo>
                  <a:pt x="424154" y="206692"/>
                </a:lnTo>
                <a:lnTo>
                  <a:pt x="407200" y="208978"/>
                </a:lnTo>
                <a:lnTo>
                  <a:pt x="398360" y="208407"/>
                </a:lnTo>
                <a:lnTo>
                  <a:pt x="365099" y="188595"/>
                </a:lnTo>
                <a:lnTo>
                  <a:pt x="351116" y="145110"/>
                </a:lnTo>
                <a:lnTo>
                  <a:pt x="350812" y="134200"/>
                </a:lnTo>
                <a:lnTo>
                  <a:pt x="351116" y="123063"/>
                </a:lnTo>
                <a:lnTo>
                  <a:pt x="351180" y="122415"/>
                </a:lnTo>
                <a:lnTo>
                  <a:pt x="352145" y="112458"/>
                </a:lnTo>
                <a:lnTo>
                  <a:pt x="370408" y="71589"/>
                </a:lnTo>
                <a:lnTo>
                  <a:pt x="407200" y="56388"/>
                </a:lnTo>
                <a:lnTo>
                  <a:pt x="416026" y="56959"/>
                </a:lnTo>
                <a:lnTo>
                  <a:pt x="449300" y="77012"/>
                </a:lnTo>
                <a:lnTo>
                  <a:pt x="460502" y="102489"/>
                </a:lnTo>
                <a:lnTo>
                  <a:pt x="462343" y="111912"/>
                </a:lnTo>
                <a:lnTo>
                  <a:pt x="462394" y="112458"/>
                </a:lnTo>
                <a:lnTo>
                  <a:pt x="463372" y="122415"/>
                </a:lnTo>
                <a:lnTo>
                  <a:pt x="463384" y="123063"/>
                </a:lnTo>
                <a:lnTo>
                  <a:pt x="463677" y="134200"/>
                </a:lnTo>
                <a:lnTo>
                  <a:pt x="463677" y="47244"/>
                </a:lnTo>
                <a:lnTo>
                  <a:pt x="460629" y="47244"/>
                </a:lnTo>
                <a:lnTo>
                  <a:pt x="458038" y="42405"/>
                </a:lnTo>
                <a:lnTo>
                  <a:pt x="429882" y="11328"/>
                </a:lnTo>
                <a:lnTo>
                  <a:pt x="385864" y="0"/>
                </a:lnTo>
                <a:lnTo>
                  <a:pt x="371309" y="876"/>
                </a:lnTo>
                <a:lnTo>
                  <a:pt x="332524" y="15240"/>
                </a:lnTo>
                <a:lnTo>
                  <a:pt x="301129" y="45453"/>
                </a:lnTo>
                <a:lnTo>
                  <a:pt x="282511" y="92862"/>
                </a:lnTo>
                <a:lnTo>
                  <a:pt x="279082" y="134200"/>
                </a:lnTo>
                <a:lnTo>
                  <a:pt x="279946" y="155054"/>
                </a:lnTo>
                <a:lnTo>
                  <a:pt x="292798" y="205930"/>
                </a:lnTo>
                <a:lnTo>
                  <a:pt x="319836" y="240652"/>
                </a:lnTo>
                <a:lnTo>
                  <a:pt x="357289" y="258940"/>
                </a:lnTo>
                <a:lnTo>
                  <a:pt x="385864" y="262407"/>
                </a:lnTo>
                <a:lnTo>
                  <a:pt x="395833" y="261886"/>
                </a:lnTo>
                <a:lnTo>
                  <a:pt x="434060" y="248412"/>
                </a:lnTo>
                <a:lnTo>
                  <a:pt x="443776" y="239458"/>
                </a:lnTo>
                <a:lnTo>
                  <a:pt x="449872" y="233362"/>
                </a:lnTo>
                <a:lnTo>
                  <a:pt x="454444" y="225742"/>
                </a:lnTo>
                <a:lnTo>
                  <a:pt x="457581" y="219646"/>
                </a:lnTo>
                <a:lnTo>
                  <a:pt x="463677" y="219646"/>
                </a:lnTo>
                <a:lnTo>
                  <a:pt x="463677" y="266979"/>
                </a:lnTo>
                <a:lnTo>
                  <a:pt x="462800" y="279603"/>
                </a:lnTo>
                <a:lnTo>
                  <a:pt x="439750" y="311734"/>
                </a:lnTo>
                <a:lnTo>
                  <a:pt x="405676" y="318795"/>
                </a:lnTo>
                <a:lnTo>
                  <a:pt x="397713" y="318516"/>
                </a:lnTo>
                <a:lnTo>
                  <a:pt x="353860" y="297459"/>
                </a:lnTo>
                <a:lnTo>
                  <a:pt x="349288" y="288315"/>
                </a:lnTo>
                <a:lnTo>
                  <a:pt x="288226" y="305079"/>
                </a:lnTo>
                <a:lnTo>
                  <a:pt x="309562" y="338607"/>
                </a:lnTo>
                <a:lnTo>
                  <a:pt x="349288" y="361569"/>
                </a:lnTo>
                <a:lnTo>
                  <a:pt x="389318" y="368566"/>
                </a:lnTo>
                <a:lnTo>
                  <a:pt x="387959" y="368566"/>
                </a:lnTo>
                <a:lnTo>
                  <a:pt x="405676" y="369189"/>
                </a:lnTo>
                <a:lnTo>
                  <a:pt x="424268" y="368566"/>
                </a:lnTo>
                <a:lnTo>
                  <a:pt x="441299" y="366522"/>
                </a:lnTo>
                <a:lnTo>
                  <a:pt x="485305" y="350608"/>
                </a:lnTo>
                <a:lnTo>
                  <a:pt x="517017" y="321843"/>
                </a:lnTo>
                <a:lnTo>
                  <a:pt x="518782" y="318795"/>
                </a:lnTo>
                <a:lnTo>
                  <a:pt x="524141" y="309587"/>
                </a:lnTo>
                <a:lnTo>
                  <a:pt x="529399" y="295744"/>
                </a:lnTo>
                <a:lnTo>
                  <a:pt x="532663" y="280492"/>
                </a:lnTo>
                <a:lnTo>
                  <a:pt x="532726" y="279603"/>
                </a:lnTo>
                <a:lnTo>
                  <a:pt x="533781" y="263931"/>
                </a:lnTo>
                <a:lnTo>
                  <a:pt x="533781" y="219646"/>
                </a:lnTo>
                <a:lnTo>
                  <a:pt x="533781" y="208978"/>
                </a:lnTo>
                <a:lnTo>
                  <a:pt x="533781" y="56388"/>
                </a:lnTo>
                <a:lnTo>
                  <a:pt x="533781" y="47244"/>
                </a:lnTo>
                <a:lnTo>
                  <a:pt x="533781" y="3048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2296572" y="3156108"/>
            <a:ext cx="2036445" cy="468630"/>
            <a:chOff x="2296572" y="3156108"/>
            <a:chExt cx="2036445" cy="468630"/>
          </a:xfrm>
        </p:grpSpPr>
        <p:sp>
          <p:nvSpPr>
            <p:cNvPr id="18" name="object 18" descr=""/>
            <p:cNvSpPr/>
            <p:nvPr/>
          </p:nvSpPr>
          <p:spPr>
            <a:xfrm>
              <a:off x="2296566" y="3156115"/>
              <a:ext cx="1882139" cy="468630"/>
            </a:xfrm>
            <a:custGeom>
              <a:avLst/>
              <a:gdLst/>
              <a:ahLst/>
              <a:cxnLst/>
              <a:rect l="l" t="t" r="r" b="b"/>
              <a:pathLst>
                <a:path w="1882139" h="468629">
                  <a:moveTo>
                    <a:pt x="179933" y="234886"/>
                  </a:moveTo>
                  <a:lnTo>
                    <a:pt x="118973" y="183070"/>
                  </a:lnTo>
                  <a:lnTo>
                    <a:pt x="118973" y="146392"/>
                  </a:lnTo>
                  <a:lnTo>
                    <a:pt x="166217" y="146392"/>
                  </a:lnTo>
                  <a:lnTo>
                    <a:pt x="166217" y="85432"/>
                  </a:lnTo>
                  <a:lnTo>
                    <a:pt x="118973" y="85432"/>
                  </a:lnTo>
                  <a:lnTo>
                    <a:pt x="118973" y="3048"/>
                  </a:lnTo>
                  <a:lnTo>
                    <a:pt x="59436" y="3048"/>
                  </a:lnTo>
                  <a:lnTo>
                    <a:pt x="59436" y="85432"/>
                  </a:lnTo>
                  <a:lnTo>
                    <a:pt x="3048" y="85432"/>
                  </a:lnTo>
                  <a:lnTo>
                    <a:pt x="3048" y="146392"/>
                  </a:lnTo>
                  <a:lnTo>
                    <a:pt x="54864" y="146392"/>
                  </a:lnTo>
                  <a:lnTo>
                    <a:pt x="54787" y="146634"/>
                  </a:lnTo>
                  <a:lnTo>
                    <a:pt x="44577" y="179082"/>
                  </a:lnTo>
                  <a:lnTo>
                    <a:pt x="32004" y="210883"/>
                  </a:lnTo>
                  <a:lnTo>
                    <a:pt x="17145" y="242112"/>
                  </a:lnTo>
                  <a:lnTo>
                    <a:pt x="0" y="273088"/>
                  </a:lnTo>
                  <a:lnTo>
                    <a:pt x="3454" y="292227"/>
                  </a:lnTo>
                  <a:lnTo>
                    <a:pt x="10934" y="335699"/>
                  </a:lnTo>
                  <a:lnTo>
                    <a:pt x="15240" y="360045"/>
                  </a:lnTo>
                  <a:lnTo>
                    <a:pt x="27508" y="338035"/>
                  </a:lnTo>
                  <a:lnTo>
                    <a:pt x="39052" y="315760"/>
                  </a:lnTo>
                  <a:lnTo>
                    <a:pt x="49771" y="293458"/>
                  </a:lnTo>
                  <a:lnTo>
                    <a:pt x="59436" y="271564"/>
                  </a:lnTo>
                  <a:lnTo>
                    <a:pt x="59436" y="465302"/>
                  </a:lnTo>
                  <a:lnTo>
                    <a:pt x="118973" y="465302"/>
                  </a:lnTo>
                  <a:lnTo>
                    <a:pt x="118973" y="271564"/>
                  </a:lnTo>
                  <a:lnTo>
                    <a:pt x="118973" y="260896"/>
                  </a:lnTo>
                  <a:lnTo>
                    <a:pt x="137261" y="279184"/>
                  </a:lnTo>
                  <a:lnTo>
                    <a:pt x="154876" y="260896"/>
                  </a:lnTo>
                  <a:lnTo>
                    <a:pt x="179933" y="234886"/>
                  </a:lnTo>
                  <a:close/>
                </a:path>
                <a:path w="1882139" h="468629">
                  <a:moveTo>
                    <a:pt x="466636" y="56388"/>
                  </a:moveTo>
                  <a:lnTo>
                    <a:pt x="353758" y="56388"/>
                  </a:lnTo>
                  <a:lnTo>
                    <a:pt x="347141" y="40932"/>
                  </a:lnTo>
                  <a:lnTo>
                    <a:pt x="340804" y="26479"/>
                  </a:lnTo>
                  <a:lnTo>
                    <a:pt x="334467" y="12877"/>
                  </a:lnTo>
                  <a:lnTo>
                    <a:pt x="327850" y="0"/>
                  </a:lnTo>
                  <a:lnTo>
                    <a:pt x="259270" y="13716"/>
                  </a:lnTo>
                  <a:lnTo>
                    <a:pt x="263842" y="24028"/>
                  </a:lnTo>
                  <a:lnTo>
                    <a:pt x="268414" y="34480"/>
                  </a:lnTo>
                  <a:lnTo>
                    <a:pt x="272986" y="45224"/>
                  </a:lnTo>
                  <a:lnTo>
                    <a:pt x="277558" y="56388"/>
                  </a:lnTo>
                  <a:lnTo>
                    <a:pt x="170789" y="56388"/>
                  </a:lnTo>
                  <a:lnTo>
                    <a:pt x="170789" y="111340"/>
                  </a:lnTo>
                  <a:lnTo>
                    <a:pt x="234886" y="111340"/>
                  </a:lnTo>
                  <a:lnTo>
                    <a:pt x="217093" y="141693"/>
                  </a:lnTo>
                  <a:lnTo>
                    <a:pt x="200317" y="166293"/>
                  </a:lnTo>
                  <a:lnTo>
                    <a:pt x="184429" y="185166"/>
                  </a:lnTo>
                  <a:lnTo>
                    <a:pt x="169265" y="198310"/>
                  </a:lnTo>
                  <a:lnTo>
                    <a:pt x="186029" y="245656"/>
                  </a:lnTo>
                  <a:lnTo>
                    <a:pt x="220357" y="242557"/>
                  </a:lnTo>
                  <a:lnTo>
                    <a:pt x="242684" y="240855"/>
                  </a:lnTo>
                  <a:lnTo>
                    <a:pt x="268414" y="239458"/>
                  </a:lnTo>
                  <a:lnTo>
                    <a:pt x="239585" y="264083"/>
                  </a:lnTo>
                  <a:lnTo>
                    <a:pt x="208165" y="287553"/>
                  </a:lnTo>
                  <a:lnTo>
                    <a:pt x="174459" y="309841"/>
                  </a:lnTo>
                  <a:lnTo>
                    <a:pt x="138785" y="330987"/>
                  </a:lnTo>
                  <a:lnTo>
                    <a:pt x="148209" y="340766"/>
                  </a:lnTo>
                  <a:lnTo>
                    <a:pt x="158216" y="351650"/>
                  </a:lnTo>
                  <a:lnTo>
                    <a:pt x="168783" y="363664"/>
                  </a:lnTo>
                  <a:lnTo>
                    <a:pt x="179933" y="376809"/>
                  </a:lnTo>
                  <a:lnTo>
                    <a:pt x="223532" y="350266"/>
                  </a:lnTo>
                  <a:lnTo>
                    <a:pt x="264121" y="321640"/>
                  </a:lnTo>
                  <a:lnTo>
                    <a:pt x="301663" y="290906"/>
                  </a:lnTo>
                  <a:lnTo>
                    <a:pt x="336130" y="258051"/>
                  </a:lnTo>
                  <a:lnTo>
                    <a:pt x="367512" y="223024"/>
                  </a:lnTo>
                  <a:lnTo>
                    <a:pt x="395782" y="185813"/>
                  </a:lnTo>
                  <a:lnTo>
                    <a:pt x="420916" y="146392"/>
                  </a:lnTo>
                  <a:lnTo>
                    <a:pt x="365950" y="114388"/>
                  </a:lnTo>
                  <a:lnTo>
                    <a:pt x="355612" y="131533"/>
                  </a:lnTo>
                  <a:lnTo>
                    <a:pt x="344995" y="148539"/>
                  </a:lnTo>
                  <a:lnTo>
                    <a:pt x="333806" y="165265"/>
                  </a:lnTo>
                  <a:lnTo>
                    <a:pt x="321754" y="181546"/>
                  </a:lnTo>
                  <a:lnTo>
                    <a:pt x="262318" y="183070"/>
                  </a:lnTo>
                  <a:lnTo>
                    <a:pt x="275767" y="164795"/>
                  </a:lnTo>
                  <a:lnTo>
                    <a:pt x="301536" y="128765"/>
                  </a:lnTo>
                  <a:lnTo>
                    <a:pt x="314134" y="111340"/>
                  </a:lnTo>
                  <a:lnTo>
                    <a:pt x="466636" y="111340"/>
                  </a:lnTo>
                  <a:lnTo>
                    <a:pt x="466636" y="56388"/>
                  </a:lnTo>
                  <a:close/>
                </a:path>
                <a:path w="1882139" h="468629">
                  <a:moveTo>
                    <a:pt x="468160" y="239458"/>
                  </a:moveTo>
                  <a:lnTo>
                    <a:pt x="416344" y="207454"/>
                  </a:lnTo>
                  <a:lnTo>
                    <a:pt x="389229" y="242557"/>
                  </a:lnTo>
                  <a:lnTo>
                    <a:pt x="358571" y="276288"/>
                  </a:lnTo>
                  <a:lnTo>
                    <a:pt x="324599" y="308254"/>
                  </a:lnTo>
                  <a:lnTo>
                    <a:pt x="287185" y="338493"/>
                  </a:lnTo>
                  <a:lnTo>
                    <a:pt x="246303" y="366915"/>
                  </a:lnTo>
                  <a:lnTo>
                    <a:pt x="201930" y="393420"/>
                  </a:lnTo>
                  <a:lnTo>
                    <a:pt x="154025" y="417957"/>
                  </a:lnTo>
                  <a:lnTo>
                    <a:pt x="164312" y="430352"/>
                  </a:lnTo>
                  <a:lnTo>
                    <a:pt x="184886" y="454482"/>
                  </a:lnTo>
                  <a:lnTo>
                    <a:pt x="195173" y="466826"/>
                  </a:lnTo>
                  <a:lnTo>
                    <a:pt x="232346" y="448779"/>
                  </a:lnTo>
                  <a:lnTo>
                    <a:pt x="268211" y="428866"/>
                  </a:lnTo>
                  <a:lnTo>
                    <a:pt x="302628" y="406946"/>
                  </a:lnTo>
                  <a:lnTo>
                    <a:pt x="335470" y="382905"/>
                  </a:lnTo>
                  <a:lnTo>
                    <a:pt x="356298" y="401802"/>
                  </a:lnTo>
                  <a:lnTo>
                    <a:pt x="377431" y="422008"/>
                  </a:lnTo>
                  <a:lnTo>
                    <a:pt x="398564" y="443636"/>
                  </a:lnTo>
                  <a:lnTo>
                    <a:pt x="419392" y="466826"/>
                  </a:lnTo>
                  <a:lnTo>
                    <a:pt x="468160" y="414909"/>
                  </a:lnTo>
                  <a:lnTo>
                    <a:pt x="449033" y="397484"/>
                  </a:lnTo>
                  <a:lnTo>
                    <a:pt x="432282" y="382905"/>
                  </a:lnTo>
                  <a:lnTo>
                    <a:pt x="428345" y="379476"/>
                  </a:lnTo>
                  <a:lnTo>
                    <a:pt x="406222" y="360908"/>
                  </a:lnTo>
                  <a:lnTo>
                    <a:pt x="382816" y="341757"/>
                  </a:lnTo>
                  <a:lnTo>
                    <a:pt x="406006" y="318249"/>
                  </a:lnTo>
                  <a:lnTo>
                    <a:pt x="427774" y="293458"/>
                  </a:lnTo>
                  <a:lnTo>
                    <a:pt x="448386" y="267258"/>
                  </a:lnTo>
                  <a:lnTo>
                    <a:pt x="468160" y="239458"/>
                  </a:lnTo>
                  <a:close/>
                </a:path>
                <a:path w="1882139" h="468629">
                  <a:moveTo>
                    <a:pt x="587121" y="149440"/>
                  </a:moveTo>
                  <a:lnTo>
                    <a:pt x="523113" y="135724"/>
                  </a:lnTo>
                  <a:lnTo>
                    <a:pt x="510527" y="190334"/>
                  </a:lnTo>
                  <a:lnTo>
                    <a:pt x="497916" y="241782"/>
                  </a:lnTo>
                  <a:lnTo>
                    <a:pt x="485317" y="289775"/>
                  </a:lnTo>
                  <a:lnTo>
                    <a:pt x="472732" y="334035"/>
                  </a:lnTo>
                  <a:lnTo>
                    <a:pt x="535305" y="356997"/>
                  </a:lnTo>
                  <a:lnTo>
                    <a:pt x="550468" y="308038"/>
                  </a:lnTo>
                  <a:lnTo>
                    <a:pt x="564070" y="257225"/>
                  </a:lnTo>
                  <a:lnTo>
                    <a:pt x="576237" y="204406"/>
                  </a:lnTo>
                  <a:lnTo>
                    <a:pt x="587121" y="149440"/>
                  </a:lnTo>
                  <a:close/>
                </a:path>
                <a:path w="1882139" h="468629">
                  <a:moveTo>
                    <a:pt x="788479" y="120484"/>
                  </a:moveTo>
                  <a:lnTo>
                    <a:pt x="765632" y="87096"/>
                  </a:lnTo>
                  <a:lnTo>
                    <a:pt x="743242" y="55676"/>
                  </a:lnTo>
                  <a:lnTo>
                    <a:pt x="721728" y="26543"/>
                  </a:lnTo>
                  <a:lnTo>
                    <a:pt x="701522" y="0"/>
                  </a:lnTo>
                  <a:lnTo>
                    <a:pt x="646658" y="32004"/>
                  </a:lnTo>
                  <a:lnTo>
                    <a:pt x="666318" y="61277"/>
                  </a:lnTo>
                  <a:lnTo>
                    <a:pt x="686282" y="92100"/>
                  </a:lnTo>
                  <a:lnTo>
                    <a:pt x="706234" y="124929"/>
                  </a:lnTo>
                  <a:lnTo>
                    <a:pt x="725906" y="160210"/>
                  </a:lnTo>
                  <a:lnTo>
                    <a:pt x="788479" y="120484"/>
                  </a:lnTo>
                  <a:close/>
                </a:path>
                <a:path w="1882139" h="468629">
                  <a:moveTo>
                    <a:pt x="858583" y="323367"/>
                  </a:moveTo>
                  <a:lnTo>
                    <a:pt x="843775" y="318223"/>
                  </a:lnTo>
                  <a:lnTo>
                    <a:pt x="826960" y="311937"/>
                  </a:lnTo>
                  <a:lnTo>
                    <a:pt x="808431" y="304507"/>
                  </a:lnTo>
                  <a:lnTo>
                    <a:pt x="788479" y="295935"/>
                  </a:lnTo>
                  <a:lnTo>
                    <a:pt x="785545" y="320814"/>
                  </a:lnTo>
                  <a:lnTo>
                    <a:pt x="783336" y="340563"/>
                  </a:lnTo>
                  <a:lnTo>
                    <a:pt x="781405" y="355168"/>
                  </a:lnTo>
                  <a:lnTo>
                    <a:pt x="779335" y="364617"/>
                  </a:lnTo>
                  <a:lnTo>
                    <a:pt x="779233" y="365264"/>
                  </a:lnTo>
                  <a:lnTo>
                    <a:pt x="741946" y="391502"/>
                  </a:lnTo>
                  <a:lnTo>
                    <a:pt x="732002" y="392049"/>
                  </a:lnTo>
                  <a:lnTo>
                    <a:pt x="709142" y="392049"/>
                  </a:lnTo>
                  <a:lnTo>
                    <a:pt x="690257" y="389496"/>
                  </a:lnTo>
                  <a:lnTo>
                    <a:pt x="676948" y="381952"/>
                  </a:lnTo>
                  <a:lnTo>
                    <a:pt x="669061" y="369544"/>
                  </a:lnTo>
                  <a:lnTo>
                    <a:pt x="666470" y="352425"/>
                  </a:lnTo>
                  <a:lnTo>
                    <a:pt x="666470" y="102196"/>
                  </a:lnTo>
                  <a:lnTo>
                    <a:pt x="597789" y="102196"/>
                  </a:lnTo>
                  <a:lnTo>
                    <a:pt x="597789" y="373761"/>
                  </a:lnTo>
                  <a:lnTo>
                    <a:pt x="602653" y="408660"/>
                  </a:lnTo>
                  <a:lnTo>
                    <a:pt x="617232" y="433438"/>
                  </a:lnTo>
                  <a:lnTo>
                    <a:pt x="641553" y="448208"/>
                  </a:lnTo>
                  <a:lnTo>
                    <a:pt x="675614" y="453097"/>
                  </a:lnTo>
                  <a:lnTo>
                    <a:pt x="753338" y="453097"/>
                  </a:lnTo>
                  <a:lnTo>
                    <a:pt x="796099" y="447001"/>
                  </a:lnTo>
                  <a:lnTo>
                    <a:pt x="832243" y="424307"/>
                  </a:lnTo>
                  <a:lnTo>
                    <a:pt x="844245" y="392049"/>
                  </a:lnTo>
                  <a:lnTo>
                    <a:pt x="846391" y="382905"/>
                  </a:lnTo>
                  <a:lnTo>
                    <a:pt x="850658" y="365264"/>
                  </a:lnTo>
                  <a:lnTo>
                    <a:pt x="854202" y="349173"/>
                  </a:lnTo>
                  <a:lnTo>
                    <a:pt x="856894" y="335076"/>
                  </a:lnTo>
                  <a:lnTo>
                    <a:pt x="858583" y="323367"/>
                  </a:lnTo>
                  <a:close/>
                </a:path>
                <a:path w="1882139" h="468629">
                  <a:moveTo>
                    <a:pt x="940981" y="297459"/>
                  </a:moveTo>
                  <a:lnTo>
                    <a:pt x="925766" y="258610"/>
                  </a:lnTo>
                  <a:lnTo>
                    <a:pt x="909688" y="219875"/>
                  </a:lnTo>
                  <a:lnTo>
                    <a:pt x="892454" y="181406"/>
                  </a:lnTo>
                  <a:lnTo>
                    <a:pt x="873823" y="143344"/>
                  </a:lnTo>
                  <a:lnTo>
                    <a:pt x="812863" y="167830"/>
                  </a:lnTo>
                  <a:lnTo>
                    <a:pt x="830554" y="207568"/>
                  </a:lnTo>
                  <a:lnTo>
                    <a:pt x="846963" y="246748"/>
                  </a:lnTo>
                  <a:lnTo>
                    <a:pt x="861936" y="285356"/>
                  </a:lnTo>
                  <a:lnTo>
                    <a:pt x="875347" y="323367"/>
                  </a:lnTo>
                  <a:lnTo>
                    <a:pt x="940981" y="297459"/>
                  </a:lnTo>
                  <a:close/>
                </a:path>
                <a:path w="1882139" h="468629">
                  <a:moveTo>
                    <a:pt x="1136142" y="344805"/>
                  </a:moveTo>
                  <a:lnTo>
                    <a:pt x="1134630" y="294411"/>
                  </a:lnTo>
                  <a:lnTo>
                    <a:pt x="1134618" y="276123"/>
                  </a:lnTo>
                  <a:lnTo>
                    <a:pt x="1072134" y="294411"/>
                  </a:lnTo>
                  <a:lnTo>
                    <a:pt x="1072134" y="108292"/>
                  </a:lnTo>
                  <a:lnTo>
                    <a:pt x="1125474" y="108292"/>
                  </a:lnTo>
                  <a:lnTo>
                    <a:pt x="1125474" y="42672"/>
                  </a:lnTo>
                  <a:lnTo>
                    <a:pt x="948588" y="42672"/>
                  </a:lnTo>
                  <a:lnTo>
                    <a:pt x="948588" y="108292"/>
                  </a:lnTo>
                  <a:lnTo>
                    <a:pt x="1008024" y="108292"/>
                  </a:lnTo>
                  <a:lnTo>
                    <a:pt x="1008024" y="312699"/>
                  </a:lnTo>
                  <a:lnTo>
                    <a:pt x="944016" y="327939"/>
                  </a:lnTo>
                  <a:lnTo>
                    <a:pt x="959256" y="398145"/>
                  </a:lnTo>
                  <a:lnTo>
                    <a:pt x="1088364" y="358495"/>
                  </a:lnTo>
                  <a:lnTo>
                    <a:pt x="1136142" y="344805"/>
                  </a:lnTo>
                  <a:close/>
                </a:path>
                <a:path w="1882139" h="468629">
                  <a:moveTo>
                    <a:pt x="1389316" y="80860"/>
                  </a:moveTo>
                  <a:lnTo>
                    <a:pt x="1252054" y="80860"/>
                  </a:lnTo>
                  <a:lnTo>
                    <a:pt x="1252054" y="1524"/>
                  </a:lnTo>
                  <a:lnTo>
                    <a:pt x="1189570" y="1524"/>
                  </a:lnTo>
                  <a:lnTo>
                    <a:pt x="1190218" y="22694"/>
                  </a:lnTo>
                  <a:lnTo>
                    <a:pt x="1190142" y="42875"/>
                  </a:lnTo>
                  <a:lnTo>
                    <a:pt x="1189786" y="62217"/>
                  </a:lnTo>
                  <a:lnTo>
                    <a:pt x="1189570" y="80860"/>
                  </a:lnTo>
                  <a:lnTo>
                    <a:pt x="1134618" y="80860"/>
                  </a:lnTo>
                  <a:lnTo>
                    <a:pt x="1134618" y="143344"/>
                  </a:lnTo>
                  <a:lnTo>
                    <a:pt x="1188046" y="143344"/>
                  </a:lnTo>
                  <a:lnTo>
                    <a:pt x="1184732" y="206184"/>
                  </a:lnTo>
                  <a:lnTo>
                    <a:pt x="1174762" y="261988"/>
                  </a:lnTo>
                  <a:lnTo>
                    <a:pt x="1158100" y="310819"/>
                  </a:lnTo>
                  <a:lnTo>
                    <a:pt x="1134694" y="352793"/>
                  </a:lnTo>
                  <a:lnTo>
                    <a:pt x="1104620" y="387858"/>
                  </a:lnTo>
                  <a:lnTo>
                    <a:pt x="1067562" y="416433"/>
                  </a:lnTo>
                  <a:lnTo>
                    <a:pt x="1081252" y="429082"/>
                  </a:lnTo>
                  <a:lnTo>
                    <a:pt x="1094803" y="441858"/>
                  </a:lnTo>
                  <a:lnTo>
                    <a:pt x="1108062" y="454888"/>
                  </a:lnTo>
                  <a:lnTo>
                    <a:pt x="1120902" y="468337"/>
                  </a:lnTo>
                  <a:lnTo>
                    <a:pt x="1147203" y="444868"/>
                  </a:lnTo>
                  <a:lnTo>
                    <a:pt x="1192987" y="387045"/>
                  </a:lnTo>
                  <a:lnTo>
                    <a:pt x="1212430" y="352425"/>
                  </a:lnTo>
                  <a:lnTo>
                    <a:pt x="1227607" y="311797"/>
                  </a:lnTo>
                  <a:lnTo>
                    <a:pt x="1238910" y="263321"/>
                  </a:lnTo>
                  <a:lnTo>
                    <a:pt x="1246517" y="207124"/>
                  </a:lnTo>
                  <a:lnTo>
                    <a:pt x="1246568" y="206184"/>
                  </a:lnTo>
                  <a:lnTo>
                    <a:pt x="1250530" y="143344"/>
                  </a:lnTo>
                  <a:lnTo>
                    <a:pt x="1323784" y="143344"/>
                  </a:lnTo>
                  <a:lnTo>
                    <a:pt x="1322628" y="227228"/>
                  </a:lnTo>
                  <a:lnTo>
                    <a:pt x="1321447" y="291198"/>
                  </a:lnTo>
                  <a:lnTo>
                    <a:pt x="1321371" y="294411"/>
                  </a:lnTo>
                  <a:lnTo>
                    <a:pt x="1320279" y="335432"/>
                  </a:lnTo>
                  <a:lnTo>
                    <a:pt x="1320228" y="336486"/>
                  </a:lnTo>
                  <a:lnTo>
                    <a:pt x="1319110" y="360045"/>
                  </a:lnTo>
                  <a:lnTo>
                    <a:pt x="1315351" y="372922"/>
                  </a:lnTo>
                  <a:lnTo>
                    <a:pt x="1308442" y="381952"/>
                  </a:lnTo>
                  <a:lnTo>
                    <a:pt x="1298117" y="387261"/>
                  </a:lnTo>
                  <a:lnTo>
                    <a:pt x="1284262" y="388975"/>
                  </a:lnTo>
                  <a:lnTo>
                    <a:pt x="1269187" y="388975"/>
                  </a:lnTo>
                  <a:lnTo>
                    <a:pt x="1254150" y="388810"/>
                  </a:lnTo>
                  <a:lnTo>
                    <a:pt x="1238846" y="388353"/>
                  </a:lnTo>
                  <a:lnTo>
                    <a:pt x="1223098" y="387477"/>
                  </a:lnTo>
                  <a:lnTo>
                    <a:pt x="1223200" y="387858"/>
                  </a:lnTo>
                  <a:lnTo>
                    <a:pt x="1223314" y="388353"/>
                  </a:lnTo>
                  <a:lnTo>
                    <a:pt x="1223429" y="388810"/>
                  </a:lnTo>
                  <a:lnTo>
                    <a:pt x="1223467" y="388975"/>
                  </a:lnTo>
                  <a:lnTo>
                    <a:pt x="1226794" y="402945"/>
                  </a:lnTo>
                  <a:lnTo>
                    <a:pt x="1230909" y="419722"/>
                  </a:lnTo>
                  <a:lnTo>
                    <a:pt x="1235303" y="437857"/>
                  </a:lnTo>
                  <a:lnTo>
                    <a:pt x="1239862" y="457669"/>
                  </a:lnTo>
                  <a:lnTo>
                    <a:pt x="1273022" y="457390"/>
                  </a:lnTo>
                  <a:lnTo>
                    <a:pt x="1299311" y="456526"/>
                  </a:lnTo>
                  <a:lnTo>
                    <a:pt x="1340243" y="450507"/>
                  </a:lnTo>
                  <a:lnTo>
                    <a:pt x="1371981" y="425437"/>
                  </a:lnTo>
                  <a:lnTo>
                    <a:pt x="1382141" y="388975"/>
                  </a:lnTo>
                  <a:lnTo>
                    <a:pt x="1382217" y="388353"/>
                  </a:lnTo>
                  <a:lnTo>
                    <a:pt x="1384744" y="347853"/>
                  </a:lnTo>
                  <a:lnTo>
                    <a:pt x="1384795" y="344805"/>
                  </a:lnTo>
                  <a:lnTo>
                    <a:pt x="1389316" y="80860"/>
                  </a:lnTo>
                  <a:close/>
                </a:path>
                <a:path w="1882139" h="468629">
                  <a:moveTo>
                    <a:pt x="1640967" y="178498"/>
                  </a:moveTo>
                  <a:lnTo>
                    <a:pt x="1581429" y="178498"/>
                  </a:lnTo>
                  <a:lnTo>
                    <a:pt x="1581429" y="228790"/>
                  </a:lnTo>
                  <a:lnTo>
                    <a:pt x="1581429" y="254800"/>
                  </a:lnTo>
                  <a:lnTo>
                    <a:pt x="1581429" y="300520"/>
                  </a:lnTo>
                  <a:lnTo>
                    <a:pt x="1581429" y="327952"/>
                  </a:lnTo>
                  <a:lnTo>
                    <a:pt x="1497609" y="327952"/>
                  </a:lnTo>
                  <a:lnTo>
                    <a:pt x="1497609" y="300520"/>
                  </a:lnTo>
                  <a:lnTo>
                    <a:pt x="1581429" y="300520"/>
                  </a:lnTo>
                  <a:lnTo>
                    <a:pt x="1581429" y="254800"/>
                  </a:lnTo>
                  <a:lnTo>
                    <a:pt x="1497609" y="254800"/>
                  </a:lnTo>
                  <a:lnTo>
                    <a:pt x="1497609" y="228790"/>
                  </a:lnTo>
                  <a:lnTo>
                    <a:pt x="1581429" y="228790"/>
                  </a:lnTo>
                  <a:lnTo>
                    <a:pt x="1581429" y="178498"/>
                  </a:lnTo>
                  <a:lnTo>
                    <a:pt x="1439608" y="178498"/>
                  </a:lnTo>
                  <a:lnTo>
                    <a:pt x="1439608" y="462254"/>
                  </a:lnTo>
                  <a:lnTo>
                    <a:pt x="1497609" y="462254"/>
                  </a:lnTo>
                  <a:lnTo>
                    <a:pt x="1497609" y="373761"/>
                  </a:lnTo>
                  <a:lnTo>
                    <a:pt x="1581429" y="373761"/>
                  </a:lnTo>
                  <a:lnTo>
                    <a:pt x="1581429" y="390525"/>
                  </a:lnTo>
                  <a:lnTo>
                    <a:pt x="1579905" y="395097"/>
                  </a:lnTo>
                  <a:lnTo>
                    <a:pt x="1576857" y="399669"/>
                  </a:lnTo>
                  <a:lnTo>
                    <a:pt x="1575333" y="404241"/>
                  </a:lnTo>
                  <a:lnTo>
                    <a:pt x="1567840" y="405739"/>
                  </a:lnTo>
                  <a:lnTo>
                    <a:pt x="1548091" y="405739"/>
                  </a:lnTo>
                  <a:lnTo>
                    <a:pt x="1539519" y="405574"/>
                  </a:lnTo>
                  <a:lnTo>
                    <a:pt x="1529803" y="405117"/>
                  </a:lnTo>
                  <a:lnTo>
                    <a:pt x="1518945" y="404241"/>
                  </a:lnTo>
                  <a:lnTo>
                    <a:pt x="1522615" y="418858"/>
                  </a:lnTo>
                  <a:lnTo>
                    <a:pt x="1526540" y="432943"/>
                  </a:lnTo>
                  <a:lnTo>
                    <a:pt x="1530527" y="446963"/>
                  </a:lnTo>
                  <a:lnTo>
                    <a:pt x="1534185" y="460705"/>
                  </a:lnTo>
                  <a:lnTo>
                    <a:pt x="1555356" y="460705"/>
                  </a:lnTo>
                  <a:lnTo>
                    <a:pt x="1573250" y="460540"/>
                  </a:lnTo>
                  <a:lnTo>
                    <a:pt x="1617916" y="453491"/>
                  </a:lnTo>
                  <a:lnTo>
                    <a:pt x="1640370" y="411251"/>
                  </a:lnTo>
                  <a:lnTo>
                    <a:pt x="1640687" y="404241"/>
                  </a:lnTo>
                  <a:lnTo>
                    <a:pt x="1640903" y="399669"/>
                  </a:lnTo>
                  <a:lnTo>
                    <a:pt x="1640967" y="373761"/>
                  </a:lnTo>
                  <a:lnTo>
                    <a:pt x="1640967" y="327952"/>
                  </a:lnTo>
                  <a:lnTo>
                    <a:pt x="1640967" y="300520"/>
                  </a:lnTo>
                  <a:lnTo>
                    <a:pt x="1640967" y="254800"/>
                  </a:lnTo>
                  <a:lnTo>
                    <a:pt x="1640967" y="228790"/>
                  </a:lnTo>
                  <a:lnTo>
                    <a:pt x="1640967" y="178498"/>
                  </a:lnTo>
                  <a:close/>
                </a:path>
                <a:path w="1882139" h="468629">
                  <a:moveTo>
                    <a:pt x="1674495" y="143357"/>
                  </a:moveTo>
                  <a:lnTo>
                    <a:pt x="1657350" y="116471"/>
                  </a:lnTo>
                  <a:lnTo>
                    <a:pt x="1649920" y="105257"/>
                  </a:lnTo>
                  <a:lnTo>
                    <a:pt x="1640205" y="90576"/>
                  </a:lnTo>
                  <a:lnTo>
                    <a:pt x="1623060" y="65519"/>
                  </a:lnTo>
                  <a:lnTo>
                    <a:pt x="1605915" y="41148"/>
                  </a:lnTo>
                  <a:lnTo>
                    <a:pt x="1560309" y="65519"/>
                  </a:lnTo>
                  <a:lnTo>
                    <a:pt x="1560017" y="65519"/>
                  </a:lnTo>
                  <a:lnTo>
                    <a:pt x="1566697" y="74777"/>
                  </a:lnTo>
                  <a:lnTo>
                    <a:pt x="1572856" y="83921"/>
                  </a:lnTo>
                  <a:lnTo>
                    <a:pt x="1578749" y="93065"/>
                  </a:lnTo>
                  <a:lnTo>
                    <a:pt x="1584477" y="102209"/>
                  </a:lnTo>
                  <a:lnTo>
                    <a:pt x="1497609" y="105257"/>
                  </a:lnTo>
                  <a:lnTo>
                    <a:pt x="1566189" y="22860"/>
                  </a:lnTo>
                  <a:lnTo>
                    <a:pt x="1506753" y="0"/>
                  </a:lnTo>
                  <a:lnTo>
                    <a:pt x="1478546" y="41148"/>
                  </a:lnTo>
                  <a:lnTo>
                    <a:pt x="1453565" y="73050"/>
                  </a:lnTo>
                  <a:lnTo>
                    <a:pt x="1432318" y="95465"/>
                  </a:lnTo>
                  <a:lnTo>
                    <a:pt x="1415224" y="108305"/>
                  </a:lnTo>
                  <a:lnTo>
                    <a:pt x="1430464" y="161734"/>
                  </a:lnTo>
                  <a:lnTo>
                    <a:pt x="1612011" y="147929"/>
                  </a:lnTo>
                  <a:lnTo>
                    <a:pt x="1625727" y="170878"/>
                  </a:lnTo>
                  <a:lnTo>
                    <a:pt x="1661083" y="151117"/>
                  </a:lnTo>
                  <a:lnTo>
                    <a:pt x="1666608" y="147929"/>
                  </a:lnTo>
                  <a:lnTo>
                    <a:pt x="1674495" y="143357"/>
                  </a:lnTo>
                  <a:close/>
                </a:path>
                <a:path w="1882139" h="468629">
                  <a:moveTo>
                    <a:pt x="1878901" y="131165"/>
                  </a:moveTo>
                  <a:lnTo>
                    <a:pt x="1866798" y="127165"/>
                  </a:lnTo>
                  <a:lnTo>
                    <a:pt x="1853285" y="122021"/>
                  </a:lnTo>
                  <a:lnTo>
                    <a:pt x="1838083" y="115735"/>
                  </a:lnTo>
                  <a:lnTo>
                    <a:pt x="1820887" y="108305"/>
                  </a:lnTo>
                  <a:lnTo>
                    <a:pt x="1818601" y="123393"/>
                  </a:lnTo>
                  <a:lnTo>
                    <a:pt x="1808937" y="162521"/>
                  </a:lnTo>
                  <a:lnTo>
                    <a:pt x="1782787" y="170878"/>
                  </a:lnTo>
                  <a:lnTo>
                    <a:pt x="1767547" y="170878"/>
                  </a:lnTo>
                  <a:lnTo>
                    <a:pt x="1735543" y="144881"/>
                  </a:lnTo>
                  <a:lnTo>
                    <a:pt x="1735543" y="129641"/>
                  </a:lnTo>
                  <a:lnTo>
                    <a:pt x="1777606" y="114185"/>
                  </a:lnTo>
                  <a:lnTo>
                    <a:pt x="1814804" y="99733"/>
                  </a:lnTo>
                  <a:lnTo>
                    <a:pt x="1847456" y="86131"/>
                  </a:lnTo>
                  <a:lnTo>
                    <a:pt x="1872500" y="74777"/>
                  </a:lnTo>
                  <a:lnTo>
                    <a:pt x="1875853" y="73253"/>
                  </a:lnTo>
                  <a:lnTo>
                    <a:pt x="1833079" y="25908"/>
                  </a:lnTo>
                  <a:lnTo>
                    <a:pt x="1812493" y="37617"/>
                  </a:lnTo>
                  <a:lnTo>
                    <a:pt x="1789455" y="49771"/>
                  </a:lnTo>
                  <a:lnTo>
                    <a:pt x="1763864" y="62204"/>
                  </a:lnTo>
                  <a:lnTo>
                    <a:pt x="1735543" y="74777"/>
                  </a:lnTo>
                  <a:lnTo>
                    <a:pt x="1735543" y="4572"/>
                  </a:lnTo>
                  <a:lnTo>
                    <a:pt x="1676019" y="4572"/>
                  </a:lnTo>
                  <a:lnTo>
                    <a:pt x="1676019" y="152590"/>
                  </a:lnTo>
                  <a:lnTo>
                    <a:pt x="1681454" y="183476"/>
                  </a:lnTo>
                  <a:lnTo>
                    <a:pt x="1695462" y="205359"/>
                  </a:lnTo>
                  <a:lnTo>
                    <a:pt x="1718068" y="218389"/>
                  </a:lnTo>
                  <a:lnTo>
                    <a:pt x="1749259" y="222694"/>
                  </a:lnTo>
                  <a:lnTo>
                    <a:pt x="1798027" y="222694"/>
                  </a:lnTo>
                  <a:lnTo>
                    <a:pt x="1842223" y="212026"/>
                  </a:lnTo>
                  <a:lnTo>
                    <a:pt x="1866607" y="180022"/>
                  </a:lnTo>
                  <a:lnTo>
                    <a:pt x="1875713" y="144576"/>
                  </a:lnTo>
                  <a:lnTo>
                    <a:pt x="1878901" y="131165"/>
                  </a:lnTo>
                  <a:close/>
                </a:path>
                <a:path w="1882139" h="468629">
                  <a:moveTo>
                    <a:pt x="1881949" y="352425"/>
                  </a:moveTo>
                  <a:lnTo>
                    <a:pt x="1866392" y="347357"/>
                  </a:lnTo>
                  <a:lnTo>
                    <a:pt x="1851571" y="341553"/>
                  </a:lnTo>
                  <a:lnTo>
                    <a:pt x="1837067" y="335457"/>
                  </a:lnTo>
                  <a:lnTo>
                    <a:pt x="1822411" y="329476"/>
                  </a:lnTo>
                  <a:lnTo>
                    <a:pt x="1816887" y="374319"/>
                  </a:lnTo>
                  <a:lnTo>
                    <a:pt x="1792224" y="403669"/>
                  </a:lnTo>
                  <a:lnTo>
                    <a:pt x="1782787" y="404241"/>
                  </a:lnTo>
                  <a:lnTo>
                    <a:pt x="1762975" y="404241"/>
                  </a:lnTo>
                  <a:lnTo>
                    <a:pt x="1750974" y="402285"/>
                  </a:lnTo>
                  <a:lnTo>
                    <a:pt x="1742401" y="396621"/>
                  </a:lnTo>
                  <a:lnTo>
                    <a:pt x="1737258" y="387527"/>
                  </a:lnTo>
                  <a:lnTo>
                    <a:pt x="1735543" y="375285"/>
                  </a:lnTo>
                  <a:lnTo>
                    <a:pt x="1735543" y="350901"/>
                  </a:lnTo>
                  <a:lnTo>
                    <a:pt x="1772437" y="335749"/>
                  </a:lnTo>
                  <a:lnTo>
                    <a:pt x="1807756" y="320332"/>
                  </a:lnTo>
                  <a:lnTo>
                    <a:pt x="1864436" y="294424"/>
                  </a:lnTo>
                  <a:lnTo>
                    <a:pt x="1874329" y="289852"/>
                  </a:lnTo>
                  <a:lnTo>
                    <a:pt x="1833079" y="240982"/>
                  </a:lnTo>
                  <a:lnTo>
                    <a:pt x="1809915" y="254520"/>
                  </a:lnTo>
                  <a:lnTo>
                    <a:pt x="1786026" y="267741"/>
                  </a:lnTo>
                  <a:lnTo>
                    <a:pt x="1735543" y="294424"/>
                  </a:lnTo>
                  <a:lnTo>
                    <a:pt x="1735543" y="234886"/>
                  </a:lnTo>
                  <a:lnTo>
                    <a:pt x="1676019" y="234886"/>
                  </a:lnTo>
                  <a:lnTo>
                    <a:pt x="1676019" y="384429"/>
                  </a:lnTo>
                  <a:lnTo>
                    <a:pt x="1680591" y="415607"/>
                  </a:lnTo>
                  <a:lnTo>
                    <a:pt x="1694319" y="438048"/>
                  </a:lnTo>
                  <a:lnTo>
                    <a:pt x="1717205" y="451599"/>
                  </a:lnTo>
                  <a:lnTo>
                    <a:pt x="1749259" y="456158"/>
                  </a:lnTo>
                  <a:lnTo>
                    <a:pt x="1798027" y="456158"/>
                  </a:lnTo>
                  <a:lnTo>
                    <a:pt x="1839175" y="447014"/>
                  </a:lnTo>
                  <a:lnTo>
                    <a:pt x="1868195" y="412864"/>
                  </a:lnTo>
                  <a:lnTo>
                    <a:pt x="1877377" y="377520"/>
                  </a:lnTo>
                  <a:lnTo>
                    <a:pt x="1881949" y="352425"/>
                  </a:lnTo>
                  <a:close/>
                </a:path>
              </a:pathLst>
            </a:custGeom>
            <a:solidFill>
              <a:srgbClr val="0595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90714" y="3487102"/>
              <a:ext cx="141827" cy="134302"/>
            </a:xfrm>
            <a:prstGeom prst="rect">
              <a:avLst/>
            </a:prstGeom>
          </p:spPr>
        </p:pic>
      </p:grpSp>
      <p:sp>
        <p:nvSpPr>
          <p:cNvPr id="20" name="object 20" descr=""/>
          <p:cNvSpPr/>
          <p:nvPr/>
        </p:nvSpPr>
        <p:spPr>
          <a:xfrm>
            <a:off x="4651248" y="3157639"/>
            <a:ext cx="1397000" cy="467359"/>
          </a:xfrm>
          <a:custGeom>
            <a:avLst/>
            <a:gdLst/>
            <a:ahLst/>
            <a:cxnLst/>
            <a:rect l="l" t="t" r="r" b="b"/>
            <a:pathLst>
              <a:path w="1397000" h="467360">
                <a:moveTo>
                  <a:pt x="109816" y="248691"/>
                </a:moveTo>
                <a:lnTo>
                  <a:pt x="36576" y="193738"/>
                </a:lnTo>
                <a:lnTo>
                  <a:pt x="0" y="237934"/>
                </a:lnTo>
                <a:lnTo>
                  <a:pt x="70192" y="298983"/>
                </a:lnTo>
                <a:lnTo>
                  <a:pt x="109816" y="248691"/>
                </a:lnTo>
                <a:close/>
              </a:path>
              <a:path w="1397000" h="467360">
                <a:moveTo>
                  <a:pt x="138772" y="314223"/>
                </a:moveTo>
                <a:lnTo>
                  <a:pt x="80860" y="289839"/>
                </a:lnTo>
                <a:lnTo>
                  <a:pt x="69964" y="325005"/>
                </a:lnTo>
                <a:lnTo>
                  <a:pt x="57759" y="361569"/>
                </a:lnTo>
                <a:lnTo>
                  <a:pt x="44132" y="399275"/>
                </a:lnTo>
                <a:lnTo>
                  <a:pt x="28956" y="437857"/>
                </a:lnTo>
                <a:lnTo>
                  <a:pt x="44970" y="444957"/>
                </a:lnTo>
                <a:lnTo>
                  <a:pt x="77038" y="459727"/>
                </a:lnTo>
                <a:lnTo>
                  <a:pt x="93052" y="466813"/>
                </a:lnTo>
                <a:lnTo>
                  <a:pt x="107911" y="415950"/>
                </a:lnTo>
                <a:lnTo>
                  <a:pt x="119976" y="375119"/>
                </a:lnTo>
                <a:lnTo>
                  <a:pt x="130771" y="339382"/>
                </a:lnTo>
                <a:lnTo>
                  <a:pt x="138772" y="314223"/>
                </a:lnTo>
                <a:close/>
              </a:path>
              <a:path w="1397000" h="467360">
                <a:moveTo>
                  <a:pt x="150964" y="167830"/>
                </a:moveTo>
                <a:lnTo>
                  <a:pt x="138417" y="157530"/>
                </a:lnTo>
                <a:lnTo>
                  <a:pt x="121437" y="144919"/>
                </a:lnTo>
                <a:lnTo>
                  <a:pt x="100177" y="130035"/>
                </a:lnTo>
                <a:lnTo>
                  <a:pt x="74764" y="112864"/>
                </a:lnTo>
                <a:lnTo>
                  <a:pt x="38100" y="155638"/>
                </a:lnTo>
                <a:lnTo>
                  <a:pt x="59004" y="172212"/>
                </a:lnTo>
                <a:lnTo>
                  <a:pt x="78181" y="187642"/>
                </a:lnTo>
                <a:lnTo>
                  <a:pt x="95618" y="201930"/>
                </a:lnTo>
                <a:lnTo>
                  <a:pt x="111340" y="215074"/>
                </a:lnTo>
                <a:lnTo>
                  <a:pt x="150964" y="167830"/>
                </a:lnTo>
                <a:close/>
              </a:path>
              <a:path w="1397000" h="467360">
                <a:moveTo>
                  <a:pt x="468147" y="340233"/>
                </a:moveTo>
                <a:lnTo>
                  <a:pt x="455523" y="336194"/>
                </a:lnTo>
                <a:lnTo>
                  <a:pt x="440334" y="330847"/>
                </a:lnTo>
                <a:lnTo>
                  <a:pt x="422287" y="324078"/>
                </a:lnTo>
                <a:lnTo>
                  <a:pt x="401091" y="315747"/>
                </a:lnTo>
                <a:lnTo>
                  <a:pt x="399707" y="334403"/>
                </a:lnTo>
                <a:lnTo>
                  <a:pt x="391947" y="375285"/>
                </a:lnTo>
                <a:lnTo>
                  <a:pt x="351231" y="391744"/>
                </a:lnTo>
                <a:lnTo>
                  <a:pt x="340131" y="392049"/>
                </a:lnTo>
                <a:lnTo>
                  <a:pt x="265366" y="392049"/>
                </a:lnTo>
                <a:lnTo>
                  <a:pt x="231076" y="375119"/>
                </a:lnTo>
                <a:lnTo>
                  <a:pt x="228790" y="204406"/>
                </a:lnTo>
                <a:lnTo>
                  <a:pt x="349275" y="204406"/>
                </a:lnTo>
                <a:lnTo>
                  <a:pt x="347941" y="253263"/>
                </a:lnTo>
                <a:lnTo>
                  <a:pt x="314134" y="282219"/>
                </a:lnTo>
                <a:lnTo>
                  <a:pt x="259270" y="279171"/>
                </a:lnTo>
                <a:lnTo>
                  <a:pt x="263575" y="294106"/>
                </a:lnTo>
                <a:lnTo>
                  <a:pt x="267462" y="309473"/>
                </a:lnTo>
                <a:lnTo>
                  <a:pt x="271056" y="325729"/>
                </a:lnTo>
                <a:lnTo>
                  <a:pt x="274510" y="343281"/>
                </a:lnTo>
                <a:lnTo>
                  <a:pt x="346227" y="341757"/>
                </a:lnTo>
                <a:lnTo>
                  <a:pt x="361937" y="340233"/>
                </a:lnTo>
                <a:lnTo>
                  <a:pt x="361353" y="340233"/>
                </a:lnTo>
                <a:lnTo>
                  <a:pt x="373849" y="335991"/>
                </a:lnTo>
                <a:lnTo>
                  <a:pt x="401472" y="306184"/>
                </a:lnTo>
                <a:lnTo>
                  <a:pt x="408952" y="281673"/>
                </a:lnTo>
                <a:lnTo>
                  <a:pt x="409028" y="281266"/>
                </a:lnTo>
                <a:lnTo>
                  <a:pt x="410616" y="272935"/>
                </a:lnTo>
                <a:lnTo>
                  <a:pt x="411746" y="252018"/>
                </a:lnTo>
                <a:lnTo>
                  <a:pt x="411848" y="248691"/>
                </a:lnTo>
                <a:lnTo>
                  <a:pt x="413131" y="204406"/>
                </a:lnTo>
                <a:lnTo>
                  <a:pt x="413207" y="201930"/>
                </a:lnTo>
                <a:lnTo>
                  <a:pt x="414807" y="146392"/>
                </a:lnTo>
                <a:lnTo>
                  <a:pt x="161632" y="146392"/>
                </a:lnTo>
                <a:lnTo>
                  <a:pt x="161632" y="369189"/>
                </a:lnTo>
                <a:lnTo>
                  <a:pt x="167068" y="405447"/>
                </a:lnTo>
                <a:lnTo>
                  <a:pt x="183362" y="431723"/>
                </a:lnTo>
                <a:lnTo>
                  <a:pt x="210540" y="447713"/>
                </a:lnTo>
                <a:lnTo>
                  <a:pt x="248602" y="453097"/>
                </a:lnTo>
                <a:lnTo>
                  <a:pt x="346227" y="453097"/>
                </a:lnTo>
                <a:lnTo>
                  <a:pt x="399592" y="447954"/>
                </a:lnTo>
                <a:lnTo>
                  <a:pt x="435952" y="431533"/>
                </a:lnTo>
                <a:lnTo>
                  <a:pt x="455269" y="392049"/>
                </a:lnTo>
                <a:lnTo>
                  <a:pt x="455358" y="391744"/>
                </a:lnTo>
                <a:lnTo>
                  <a:pt x="457669" y="383667"/>
                </a:lnTo>
                <a:lnTo>
                  <a:pt x="462699" y="363664"/>
                </a:lnTo>
                <a:lnTo>
                  <a:pt x="468147" y="340233"/>
                </a:lnTo>
                <a:close/>
              </a:path>
              <a:path w="1397000" h="467360">
                <a:moveTo>
                  <a:pt x="468147" y="35052"/>
                </a:moveTo>
                <a:lnTo>
                  <a:pt x="350799" y="35052"/>
                </a:lnTo>
                <a:lnTo>
                  <a:pt x="350799" y="1524"/>
                </a:lnTo>
                <a:lnTo>
                  <a:pt x="286702" y="1524"/>
                </a:lnTo>
                <a:lnTo>
                  <a:pt x="286702" y="35052"/>
                </a:lnTo>
                <a:lnTo>
                  <a:pt x="184492" y="35052"/>
                </a:lnTo>
                <a:lnTo>
                  <a:pt x="184492" y="1524"/>
                </a:lnTo>
                <a:lnTo>
                  <a:pt x="120484" y="1524"/>
                </a:lnTo>
                <a:lnTo>
                  <a:pt x="120484" y="35052"/>
                </a:lnTo>
                <a:lnTo>
                  <a:pt x="3048" y="35052"/>
                </a:lnTo>
                <a:lnTo>
                  <a:pt x="3048" y="94576"/>
                </a:lnTo>
                <a:lnTo>
                  <a:pt x="120484" y="94576"/>
                </a:lnTo>
                <a:lnTo>
                  <a:pt x="120484" y="125056"/>
                </a:lnTo>
                <a:lnTo>
                  <a:pt x="184492" y="125056"/>
                </a:lnTo>
                <a:lnTo>
                  <a:pt x="184492" y="94576"/>
                </a:lnTo>
                <a:lnTo>
                  <a:pt x="286702" y="94576"/>
                </a:lnTo>
                <a:lnTo>
                  <a:pt x="286702" y="125056"/>
                </a:lnTo>
                <a:lnTo>
                  <a:pt x="350799" y="125056"/>
                </a:lnTo>
                <a:lnTo>
                  <a:pt x="350799" y="94576"/>
                </a:lnTo>
                <a:lnTo>
                  <a:pt x="468147" y="94576"/>
                </a:lnTo>
                <a:lnTo>
                  <a:pt x="468147" y="35052"/>
                </a:lnTo>
                <a:close/>
              </a:path>
              <a:path w="1397000" h="467360">
                <a:moveTo>
                  <a:pt x="728941" y="335661"/>
                </a:moveTo>
                <a:lnTo>
                  <a:pt x="635977" y="349377"/>
                </a:lnTo>
                <a:lnTo>
                  <a:pt x="635977" y="257835"/>
                </a:lnTo>
                <a:lnTo>
                  <a:pt x="706081" y="257835"/>
                </a:lnTo>
                <a:lnTo>
                  <a:pt x="706081" y="196786"/>
                </a:lnTo>
                <a:lnTo>
                  <a:pt x="494157" y="196786"/>
                </a:lnTo>
                <a:lnTo>
                  <a:pt x="494157" y="257835"/>
                </a:lnTo>
                <a:lnTo>
                  <a:pt x="568833" y="257835"/>
                </a:lnTo>
                <a:lnTo>
                  <a:pt x="568833" y="356997"/>
                </a:lnTo>
                <a:lnTo>
                  <a:pt x="472821" y="369189"/>
                </a:lnTo>
                <a:lnTo>
                  <a:pt x="472935" y="370357"/>
                </a:lnTo>
                <a:lnTo>
                  <a:pt x="480441" y="439381"/>
                </a:lnTo>
                <a:lnTo>
                  <a:pt x="727417" y="402717"/>
                </a:lnTo>
                <a:lnTo>
                  <a:pt x="727506" y="384695"/>
                </a:lnTo>
                <a:lnTo>
                  <a:pt x="727608" y="375475"/>
                </a:lnTo>
                <a:lnTo>
                  <a:pt x="727735" y="370357"/>
                </a:lnTo>
                <a:lnTo>
                  <a:pt x="727824" y="366572"/>
                </a:lnTo>
                <a:lnTo>
                  <a:pt x="728065" y="356997"/>
                </a:lnTo>
                <a:lnTo>
                  <a:pt x="728383" y="349377"/>
                </a:lnTo>
                <a:lnTo>
                  <a:pt x="728497" y="346329"/>
                </a:lnTo>
                <a:lnTo>
                  <a:pt x="728941" y="335661"/>
                </a:lnTo>
                <a:close/>
              </a:path>
              <a:path w="1397000" h="467360">
                <a:moveTo>
                  <a:pt x="937920" y="332511"/>
                </a:moveTo>
                <a:lnTo>
                  <a:pt x="923683" y="325348"/>
                </a:lnTo>
                <a:lnTo>
                  <a:pt x="908570" y="317461"/>
                </a:lnTo>
                <a:lnTo>
                  <a:pt x="892873" y="308724"/>
                </a:lnTo>
                <a:lnTo>
                  <a:pt x="876871" y="298983"/>
                </a:lnTo>
                <a:lnTo>
                  <a:pt x="874560" y="317461"/>
                </a:lnTo>
                <a:lnTo>
                  <a:pt x="867727" y="360045"/>
                </a:lnTo>
                <a:lnTo>
                  <a:pt x="854011" y="393573"/>
                </a:lnTo>
                <a:lnTo>
                  <a:pt x="850963" y="393573"/>
                </a:lnTo>
                <a:lnTo>
                  <a:pt x="818959" y="346329"/>
                </a:lnTo>
                <a:lnTo>
                  <a:pt x="802767" y="271932"/>
                </a:lnTo>
                <a:lnTo>
                  <a:pt x="796023" y="214998"/>
                </a:lnTo>
                <a:lnTo>
                  <a:pt x="790003" y="144868"/>
                </a:lnTo>
                <a:lnTo>
                  <a:pt x="928776" y="144868"/>
                </a:lnTo>
                <a:lnTo>
                  <a:pt x="928776" y="82384"/>
                </a:lnTo>
                <a:lnTo>
                  <a:pt x="881532" y="82384"/>
                </a:lnTo>
                <a:lnTo>
                  <a:pt x="905916" y="64096"/>
                </a:lnTo>
                <a:lnTo>
                  <a:pt x="893064" y="48336"/>
                </a:lnTo>
                <a:lnTo>
                  <a:pt x="879767" y="33159"/>
                </a:lnTo>
                <a:lnTo>
                  <a:pt x="866190" y="18580"/>
                </a:lnTo>
                <a:lnTo>
                  <a:pt x="852487" y="4572"/>
                </a:lnTo>
                <a:lnTo>
                  <a:pt x="809815" y="35052"/>
                </a:lnTo>
                <a:lnTo>
                  <a:pt x="820102" y="46520"/>
                </a:lnTo>
                <a:lnTo>
                  <a:pt x="830389" y="58153"/>
                </a:lnTo>
                <a:lnTo>
                  <a:pt x="840676" y="70065"/>
                </a:lnTo>
                <a:lnTo>
                  <a:pt x="850963" y="82384"/>
                </a:lnTo>
                <a:lnTo>
                  <a:pt x="785431" y="82384"/>
                </a:lnTo>
                <a:lnTo>
                  <a:pt x="783336" y="41160"/>
                </a:lnTo>
                <a:lnTo>
                  <a:pt x="782383" y="0"/>
                </a:lnTo>
                <a:lnTo>
                  <a:pt x="712177" y="0"/>
                </a:lnTo>
                <a:lnTo>
                  <a:pt x="716749" y="82384"/>
                </a:lnTo>
                <a:lnTo>
                  <a:pt x="472821" y="82384"/>
                </a:lnTo>
                <a:lnTo>
                  <a:pt x="472821" y="144868"/>
                </a:lnTo>
                <a:lnTo>
                  <a:pt x="721321" y="144868"/>
                </a:lnTo>
                <a:lnTo>
                  <a:pt x="726452" y="209702"/>
                </a:lnTo>
                <a:lnTo>
                  <a:pt x="732764" y="266763"/>
                </a:lnTo>
                <a:lnTo>
                  <a:pt x="740321" y="315963"/>
                </a:lnTo>
                <a:lnTo>
                  <a:pt x="749211" y="357238"/>
                </a:lnTo>
                <a:lnTo>
                  <a:pt x="775538" y="422821"/>
                </a:lnTo>
                <a:lnTo>
                  <a:pt x="821880" y="460489"/>
                </a:lnTo>
                <a:lnTo>
                  <a:pt x="852487" y="465289"/>
                </a:lnTo>
                <a:lnTo>
                  <a:pt x="869645" y="463867"/>
                </a:lnTo>
                <a:lnTo>
                  <a:pt x="907440" y="442429"/>
                </a:lnTo>
                <a:lnTo>
                  <a:pt x="924394" y="403479"/>
                </a:lnTo>
                <a:lnTo>
                  <a:pt x="926680" y="393573"/>
                </a:lnTo>
                <a:lnTo>
                  <a:pt x="931659" y="372008"/>
                </a:lnTo>
                <a:lnTo>
                  <a:pt x="937920" y="332511"/>
                </a:lnTo>
                <a:close/>
              </a:path>
              <a:path w="1397000" h="467360">
                <a:moveTo>
                  <a:pt x="1270342" y="280695"/>
                </a:moveTo>
                <a:lnTo>
                  <a:pt x="950112" y="280695"/>
                </a:lnTo>
                <a:lnTo>
                  <a:pt x="950112" y="343281"/>
                </a:lnTo>
                <a:lnTo>
                  <a:pt x="1270342" y="343281"/>
                </a:lnTo>
                <a:lnTo>
                  <a:pt x="1270342" y="280695"/>
                </a:lnTo>
                <a:close/>
              </a:path>
              <a:path w="1397000" h="467360">
                <a:moveTo>
                  <a:pt x="1396923" y="58000"/>
                </a:moveTo>
                <a:lnTo>
                  <a:pt x="1090409" y="58000"/>
                </a:lnTo>
                <a:lnTo>
                  <a:pt x="1093457" y="4572"/>
                </a:lnTo>
                <a:lnTo>
                  <a:pt x="1021829" y="4572"/>
                </a:lnTo>
                <a:lnTo>
                  <a:pt x="1009548" y="231838"/>
                </a:lnTo>
                <a:lnTo>
                  <a:pt x="1300911" y="231838"/>
                </a:lnTo>
                <a:lnTo>
                  <a:pt x="1300416" y="277634"/>
                </a:lnTo>
                <a:lnTo>
                  <a:pt x="1300314" y="280695"/>
                </a:lnTo>
                <a:lnTo>
                  <a:pt x="1299197" y="314261"/>
                </a:lnTo>
                <a:lnTo>
                  <a:pt x="1297698" y="341744"/>
                </a:lnTo>
                <a:lnTo>
                  <a:pt x="1297584" y="343281"/>
                </a:lnTo>
                <a:lnTo>
                  <a:pt x="1296339" y="360045"/>
                </a:lnTo>
                <a:lnTo>
                  <a:pt x="1291209" y="373164"/>
                </a:lnTo>
                <a:lnTo>
                  <a:pt x="1280490" y="382714"/>
                </a:lnTo>
                <a:lnTo>
                  <a:pt x="1264335" y="388543"/>
                </a:lnTo>
                <a:lnTo>
                  <a:pt x="1242910" y="390525"/>
                </a:lnTo>
                <a:lnTo>
                  <a:pt x="1219758" y="390258"/>
                </a:lnTo>
                <a:lnTo>
                  <a:pt x="1196035" y="389572"/>
                </a:lnTo>
                <a:lnTo>
                  <a:pt x="1146797" y="387477"/>
                </a:lnTo>
                <a:lnTo>
                  <a:pt x="1152258" y="406349"/>
                </a:lnTo>
                <a:lnTo>
                  <a:pt x="1156982" y="424103"/>
                </a:lnTo>
                <a:lnTo>
                  <a:pt x="1160830" y="440702"/>
                </a:lnTo>
                <a:lnTo>
                  <a:pt x="1163662" y="456145"/>
                </a:lnTo>
                <a:lnTo>
                  <a:pt x="1265770" y="456145"/>
                </a:lnTo>
                <a:lnTo>
                  <a:pt x="1307007" y="450621"/>
                </a:lnTo>
                <a:lnTo>
                  <a:pt x="1350403" y="421589"/>
                </a:lnTo>
                <a:lnTo>
                  <a:pt x="1363446" y="390258"/>
                </a:lnTo>
                <a:lnTo>
                  <a:pt x="1365161" y="384352"/>
                </a:lnTo>
                <a:lnTo>
                  <a:pt x="1367967" y="360045"/>
                </a:lnTo>
                <a:lnTo>
                  <a:pt x="1374063" y="172402"/>
                </a:lnTo>
                <a:lnTo>
                  <a:pt x="1082789" y="172402"/>
                </a:lnTo>
                <a:lnTo>
                  <a:pt x="1085837" y="118960"/>
                </a:lnTo>
                <a:lnTo>
                  <a:pt x="1396923" y="118960"/>
                </a:lnTo>
                <a:lnTo>
                  <a:pt x="1396923" y="58000"/>
                </a:lnTo>
                <a:close/>
              </a:path>
            </a:pathLst>
          </a:custGeom>
          <a:solidFill>
            <a:srgbClr val="05956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6071044" y="3156114"/>
            <a:ext cx="2347595" cy="469900"/>
          </a:xfrm>
          <a:custGeom>
            <a:avLst/>
            <a:gdLst/>
            <a:ahLst/>
            <a:cxnLst/>
            <a:rect l="l" t="t" r="r" b="b"/>
            <a:pathLst>
              <a:path w="2347595" h="469900">
                <a:moveTo>
                  <a:pt x="456057" y="372237"/>
                </a:moveTo>
                <a:lnTo>
                  <a:pt x="265366" y="372237"/>
                </a:lnTo>
                <a:lnTo>
                  <a:pt x="265366" y="104267"/>
                </a:lnTo>
                <a:lnTo>
                  <a:pt x="433197" y="104267"/>
                </a:lnTo>
                <a:lnTo>
                  <a:pt x="433197" y="36957"/>
                </a:lnTo>
                <a:lnTo>
                  <a:pt x="24472" y="36957"/>
                </a:lnTo>
                <a:lnTo>
                  <a:pt x="24472" y="104267"/>
                </a:lnTo>
                <a:lnTo>
                  <a:pt x="189166" y="104267"/>
                </a:lnTo>
                <a:lnTo>
                  <a:pt x="189166" y="372237"/>
                </a:lnTo>
                <a:lnTo>
                  <a:pt x="0" y="372237"/>
                </a:lnTo>
                <a:lnTo>
                  <a:pt x="0" y="439547"/>
                </a:lnTo>
                <a:lnTo>
                  <a:pt x="456057" y="439547"/>
                </a:lnTo>
                <a:lnTo>
                  <a:pt x="456057" y="372237"/>
                </a:lnTo>
                <a:close/>
              </a:path>
              <a:path w="2347595" h="469900">
                <a:moveTo>
                  <a:pt x="931824" y="114388"/>
                </a:moveTo>
                <a:lnTo>
                  <a:pt x="870864" y="88480"/>
                </a:lnTo>
                <a:lnTo>
                  <a:pt x="852538" y="136499"/>
                </a:lnTo>
                <a:lnTo>
                  <a:pt x="834047" y="181927"/>
                </a:lnTo>
                <a:lnTo>
                  <a:pt x="815276" y="224497"/>
                </a:lnTo>
                <a:lnTo>
                  <a:pt x="796086" y="263931"/>
                </a:lnTo>
                <a:lnTo>
                  <a:pt x="796086" y="10668"/>
                </a:lnTo>
                <a:lnTo>
                  <a:pt x="729030" y="10668"/>
                </a:lnTo>
                <a:lnTo>
                  <a:pt x="729030" y="378333"/>
                </a:lnTo>
                <a:lnTo>
                  <a:pt x="669505" y="378333"/>
                </a:lnTo>
                <a:lnTo>
                  <a:pt x="669505" y="10668"/>
                </a:lnTo>
                <a:lnTo>
                  <a:pt x="600925" y="10668"/>
                </a:lnTo>
                <a:lnTo>
                  <a:pt x="600925" y="257835"/>
                </a:lnTo>
                <a:lnTo>
                  <a:pt x="583488" y="214960"/>
                </a:lnTo>
                <a:lnTo>
                  <a:pt x="565480" y="171221"/>
                </a:lnTo>
                <a:lnTo>
                  <a:pt x="546874" y="126936"/>
                </a:lnTo>
                <a:lnTo>
                  <a:pt x="527672" y="82384"/>
                </a:lnTo>
                <a:lnTo>
                  <a:pt x="471284" y="108292"/>
                </a:lnTo>
                <a:lnTo>
                  <a:pt x="490486" y="154978"/>
                </a:lnTo>
                <a:lnTo>
                  <a:pt x="509384" y="203644"/>
                </a:lnTo>
                <a:lnTo>
                  <a:pt x="528294" y="254596"/>
                </a:lnTo>
                <a:lnTo>
                  <a:pt x="547484" y="308127"/>
                </a:lnTo>
                <a:lnTo>
                  <a:pt x="600925" y="285267"/>
                </a:lnTo>
                <a:lnTo>
                  <a:pt x="600925" y="378333"/>
                </a:lnTo>
                <a:lnTo>
                  <a:pt x="468236" y="378333"/>
                </a:lnTo>
                <a:lnTo>
                  <a:pt x="468236" y="443953"/>
                </a:lnTo>
                <a:lnTo>
                  <a:pt x="931824" y="443953"/>
                </a:lnTo>
                <a:lnTo>
                  <a:pt x="931824" y="378333"/>
                </a:lnTo>
                <a:lnTo>
                  <a:pt x="796086" y="378333"/>
                </a:lnTo>
                <a:lnTo>
                  <a:pt x="796086" y="283743"/>
                </a:lnTo>
                <a:lnTo>
                  <a:pt x="846480" y="308127"/>
                </a:lnTo>
                <a:lnTo>
                  <a:pt x="870534" y="256616"/>
                </a:lnTo>
                <a:lnTo>
                  <a:pt x="892581" y="207264"/>
                </a:lnTo>
                <a:lnTo>
                  <a:pt x="912914" y="159905"/>
                </a:lnTo>
                <a:lnTo>
                  <a:pt x="931824" y="114388"/>
                </a:lnTo>
                <a:close/>
              </a:path>
              <a:path w="2347595" h="469900">
                <a:moveTo>
                  <a:pt x="1128610" y="114388"/>
                </a:moveTo>
                <a:lnTo>
                  <a:pt x="1075182" y="85432"/>
                </a:lnTo>
                <a:lnTo>
                  <a:pt x="1066965" y="101155"/>
                </a:lnTo>
                <a:lnTo>
                  <a:pt x="1050531" y="130873"/>
                </a:lnTo>
                <a:lnTo>
                  <a:pt x="1043178" y="144868"/>
                </a:lnTo>
                <a:lnTo>
                  <a:pt x="1032052" y="145110"/>
                </a:lnTo>
                <a:lnTo>
                  <a:pt x="1012101" y="146164"/>
                </a:lnTo>
                <a:lnTo>
                  <a:pt x="1003554" y="146392"/>
                </a:lnTo>
                <a:lnTo>
                  <a:pt x="1018146" y="121780"/>
                </a:lnTo>
                <a:lnTo>
                  <a:pt x="1034605" y="93433"/>
                </a:lnTo>
                <a:lnTo>
                  <a:pt x="1053058" y="61061"/>
                </a:lnTo>
                <a:lnTo>
                  <a:pt x="1073658" y="24384"/>
                </a:lnTo>
                <a:lnTo>
                  <a:pt x="1014222" y="0"/>
                </a:lnTo>
                <a:lnTo>
                  <a:pt x="993025" y="49771"/>
                </a:lnTo>
                <a:lnTo>
                  <a:pt x="972832" y="91528"/>
                </a:lnTo>
                <a:lnTo>
                  <a:pt x="953490" y="125298"/>
                </a:lnTo>
                <a:lnTo>
                  <a:pt x="934872" y="151066"/>
                </a:lnTo>
                <a:lnTo>
                  <a:pt x="953160" y="205930"/>
                </a:lnTo>
                <a:lnTo>
                  <a:pt x="964361" y="203911"/>
                </a:lnTo>
                <a:lnTo>
                  <a:pt x="977252" y="202311"/>
                </a:lnTo>
                <a:lnTo>
                  <a:pt x="991831" y="201002"/>
                </a:lnTo>
                <a:lnTo>
                  <a:pt x="1008126" y="199834"/>
                </a:lnTo>
                <a:lnTo>
                  <a:pt x="990396" y="225513"/>
                </a:lnTo>
                <a:lnTo>
                  <a:pt x="973823" y="247510"/>
                </a:lnTo>
                <a:lnTo>
                  <a:pt x="958354" y="265493"/>
                </a:lnTo>
                <a:lnTo>
                  <a:pt x="944016" y="279171"/>
                </a:lnTo>
                <a:lnTo>
                  <a:pt x="959256" y="332511"/>
                </a:lnTo>
                <a:lnTo>
                  <a:pt x="985888" y="326821"/>
                </a:lnTo>
                <a:lnTo>
                  <a:pt x="1017638" y="321271"/>
                </a:lnTo>
                <a:lnTo>
                  <a:pt x="1054506" y="316014"/>
                </a:lnTo>
                <a:lnTo>
                  <a:pt x="1096518" y="311175"/>
                </a:lnTo>
                <a:lnTo>
                  <a:pt x="1096556" y="308660"/>
                </a:lnTo>
                <a:lnTo>
                  <a:pt x="1096657" y="303555"/>
                </a:lnTo>
                <a:lnTo>
                  <a:pt x="1096810" y="295732"/>
                </a:lnTo>
                <a:lnTo>
                  <a:pt x="1097699" y="281266"/>
                </a:lnTo>
                <a:lnTo>
                  <a:pt x="1099159" y="267677"/>
                </a:lnTo>
                <a:lnTo>
                  <a:pt x="1099235" y="267233"/>
                </a:lnTo>
                <a:lnTo>
                  <a:pt x="1099743" y="263931"/>
                </a:lnTo>
                <a:lnTo>
                  <a:pt x="1099807" y="263588"/>
                </a:lnTo>
                <a:lnTo>
                  <a:pt x="1101178" y="254787"/>
                </a:lnTo>
                <a:lnTo>
                  <a:pt x="1048575" y="261645"/>
                </a:lnTo>
                <a:lnTo>
                  <a:pt x="1029462" y="263931"/>
                </a:lnTo>
                <a:lnTo>
                  <a:pt x="1073848" y="201739"/>
                </a:lnTo>
                <a:lnTo>
                  <a:pt x="1100010" y="161366"/>
                </a:lnTo>
                <a:lnTo>
                  <a:pt x="1109116" y="146392"/>
                </a:lnTo>
                <a:lnTo>
                  <a:pt x="1128610" y="114388"/>
                </a:lnTo>
                <a:close/>
              </a:path>
              <a:path w="2347595" h="469900">
                <a:moveTo>
                  <a:pt x="1404645" y="402717"/>
                </a:moveTo>
                <a:lnTo>
                  <a:pt x="1362494" y="381000"/>
                </a:lnTo>
                <a:lnTo>
                  <a:pt x="1323784" y="352425"/>
                </a:lnTo>
                <a:lnTo>
                  <a:pt x="1344701" y="320382"/>
                </a:lnTo>
                <a:lnTo>
                  <a:pt x="1353185" y="303555"/>
                </a:lnTo>
                <a:lnTo>
                  <a:pt x="1361922" y="286219"/>
                </a:lnTo>
                <a:lnTo>
                  <a:pt x="1375727" y="250063"/>
                </a:lnTo>
                <a:lnTo>
                  <a:pt x="1386357" y="212026"/>
                </a:lnTo>
                <a:lnTo>
                  <a:pt x="1386357" y="155638"/>
                </a:lnTo>
                <a:lnTo>
                  <a:pt x="1320736" y="155638"/>
                </a:lnTo>
                <a:lnTo>
                  <a:pt x="1320736" y="212026"/>
                </a:lnTo>
                <a:lnTo>
                  <a:pt x="1313256" y="236651"/>
                </a:lnTo>
                <a:lnTo>
                  <a:pt x="1304353" y="260121"/>
                </a:lnTo>
                <a:lnTo>
                  <a:pt x="1293723" y="282409"/>
                </a:lnTo>
                <a:lnTo>
                  <a:pt x="1281112" y="303555"/>
                </a:lnTo>
                <a:lnTo>
                  <a:pt x="1258798" y="267233"/>
                </a:lnTo>
                <a:lnTo>
                  <a:pt x="1243545" y="236410"/>
                </a:lnTo>
                <a:lnTo>
                  <a:pt x="1237627" y="224447"/>
                </a:lnTo>
                <a:lnTo>
                  <a:pt x="1217587" y="175069"/>
                </a:lnTo>
                <a:lnTo>
                  <a:pt x="1198714" y="118960"/>
                </a:lnTo>
                <a:lnTo>
                  <a:pt x="1199591" y="110731"/>
                </a:lnTo>
                <a:lnTo>
                  <a:pt x="1199629" y="109994"/>
                </a:lnTo>
                <a:lnTo>
                  <a:pt x="1200048" y="102196"/>
                </a:lnTo>
                <a:lnTo>
                  <a:pt x="1200073" y="101155"/>
                </a:lnTo>
                <a:lnTo>
                  <a:pt x="1200213" y="93675"/>
                </a:lnTo>
                <a:lnTo>
                  <a:pt x="1200238" y="85432"/>
                </a:lnTo>
                <a:lnTo>
                  <a:pt x="1284160" y="85432"/>
                </a:lnTo>
                <a:lnTo>
                  <a:pt x="1252156" y="155638"/>
                </a:lnTo>
                <a:lnTo>
                  <a:pt x="1252156" y="212026"/>
                </a:lnTo>
                <a:lnTo>
                  <a:pt x="1320736" y="212026"/>
                </a:lnTo>
                <a:lnTo>
                  <a:pt x="1320736" y="155638"/>
                </a:lnTo>
                <a:lnTo>
                  <a:pt x="1357312" y="82384"/>
                </a:lnTo>
                <a:lnTo>
                  <a:pt x="1357312" y="27432"/>
                </a:lnTo>
                <a:lnTo>
                  <a:pt x="1105750" y="27432"/>
                </a:lnTo>
                <a:lnTo>
                  <a:pt x="1105750" y="85432"/>
                </a:lnTo>
                <a:lnTo>
                  <a:pt x="1137754" y="85432"/>
                </a:lnTo>
                <a:lnTo>
                  <a:pt x="1137640" y="121780"/>
                </a:lnTo>
                <a:lnTo>
                  <a:pt x="1136230" y="161734"/>
                </a:lnTo>
                <a:lnTo>
                  <a:pt x="1132014" y="214642"/>
                </a:lnTo>
                <a:lnTo>
                  <a:pt x="1124788" y="263588"/>
                </a:lnTo>
                <a:lnTo>
                  <a:pt x="1114488" y="308660"/>
                </a:lnTo>
                <a:lnTo>
                  <a:pt x="1101026" y="349923"/>
                </a:lnTo>
                <a:lnTo>
                  <a:pt x="1084326" y="387477"/>
                </a:lnTo>
                <a:lnTo>
                  <a:pt x="1084580" y="378091"/>
                </a:lnTo>
                <a:lnTo>
                  <a:pt x="1085278" y="368427"/>
                </a:lnTo>
                <a:lnTo>
                  <a:pt x="1085354" y="367563"/>
                </a:lnTo>
                <a:lnTo>
                  <a:pt x="1085405" y="367169"/>
                </a:lnTo>
                <a:lnTo>
                  <a:pt x="1086243" y="358762"/>
                </a:lnTo>
                <a:lnTo>
                  <a:pt x="1087374" y="349377"/>
                </a:lnTo>
                <a:lnTo>
                  <a:pt x="975029" y="367169"/>
                </a:lnTo>
                <a:lnTo>
                  <a:pt x="936396" y="372237"/>
                </a:lnTo>
                <a:lnTo>
                  <a:pt x="947064" y="436333"/>
                </a:lnTo>
                <a:lnTo>
                  <a:pt x="1062990" y="414909"/>
                </a:lnTo>
                <a:lnTo>
                  <a:pt x="1073277" y="426707"/>
                </a:lnTo>
                <a:lnTo>
                  <a:pt x="1083564" y="439191"/>
                </a:lnTo>
                <a:lnTo>
                  <a:pt x="1093978" y="452640"/>
                </a:lnTo>
                <a:lnTo>
                  <a:pt x="1104226" y="466813"/>
                </a:lnTo>
                <a:lnTo>
                  <a:pt x="1129474" y="431863"/>
                </a:lnTo>
                <a:lnTo>
                  <a:pt x="1150404" y="391185"/>
                </a:lnTo>
                <a:lnTo>
                  <a:pt x="1167104" y="344957"/>
                </a:lnTo>
                <a:lnTo>
                  <a:pt x="1179626" y="293319"/>
                </a:lnTo>
                <a:lnTo>
                  <a:pt x="1188046" y="236410"/>
                </a:lnTo>
                <a:lnTo>
                  <a:pt x="1188135" y="236651"/>
                </a:lnTo>
                <a:lnTo>
                  <a:pt x="1199769" y="267233"/>
                </a:lnTo>
                <a:lnTo>
                  <a:pt x="1212443" y="295935"/>
                </a:lnTo>
                <a:lnTo>
                  <a:pt x="1226235" y="322275"/>
                </a:lnTo>
                <a:lnTo>
                  <a:pt x="1241488" y="346329"/>
                </a:lnTo>
                <a:lnTo>
                  <a:pt x="1220876" y="364896"/>
                </a:lnTo>
                <a:lnTo>
                  <a:pt x="1198156" y="381762"/>
                </a:lnTo>
                <a:lnTo>
                  <a:pt x="1173454" y="396900"/>
                </a:lnTo>
                <a:lnTo>
                  <a:pt x="1146898" y="410337"/>
                </a:lnTo>
                <a:lnTo>
                  <a:pt x="1156284" y="423468"/>
                </a:lnTo>
                <a:lnTo>
                  <a:pt x="1165948" y="437629"/>
                </a:lnTo>
                <a:lnTo>
                  <a:pt x="1175613" y="452640"/>
                </a:lnTo>
                <a:lnTo>
                  <a:pt x="1184998" y="468337"/>
                </a:lnTo>
                <a:lnTo>
                  <a:pt x="1212469" y="452018"/>
                </a:lnTo>
                <a:lnTo>
                  <a:pt x="1237818" y="434962"/>
                </a:lnTo>
                <a:lnTo>
                  <a:pt x="1261160" y="417042"/>
                </a:lnTo>
                <a:lnTo>
                  <a:pt x="1282636" y="398145"/>
                </a:lnTo>
                <a:lnTo>
                  <a:pt x="1301254" y="416737"/>
                </a:lnTo>
                <a:lnTo>
                  <a:pt x="1320736" y="433628"/>
                </a:lnTo>
                <a:lnTo>
                  <a:pt x="1341348" y="448805"/>
                </a:lnTo>
                <a:lnTo>
                  <a:pt x="1363408" y="462241"/>
                </a:lnTo>
                <a:lnTo>
                  <a:pt x="1371168" y="449948"/>
                </a:lnTo>
                <a:lnTo>
                  <a:pt x="1380629" y="435914"/>
                </a:lnTo>
                <a:lnTo>
                  <a:pt x="1391780" y="420166"/>
                </a:lnTo>
                <a:lnTo>
                  <a:pt x="1404645" y="402717"/>
                </a:lnTo>
                <a:close/>
              </a:path>
              <a:path w="2347595" h="469900">
                <a:moveTo>
                  <a:pt x="1637906" y="166306"/>
                </a:moveTo>
                <a:lnTo>
                  <a:pt x="1611909" y="153085"/>
                </a:lnTo>
                <a:lnTo>
                  <a:pt x="1586471" y="140881"/>
                </a:lnTo>
                <a:lnTo>
                  <a:pt x="1561617" y="129565"/>
                </a:lnTo>
                <a:lnTo>
                  <a:pt x="1537322" y="118960"/>
                </a:lnTo>
                <a:lnTo>
                  <a:pt x="1509890" y="163258"/>
                </a:lnTo>
                <a:lnTo>
                  <a:pt x="1532229" y="174117"/>
                </a:lnTo>
                <a:lnTo>
                  <a:pt x="1555991" y="186118"/>
                </a:lnTo>
                <a:lnTo>
                  <a:pt x="1608950" y="213550"/>
                </a:lnTo>
                <a:lnTo>
                  <a:pt x="1637906" y="166306"/>
                </a:lnTo>
                <a:close/>
              </a:path>
              <a:path w="2347595" h="469900">
                <a:moveTo>
                  <a:pt x="1857552" y="48768"/>
                </a:moveTo>
                <a:lnTo>
                  <a:pt x="1692871" y="48768"/>
                </a:lnTo>
                <a:lnTo>
                  <a:pt x="1688325" y="34721"/>
                </a:lnTo>
                <a:lnTo>
                  <a:pt x="1683918" y="22098"/>
                </a:lnTo>
                <a:lnTo>
                  <a:pt x="1679803" y="10617"/>
                </a:lnTo>
                <a:lnTo>
                  <a:pt x="1676107" y="0"/>
                </a:lnTo>
                <a:lnTo>
                  <a:pt x="1596758" y="9144"/>
                </a:lnTo>
                <a:lnTo>
                  <a:pt x="1600212" y="17691"/>
                </a:lnTo>
                <a:lnTo>
                  <a:pt x="1603806" y="27241"/>
                </a:lnTo>
                <a:lnTo>
                  <a:pt x="1607693" y="37642"/>
                </a:lnTo>
                <a:lnTo>
                  <a:pt x="1611998" y="48768"/>
                </a:lnTo>
                <a:lnTo>
                  <a:pt x="1422933" y="48768"/>
                </a:lnTo>
                <a:lnTo>
                  <a:pt x="1422933" y="170878"/>
                </a:lnTo>
                <a:lnTo>
                  <a:pt x="1488465" y="170878"/>
                </a:lnTo>
                <a:lnTo>
                  <a:pt x="1488465" y="105244"/>
                </a:lnTo>
                <a:lnTo>
                  <a:pt x="1793544" y="105244"/>
                </a:lnTo>
                <a:lnTo>
                  <a:pt x="1793544" y="170878"/>
                </a:lnTo>
                <a:lnTo>
                  <a:pt x="1857552" y="170878"/>
                </a:lnTo>
                <a:lnTo>
                  <a:pt x="1857552" y="105244"/>
                </a:lnTo>
                <a:lnTo>
                  <a:pt x="1857552" y="48768"/>
                </a:lnTo>
                <a:close/>
              </a:path>
              <a:path w="2347595" h="469900">
                <a:moveTo>
                  <a:pt x="1868220" y="277647"/>
                </a:moveTo>
                <a:lnTo>
                  <a:pt x="1705063" y="277647"/>
                </a:lnTo>
                <a:lnTo>
                  <a:pt x="1709331" y="246456"/>
                </a:lnTo>
                <a:lnTo>
                  <a:pt x="1709407" y="245592"/>
                </a:lnTo>
                <a:lnTo>
                  <a:pt x="1715566" y="168643"/>
                </a:lnTo>
                <a:lnTo>
                  <a:pt x="1715757" y="163258"/>
                </a:lnTo>
                <a:lnTo>
                  <a:pt x="1717255" y="122008"/>
                </a:lnTo>
                <a:lnTo>
                  <a:pt x="1651723" y="122008"/>
                </a:lnTo>
                <a:lnTo>
                  <a:pt x="1650885" y="167792"/>
                </a:lnTo>
                <a:lnTo>
                  <a:pt x="1650834" y="168643"/>
                </a:lnTo>
                <a:lnTo>
                  <a:pt x="1648472" y="208978"/>
                </a:lnTo>
                <a:lnTo>
                  <a:pt x="1648358" y="210121"/>
                </a:lnTo>
                <a:lnTo>
                  <a:pt x="1644611" y="245592"/>
                </a:lnTo>
                <a:lnTo>
                  <a:pt x="1639430" y="277647"/>
                </a:lnTo>
                <a:lnTo>
                  <a:pt x="1569326" y="277647"/>
                </a:lnTo>
                <a:lnTo>
                  <a:pt x="1598282" y="233362"/>
                </a:lnTo>
                <a:lnTo>
                  <a:pt x="1571447" y="218198"/>
                </a:lnTo>
                <a:lnTo>
                  <a:pt x="1545894" y="204597"/>
                </a:lnTo>
                <a:lnTo>
                  <a:pt x="1521739" y="192430"/>
                </a:lnTo>
                <a:lnTo>
                  <a:pt x="1499133" y="181546"/>
                </a:lnTo>
                <a:lnTo>
                  <a:pt x="1470177" y="227266"/>
                </a:lnTo>
                <a:lnTo>
                  <a:pt x="1491335" y="238137"/>
                </a:lnTo>
                <a:lnTo>
                  <a:pt x="1513662" y="250177"/>
                </a:lnTo>
                <a:lnTo>
                  <a:pt x="1537119" y="263347"/>
                </a:lnTo>
                <a:lnTo>
                  <a:pt x="1561706" y="277647"/>
                </a:lnTo>
                <a:lnTo>
                  <a:pt x="1413789" y="277647"/>
                </a:lnTo>
                <a:lnTo>
                  <a:pt x="1413789" y="335559"/>
                </a:lnTo>
                <a:lnTo>
                  <a:pt x="1618094" y="335559"/>
                </a:lnTo>
                <a:lnTo>
                  <a:pt x="1589811" y="359029"/>
                </a:lnTo>
                <a:lnTo>
                  <a:pt x="1548371" y="378891"/>
                </a:lnTo>
                <a:lnTo>
                  <a:pt x="1493761" y="395020"/>
                </a:lnTo>
                <a:lnTo>
                  <a:pt x="1425981" y="407289"/>
                </a:lnTo>
                <a:lnTo>
                  <a:pt x="1434528" y="419849"/>
                </a:lnTo>
                <a:lnTo>
                  <a:pt x="1444078" y="434581"/>
                </a:lnTo>
                <a:lnTo>
                  <a:pt x="1454480" y="451307"/>
                </a:lnTo>
                <a:lnTo>
                  <a:pt x="1465605" y="469861"/>
                </a:lnTo>
                <a:lnTo>
                  <a:pt x="1524520" y="457047"/>
                </a:lnTo>
                <a:lnTo>
                  <a:pt x="1575422" y="439343"/>
                </a:lnTo>
                <a:lnTo>
                  <a:pt x="1618335" y="417068"/>
                </a:lnTo>
                <a:lnTo>
                  <a:pt x="1653247" y="390525"/>
                </a:lnTo>
                <a:lnTo>
                  <a:pt x="1700136" y="408203"/>
                </a:lnTo>
                <a:lnTo>
                  <a:pt x="1842312" y="465289"/>
                </a:lnTo>
                <a:lnTo>
                  <a:pt x="1866696" y="407289"/>
                </a:lnTo>
                <a:lnTo>
                  <a:pt x="1821675" y="390525"/>
                </a:lnTo>
                <a:lnTo>
                  <a:pt x="1777314" y="374904"/>
                </a:lnTo>
                <a:lnTo>
                  <a:pt x="1686775" y="344805"/>
                </a:lnTo>
                <a:lnTo>
                  <a:pt x="1688299" y="340233"/>
                </a:lnTo>
                <a:lnTo>
                  <a:pt x="1689823" y="337185"/>
                </a:lnTo>
                <a:lnTo>
                  <a:pt x="1689823" y="335559"/>
                </a:lnTo>
                <a:lnTo>
                  <a:pt x="1868220" y="335559"/>
                </a:lnTo>
                <a:lnTo>
                  <a:pt x="1868220" y="277647"/>
                </a:lnTo>
                <a:close/>
              </a:path>
              <a:path w="2347595" h="469900">
                <a:moveTo>
                  <a:pt x="2319617" y="64109"/>
                </a:moveTo>
                <a:lnTo>
                  <a:pt x="2301379" y="47713"/>
                </a:lnTo>
                <a:lnTo>
                  <a:pt x="2283422" y="32778"/>
                </a:lnTo>
                <a:lnTo>
                  <a:pt x="2266035" y="18999"/>
                </a:lnTo>
                <a:lnTo>
                  <a:pt x="2249513" y="6096"/>
                </a:lnTo>
                <a:lnTo>
                  <a:pt x="2212937" y="44196"/>
                </a:lnTo>
                <a:lnTo>
                  <a:pt x="2230678" y="59131"/>
                </a:lnTo>
                <a:lnTo>
                  <a:pt x="2247417" y="74193"/>
                </a:lnTo>
                <a:lnTo>
                  <a:pt x="2263305" y="89509"/>
                </a:lnTo>
                <a:lnTo>
                  <a:pt x="2278469" y="105257"/>
                </a:lnTo>
                <a:lnTo>
                  <a:pt x="2319617" y="64109"/>
                </a:lnTo>
                <a:close/>
              </a:path>
              <a:path w="2347595" h="469900">
                <a:moveTo>
                  <a:pt x="2347150" y="329476"/>
                </a:moveTo>
                <a:lnTo>
                  <a:pt x="2327084" y="322021"/>
                </a:lnTo>
                <a:lnTo>
                  <a:pt x="2310485" y="315569"/>
                </a:lnTo>
                <a:lnTo>
                  <a:pt x="2297328" y="309968"/>
                </a:lnTo>
                <a:lnTo>
                  <a:pt x="2287613" y="305092"/>
                </a:lnTo>
                <a:lnTo>
                  <a:pt x="2286190" y="328028"/>
                </a:lnTo>
                <a:lnTo>
                  <a:pt x="2281618" y="367550"/>
                </a:lnTo>
                <a:lnTo>
                  <a:pt x="2272373" y="393573"/>
                </a:lnTo>
                <a:lnTo>
                  <a:pt x="2266277" y="393573"/>
                </a:lnTo>
                <a:lnTo>
                  <a:pt x="2263229" y="392049"/>
                </a:lnTo>
                <a:lnTo>
                  <a:pt x="2260181" y="387477"/>
                </a:lnTo>
                <a:lnTo>
                  <a:pt x="2252700" y="375208"/>
                </a:lnTo>
                <a:lnTo>
                  <a:pt x="2252014" y="373761"/>
                </a:lnTo>
                <a:lnTo>
                  <a:pt x="2250554" y="370713"/>
                </a:lnTo>
                <a:lnTo>
                  <a:pt x="2246084" y="361365"/>
                </a:lnTo>
                <a:lnTo>
                  <a:pt x="2243747" y="355473"/>
                </a:lnTo>
                <a:lnTo>
                  <a:pt x="2239937" y="345795"/>
                </a:lnTo>
                <a:lnTo>
                  <a:pt x="2234273" y="329476"/>
                </a:lnTo>
                <a:lnTo>
                  <a:pt x="2261184" y="303199"/>
                </a:lnTo>
                <a:lnTo>
                  <a:pt x="2287244" y="274789"/>
                </a:lnTo>
                <a:lnTo>
                  <a:pt x="2296337" y="263944"/>
                </a:lnTo>
                <a:lnTo>
                  <a:pt x="2312746" y="244348"/>
                </a:lnTo>
                <a:lnTo>
                  <a:pt x="2338006" y="212026"/>
                </a:lnTo>
                <a:lnTo>
                  <a:pt x="2286089" y="176974"/>
                </a:lnTo>
                <a:lnTo>
                  <a:pt x="2268969" y="201472"/>
                </a:lnTo>
                <a:lnTo>
                  <a:pt x="2251989" y="224421"/>
                </a:lnTo>
                <a:lnTo>
                  <a:pt x="2235301" y="245376"/>
                </a:lnTo>
                <a:lnTo>
                  <a:pt x="2219033" y="263944"/>
                </a:lnTo>
                <a:lnTo>
                  <a:pt x="2213889" y="222707"/>
                </a:lnTo>
                <a:lnTo>
                  <a:pt x="2211527" y="200406"/>
                </a:lnTo>
                <a:lnTo>
                  <a:pt x="2210536" y="186118"/>
                </a:lnTo>
                <a:lnTo>
                  <a:pt x="2209889" y="176974"/>
                </a:lnTo>
                <a:lnTo>
                  <a:pt x="2338006" y="157162"/>
                </a:lnTo>
                <a:lnTo>
                  <a:pt x="2333815" y="120497"/>
                </a:lnTo>
                <a:lnTo>
                  <a:pt x="2331910" y="103733"/>
                </a:lnTo>
                <a:lnTo>
                  <a:pt x="2206841" y="120497"/>
                </a:lnTo>
                <a:lnTo>
                  <a:pt x="2202269" y="1524"/>
                </a:lnTo>
                <a:lnTo>
                  <a:pt x="2136648" y="1524"/>
                </a:lnTo>
                <a:lnTo>
                  <a:pt x="2136698" y="3048"/>
                </a:lnTo>
                <a:lnTo>
                  <a:pt x="2136813" y="6096"/>
                </a:lnTo>
                <a:lnTo>
                  <a:pt x="2137803" y="33540"/>
                </a:lnTo>
                <a:lnTo>
                  <a:pt x="2139124" y="65582"/>
                </a:lnTo>
                <a:lnTo>
                  <a:pt x="2140712" y="97612"/>
                </a:lnTo>
                <a:lnTo>
                  <a:pt x="2142744" y="129641"/>
                </a:lnTo>
                <a:lnTo>
                  <a:pt x="2080260" y="138785"/>
                </a:lnTo>
                <a:lnTo>
                  <a:pt x="2087880" y="193738"/>
                </a:lnTo>
                <a:lnTo>
                  <a:pt x="2145792" y="186118"/>
                </a:lnTo>
                <a:lnTo>
                  <a:pt x="2149475" y="223253"/>
                </a:lnTo>
                <a:lnTo>
                  <a:pt x="2153602" y="256844"/>
                </a:lnTo>
                <a:lnTo>
                  <a:pt x="2157996" y="286715"/>
                </a:lnTo>
                <a:lnTo>
                  <a:pt x="2162556" y="312712"/>
                </a:lnTo>
                <a:lnTo>
                  <a:pt x="2147354" y="324104"/>
                </a:lnTo>
                <a:lnTo>
                  <a:pt x="2131314" y="335229"/>
                </a:lnTo>
                <a:lnTo>
                  <a:pt x="2114118" y="345795"/>
                </a:lnTo>
                <a:lnTo>
                  <a:pt x="2095500" y="355473"/>
                </a:lnTo>
                <a:lnTo>
                  <a:pt x="2095500" y="270040"/>
                </a:lnTo>
                <a:lnTo>
                  <a:pt x="2095500" y="216598"/>
                </a:lnTo>
                <a:lnTo>
                  <a:pt x="2035962" y="216598"/>
                </a:lnTo>
                <a:lnTo>
                  <a:pt x="2035962" y="270040"/>
                </a:lnTo>
                <a:lnTo>
                  <a:pt x="2035962" y="370713"/>
                </a:lnTo>
                <a:lnTo>
                  <a:pt x="1955190" y="370713"/>
                </a:lnTo>
                <a:lnTo>
                  <a:pt x="1955190" y="270040"/>
                </a:lnTo>
                <a:lnTo>
                  <a:pt x="2035962" y="270040"/>
                </a:lnTo>
                <a:lnTo>
                  <a:pt x="2035962" y="216598"/>
                </a:lnTo>
                <a:lnTo>
                  <a:pt x="2017674" y="216598"/>
                </a:lnTo>
                <a:lnTo>
                  <a:pt x="2017674" y="129641"/>
                </a:lnTo>
                <a:lnTo>
                  <a:pt x="2106168" y="129641"/>
                </a:lnTo>
                <a:lnTo>
                  <a:pt x="2106168" y="74777"/>
                </a:lnTo>
                <a:lnTo>
                  <a:pt x="2017674" y="74777"/>
                </a:lnTo>
                <a:lnTo>
                  <a:pt x="2017674" y="3048"/>
                </a:lnTo>
                <a:lnTo>
                  <a:pt x="1953666" y="3048"/>
                </a:lnTo>
                <a:lnTo>
                  <a:pt x="1953666" y="216598"/>
                </a:lnTo>
                <a:lnTo>
                  <a:pt x="1895665" y="216598"/>
                </a:lnTo>
                <a:lnTo>
                  <a:pt x="1895665" y="453110"/>
                </a:lnTo>
                <a:lnTo>
                  <a:pt x="1955190" y="453110"/>
                </a:lnTo>
                <a:lnTo>
                  <a:pt x="1955190" y="425577"/>
                </a:lnTo>
                <a:lnTo>
                  <a:pt x="2035962" y="425577"/>
                </a:lnTo>
                <a:lnTo>
                  <a:pt x="2035962" y="448538"/>
                </a:lnTo>
                <a:lnTo>
                  <a:pt x="2095500" y="448538"/>
                </a:lnTo>
                <a:lnTo>
                  <a:pt x="2095500" y="425577"/>
                </a:lnTo>
                <a:lnTo>
                  <a:pt x="2095500" y="387477"/>
                </a:lnTo>
                <a:lnTo>
                  <a:pt x="2102065" y="395198"/>
                </a:lnTo>
                <a:lnTo>
                  <a:pt x="2108073" y="402336"/>
                </a:lnTo>
                <a:lnTo>
                  <a:pt x="2113496" y="408914"/>
                </a:lnTo>
                <a:lnTo>
                  <a:pt x="2118360" y="414909"/>
                </a:lnTo>
                <a:lnTo>
                  <a:pt x="2134336" y="405485"/>
                </a:lnTo>
                <a:lnTo>
                  <a:pt x="2150173" y="395478"/>
                </a:lnTo>
                <a:lnTo>
                  <a:pt x="2161933" y="387477"/>
                </a:lnTo>
                <a:lnTo>
                  <a:pt x="2165718" y="384911"/>
                </a:lnTo>
                <a:lnTo>
                  <a:pt x="2180844" y="373761"/>
                </a:lnTo>
                <a:lnTo>
                  <a:pt x="2198586" y="414058"/>
                </a:lnTo>
                <a:lnTo>
                  <a:pt x="2219591" y="443191"/>
                </a:lnTo>
                <a:lnTo>
                  <a:pt x="2243721" y="460870"/>
                </a:lnTo>
                <a:lnTo>
                  <a:pt x="2270849" y="466826"/>
                </a:lnTo>
                <a:lnTo>
                  <a:pt x="2284857" y="465416"/>
                </a:lnTo>
                <a:lnTo>
                  <a:pt x="2324595" y="430580"/>
                </a:lnTo>
                <a:lnTo>
                  <a:pt x="2335339" y="393573"/>
                </a:lnTo>
                <a:lnTo>
                  <a:pt x="2340025" y="372706"/>
                </a:lnTo>
                <a:lnTo>
                  <a:pt x="2347150" y="329476"/>
                </a:lnTo>
                <a:close/>
              </a:path>
            </a:pathLst>
          </a:custGeom>
          <a:solidFill>
            <a:srgbClr val="05956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object 2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95459" y="3891438"/>
            <a:ext cx="1503711" cy="201358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44046" y="3889914"/>
            <a:ext cx="2464498" cy="202882"/>
          </a:xfrm>
          <a:prstGeom prst="rect">
            <a:avLst/>
          </a:prstGeom>
        </p:spPr>
      </p:pic>
      <p:grpSp>
        <p:nvGrpSpPr>
          <p:cNvPr id="24" name="object 24" descr=""/>
          <p:cNvGrpSpPr/>
          <p:nvPr/>
        </p:nvGrpSpPr>
        <p:grpSpPr>
          <a:xfrm>
            <a:off x="2604516" y="4675632"/>
            <a:ext cx="1480185" cy="634365"/>
            <a:chOff x="2604516" y="4675632"/>
            <a:chExt cx="1480185" cy="634365"/>
          </a:xfrm>
        </p:grpSpPr>
        <p:pic>
          <p:nvPicPr>
            <p:cNvPr id="25" name="object 2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04516" y="4675632"/>
              <a:ext cx="1479803" cy="633983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70233" y="4707631"/>
              <a:ext cx="1348082" cy="541505"/>
            </a:xfrm>
            <a:prstGeom prst="rect">
              <a:avLst/>
            </a:prstGeom>
          </p:spPr>
        </p:pic>
      </p:grpSp>
      <p:grpSp>
        <p:nvGrpSpPr>
          <p:cNvPr id="27" name="object 27" descr=""/>
          <p:cNvGrpSpPr/>
          <p:nvPr/>
        </p:nvGrpSpPr>
        <p:grpSpPr>
          <a:xfrm>
            <a:off x="4297679" y="4675632"/>
            <a:ext cx="1762125" cy="634365"/>
            <a:chOff x="4297679" y="4675632"/>
            <a:chExt cx="1762125" cy="634365"/>
          </a:xfrm>
        </p:grpSpPr>
        <p:pic>
          <p:nvPicPr>
            <p:cNvPr id="28" name="object 2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97679" y="4675632"/>
              <a:ext cx="1761743" cy="633983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61492" y="4707631"/>
              <a:ext cx="1630308" cy="541505"/>
            </a:xfrm>
            <a:prstGeom prst="rect">
              <a:avLst/>
            </a:prstGeom>
          </p:spPr>
        </p:pic>
      </p:grpSp>
      <p:grpSp>
        <p:nvGrpSpPr>
          <p:cNvPr id="30" name="object 30" descr=""/>
          <p:cNvGrpSpPr/>
          <p:nvPr/>
        </p:nvGrpSpPr>
        <p:grpSpPr>
          <a:xfrm>
            <a:off x="6271260" y="4675632"/>
            <a:ext cx="1828800" cy="634365"/>
            <a:chOff x="6271260" y="4675632"/>
            <a:chExt cx="1828800" cy="634365"/>
          </a:xfrm>
        </p:grpSpPr>
        <p:pic>
          <p:nvPicPr>
            <p:cNvPr id="31" name="object 3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71260" y="4675632"/>
              <a:ext cx="1828800" cy="633983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34882" y="4707631"/>
              <a:ext cx="1698983" cy="541505"/>
            </a:xfrm>
            <a:prstGeom prst="rect">
              <a:avLst/>
            </a:prstGeom>
          </p:spPr>
        </p:pic>
      </p:grpSp>
      <p:sp>
        <p:nvSpPr>
          <p:cNvPr id="33" name="object 33" descr=""/>
          <p:cNvSpPr/>
          <p:nvPr/>
        </p:nvSpPr>
        <p:spPr>
          <a:xfrm>
            <a:off x="387095" y="6466332"/>
            <a:ext cx="9939655" cy="9525"/>
          </a:xfrm>
          <a:custGeom>
            <a:avLst/>
            <a:gdLst/>
            <a:ahLst/>
            <a:cxnLst/>
            <a:rect l="l" t="t" r="r" b="b"/>
            <a:pathLst>
              <a:path w="9939655" h="9525">
                <a:moveTo>
                  <a:pt x="9939528" y="9144"/>
                </a:moveTo>
                <a:lnTo>
                  <a:pt x="0" y="9144"/>
                </a:lnTo>
                <a:lnTo>
                  <a:pt x="0" y="0"/>
                </a:lnTo>
                <a:lnTo>
                  <a:pt x="9939528" y="0"/>
                </a:lnTo>
                <a:lnTo>
                  <a:pt x="9939528" y="9144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4" name="object 34" descr=""/>
          <p:cNvGrpSpPr/>
          <p:nvPr/>
        </p:nvGrpSpPr>
        <p:grpSpPr>
          <a:xfrm>
            <a:off x="384143" y="6590156"/>
            <a:ext cx="369570" cy="107314"/>
            <a:chOff x="384143" y="6590156"/>
            <a:chExt cx="369570" cy="107314"/>
          </a:xfrm>
        </p:grpSpPr>
        <p:pic>
          <p:nvPicPr>
            <p:cNvPr id="35" name="object 3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4143" y="6590156"/>
              <a:ext cx="332422" cy="106775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739425" y="6620636"/>
              <a:ext cx="13970" cy="62865"/>
            </a:xfrm>
            <a:custGeom>
              <a:avLst/>
              <a:gdLst/>
              <a:ahLst/>
              <a:cxnLst/>
              <a:rect l="l" t="t" r="r" b="b"/>
              <a:pathLst>
                <a:path w="13970" h="62865">
                  <a:moveTo>
                    <a:pt x="12287" y="12192"/>
                  </a:moveTo>
                  <a:lnTo>
                    <a:pt x="1524" y="12192"/>
                  </a:lnTo>
                  <a:lnTo>
                    <a:pt x="0" y="10668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10668" y="0"/>
                  </a:lnTo>
                  <a:lnTo>
                    <a:pt x="12287" y="1524"/>
                  </a:lnTo>
                  <a:lnTo>
                    <a:pt x="13811" y="3048"/>
                  </a:lnTo>
                  <a:lnTo>
                    <a:pt x="13811" y="10668"/>
                  </a:lnTo>
                  <a:lnTo>
                    <a:pt x="12287" y="12192"/>
                  </a:lnTo>
                  <a:close/>
                </a:path>
                <a:path w="13970" h="62865">
                  <a:moveTo>
                    <a:pt x="9144" y="13716"/>
                  </a:moveTo>
                  <a:lnTo>
                    <a:pt x="4572" y="13716"/>
                  </a:lnTo>
                  <a:lnTo>
                    <a:pt x="3048" y="12192"/>
                  </a:lnTo>
                  <a:lnTo>
                    <a:pt x="10668" y="12192"/>
                  </a:lnTo>
                  <a:lnTo>
                    <a:pt x="9144" y="13716"/>
                  </a:lnTo>
                  <a:close/>
                </a:path>
                <a:path w="13970" h="62865">
                  <a:moveTo>
                    <a:pt x="10668" y="62579"/>
                  </a:moveTo>
                  <a:lnTo>
                    <a:pt x="3048" y="62579"/>
                  </a:lnTo>
                  <a:lnTo>
                    <a:pt x="0" y="59531"/>
                  </a:lnTo>
                  <a:lnTo>
                    <a:pt x="0" y="51911"/>
                  </a:lnTo>
                  <a:lnTo>
                    <a:pt x="3048" y="48863"/>
                  </a:lnTo>
                  <a:lnTo>
                    <a:pt x="10668" y="48863"/>
                  </a:lnTo>
                  <a:lnTo>
                    <a:pt x="12287" y="50387"/>
                  </a:lnTo>
                  <a:lnTo>
                    <a:pt x="13811" y="51911"/>
                  </a:lnTo>
                  <a:lnTo>
                    <a:pt x="13811" y="59531"/>
                  </a:lnTo>
                  <a:lnTo>
                    <a:pt x="12287" y="61055"/>
                  </a:lnTo>
                  <a:lnTo>
                    <a:pt x="10668" y="62579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 descr=""/>
          <p:cNvGrpSpPr/>
          <p:nvPr/>
        </p:nvGrpSpPr>
        <p:grpSpPr>
          <a:xfrm>
            <a:off x="841629" y="6588632"/>
            <a:ext cx="503555" cy="108585"/>
            <a:chOff x="841629" y="6588632"/>
            <a:chExt cx="503555" cy="108585"/>
          </a:xfrm>
        </p:grpSpPr>
        <p:pic>
          <p:nvPicPr>
            <p:cNvPr id="38" name="object 3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1629" y="6588632"/>
              <a:ext cx="462152" cy="108299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1323594" y="6596608"/>
              <a:ext cx="21590" cy="100330"/>
            </a:xfrm>
            <a:custGeom>
              <a:avLst/>
              <a:gdLst/>
              <a:ahLst/>
              <a:cxnLst/>
              <a:rect l="l" t="t" r="r" b="b"/>
              <a:pathLst>
                <a:path w="21590" h="100329">
                  <a:moveTo>
                    <a:pt x="21336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12192" y="7620"/>
                  </a:lnTo>
                  <a:lnTo>
                    <a:pt x="12192" y="92710"/>
                  </a:lnTo>
                  <a:lnTo>
                    <a:pt x="0" y="92710"/>
                  </a:lnTo>
                  <a:lnTo>
                    <a:pt x="0" y="100330"/>
                  </a:lnTo>
                  <a:lnTo>
                    <a:pt x="21336" y="100330"/>
                  </a:lnTo>
                  <a:lnTo>
                    <a:pt x="21336" y="92710"/>
                  </a:lnTo>
                  <a:lnTo>
                    <a:pt x="21336" y="7620"/>
                  </a:lnTo>
                  <a:lnTo>
                    <a:pt x="21336" y="0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0" name="object 40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351454" y="6588632"/>
            <a:ext cx="962405" cy="1082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355" y="812863"/>
            <a:ext cx="337089" cy="21659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6431" y="811339"/>
            <a:ext cx="190595" cy="21812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305" y="864679"/>
            <a:ext cx="155543" cy="164782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1379886" y="812863"/>
            <a:ext cx="514350" cy="217170"/>
            <a:chOff x="1379886" y="812863"/>
            <a:chExt cx="514350" cy="217170"/>
          </a:xfrm>
        </p:grpSpPr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9886" y="864679"/>
              <a:ext cx="155543" cy="164782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59909" y="812863"/>
              <a:ext cx="154019" cy="21507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42884" y="864679"/>
              <a:ext cx="150971" cy="164782"/>
            </a:xfrm>
            <a:prstGeom prst="rect">
              <a:avLst/>
            </a:prstGeom>
          </p:spPr>
        </p:pic>
      </p:grpSp>
      <p:sp>
        <p:nvSpPr>
          <p:cNvPr id="9" name="object 9" descr=""/>
          <p:cNvSpPr/>
          <p:nvPr/>
        </p:nvSpPr>
        <p:spPr>
          <a:xfrm>
            <a:off x="1980819" y="780770"/>
            <a:ext cx="1157605" cy="285750"/>
          </a:xfrm>
          <a:custGeom>
            <a:avLst/>
            <a:gdLst/>
            <a:ahLst/>
            <a:cxnLst/>
            <a:rect l="l" t="t" r="r" b="b"/>
            <a:pathLst>
              <a:path w="1157605" h="285750">
                <a:moveTo>
                  <a:pt x="204304" y="181546"/>
                </a:moveTo>
                <a:lnTo>
                  <a:pt x="170776" y="181546"/>
                </a:lnTo>
                <a:lnTo>
                  <a:pt x="170776" y="206019"/>
                </a:lnTo>
                <a:lnTo>
                  <a:pt x="170776" y="222783"/>
                </a:lnTo>
                <a:lnTo>
                  <a:pt x="109728" y="222783"/>
                </a:lnTo>
                <a:lnTo>
                  <a:pt x="109728" y="206019"/>
                </a:lnTo>
                <a:lnTo>
                  <a:pt x="170776" y="206019"/>
                </a:lnTo>
                <a:lnTo>
                  <a:pt x="170776" y="181546"/>
                </a:lnTo>
                <a:lnTo>
                  <a:pt x="76200" y="181546"/>
                </a:lnTo>
                <a:lnTo>
                  <a:pt x="76200" y="254787"/>
                </a:lnTo>
                <a:lnTo>
                  <a:pt x="109728" y="254787"/>
                </a:lnTo>
                <a:lnTo>
                  <a:pt x="109728" y="247167"/>
                </a:lnTo>
                <a:lnTo>
                  <a:pt x="204304" y="247167"/>
                </a:lnTo>
                <a:lnTo>
                  <a:pt x="204304" y="222783"/>
                </a:lnTo>
                <a:lnTo>
                  <a:pt x="204304" y="206019"/>
                </a:lnTo>
                <a:lnTo>
                  <a:pt x="204304" y="181546"/>
                </a:lnTo>
                <a:close/>
              </a:path>
              <a:path w="1157605" h="285750">
                <a:moveTo>
                  <a:pt x="239356" y="65620"/>
                </a:moveTo>
                <a:lnTo>
                  <a:pt x="201256" y="65620"/>
                </a:lnTo>
                <a:lnTo>
                  <a:pt x="201256" y="90004"/>
                </a:lnTo>
                <a:lnTo>
                  <a:pt x="201256" y="103822"/>
                </a:lnTo>
                <a:lnTo>
                  <a:pt x="79248" y="103822"/>
                </a:lnTo>
                <a:lnTo>
                  <a:pt x="79248" y="90004"/>
                </a:lnTo>
                <a:lnTo>
                  <a:pt x="201256" y="90004"/>
                </a:lnTo>
                <a:lnTo>
                  <a:pt x="201256" y="65620"/>
                </a:lnTo>
                <a:lnTo>
                  <a:pt x="41148" y="65620"/>
                </a:lnTo>
                <a:lnTo>
                  <a:pt x="41148" y="128206"/>
                </a:lnTo>
                <a:lnTo>
                  <a:pt x="239356" y="128206"/>
                </a:lnTo>
                <a:lnTo>
                  <a:pt x="239356" y="103822"/>
                </a:lnTo>
                <a:lnTo>
                  <a:pt x="239356" y="90004"/>
                </a:lnTo>
                <a:lnTo>
                  <a:pt x="239356" y="65620"/>
                </a:lnTo>
                <a:close/>
              </a:path>
              <a:path w="1157605" h="285750">
                <a:moveTo>
                  <a:pt x="266890" y="140398"/>
                </a:moveTo>
                <a:lnTo>
                  <a:pt x="13716" y="140398"/>
                </a:lnTo>
                <a:lnTo>
                  <a:pt x="13716" y="280695"/>
                </a:lnTo>
                <a:lnTo>
                  <a:pt x="51816" y="280695"/>
                </a:lnTo>
                <a:lnTo>
                  <a:pt x="51816" y="169354"/>
                </a:lnTo>
                <a:lnTo>
                  <a:pt x="230212" y="169354"/>
                </a:lnTo>
                <a:lnTo>
                  <a:pt x="230212" y="231927"/>
                </a:lnTo>
                <a:lnTo>
                  <a:pt x="228828" y="239928"/>
                </a:lnTo>
                <a:lnTo>
                  <a:pt x="224878" y="245643"/>
                </a:lnTo>
                <a:lnTo>
                  <a:pt x="218643" y="249072"/>
                </a:lnTo>
                <a:lnTo>
                  <a:pt x="210578" y="250202"/>
                </a:lnTo>
                <a:lnTo>
                  <a:pt x="201282" y="250202"/>
                </a:lnTo>
                <a:lnTo>
                  <a:pt x="192303" y="250024"/>
                </a:lnTo>
                <a:lnTo>
                  <a:pt x="183616" y="249580"/>
                </a:lnTo>
                <a:lnTo>
                  <a:pt x="175348" y="248691"/>
                </a:lnTo>
                <a:lnTo>
                  <a:pt x="175450" y="249072"/>
                </a:lnTo>
                <a:lnTo>
                  <a:pt x="177609" y="256717"/>
                </a:lnTo>
                <a:lnTo>
                  <a:pt x="179730" y="264883"/>
                </a:lnTo>
                <a:lnTo>
                  <a:pt x="181559" y="273342"/>
                </a:lnTo>
                <a:lnTo>
                  <a:pt x="182956" y="282181"/>
                </a:lnTo>
                <a:lnTo>
                  <a:pt x="201828" y="282181"/>
                </a:lnTo>
                <a:lnTo>
                  <a:pt x="217258" y="281838"/>
                </a:lnTo>
                <a:lnTo>
                  <a:pt x="229260" y="280936"/>
                </a:lnTo>
                <a:lnTo>
                  <a:pt x="237832" y="279171"/>
                </a:lnTo>
                <a:lnTo>
                  <a:pt x="246976" y="277647"/>
                </a:lnTo>
                <a:lnTo>
                  <a:pt x="254698" y="274599"/>
                </a:lnTo>
                <a:lnTo>
                  <a:pt x="263029" y="260692"/>
                </a:lnTo>
                <a:lnTo>
                  <a:pt x="265366" y="253263"/>
                </a:lnTo>
                <a:lnTo>
                  <a:pt x="265785" y="250202"/>
                </a:lnTo>
                <a:lnTo>
                  <a:pt x="265874" y="249580"/>
                </a:lnTo>
                <a:lnTo>
                  <a:pt x="266001" y="248691"/>
                </a:lnTo>
                <a:lnTo>
                  <a:pt x="266547" y="244690"/>
                </a:lnTo>
                <a:lnTo>
                  <a:pt x="266890" y="234975"/>
                </a:lnTo>
                <a:lnTo>
                  <a:pt x="266890" y="169354"/>
                </a:lnTo>
                <a:lnTo>
                  <a:pt x="266890" y="140398"/>
                </a:lnTo>
                <a:close/>
              </a:path>
              <a:path w="1157605" h="285750">
                <a:moveTo>
                  <a:pt x="280606" y="24472"/>
                </a:moveTo>
                <a:lnTo>
                  <a:pt x="166204" y="24472"/>
                </a:lnTo>
                <a:lnTo>
                  <a:pt x="163918" y="18516"/>
                </a:lnTo>
                <a:lnTo>
                  <a:pt x="159346" y="5969"/>
                </a:lnTo>
                <a:lnTo>
                  <a:pt x="157060" y="0"/>
                </a:lnTo>
                <a:lnTo>
                  <a:pt x="111252" y="6096"/>
                </a:lnTo>
                <a:lnTo>
                  <a:pt x="112776" y="12280"/>
                </a:lnTo>
                <a:lnTo>
                  <a:pt x="115912" y="16852"/>
                </a:lnTo>
                <a:lnTo>
                  <a:pt x="118960" y="24472"/>
                </a:lnTo>
                <a:lnTo>
                  <a:pt x="0" y="24472"/>
                </a:lnTo>
                <a:lnTo>
                  <a:pt x="0" y="53428"/>
                </a:lnTo>
                <a:lnTo>
                  <a:pt x="280606" y="53428"/>
                </a:lnTo>
                <a:lnTo>
                  <a:pt x="280606" y="24472"/>
                </a:lnTo>
                <a:close/>
              </a:path>
              <a:path w="1157605" h="285750">
                <a:moveTo>
                  <a:pt x="405663" y="70192"/>
                </a:moveTo>
                <a:lnTo>
                  <a:pt x="375094" y="53428"/>
                </a:lnTo>
                <a:lnTo>
                  <a:pt x="369392" y="63195"/>
                </a:lnTo>
                <a:lnTo>
                  <a:pt x="363855" y="72097"/>
                </a:lnTo>
                <a:lnTo>
                  <a:pt x="358584" y="80441"/>
                </a:lnTo>
                <a:lnTo>
                  <a:pt x="353758" y="88480"/>
                </a:lnTo>
                <a:lnTo>
                  <a:pt x="344614" y="90004"/>
                </a:lnTo>
                <a:lnTo>
                  <a:pt x="330898" y="90004"/>
                </a:lnTo>
                <a:lnTo>
                  <a:pt x="339471" y="75133"/>
                </a:lnTo>
                <a:lnTo>
                  <a:pt x="349186" y="57810"/>
                </a:lnTo>
                <a:lnTo>
                  <a:pt x="360045" y="37934"/>
                </a:lnTo>
                <a:lnTo>
                  <a:pt x="372046" y="15328"/>
                </a:lnTo>
                <a:lnTo>
                  <a:pt x="336994" y="1524"/>
                </a:lnTo>
                <a:lnTo>
                  <a:pt x="324459" y="31292"/>
                </a:lnTo>
                <a:lnTo>
                  <a:pt x="312229" y="56476"/>
                </a:lnTo>
                <a:lnTo>
                  <a:pt x="300558" y="77050"/>
                </a:lnTo>
                <a:lnTo>
                  <a:pt x="289750" y="93052"/>
                </a:lnTo>
                <a:lnTo>
                  <a:pt x="298894" y="125158"/>
                </a:lnTo>
                <a:lnTo>
                  <a:pt x="306057" y="124891"/>
                </a:lnTo>
                <a:lnTo>
                  <a:pt x="313944" y="124206"/>
                </a:lnTo>
                <a:lnTo>
                  <a:pt x="332422" y="122110"/>
                </a:lnTo>
                <a:lnTo>
                  <a:pt x="322173" y="138087"/>
                </a:lnTo>
                <a:lnTo>
                  <a:pt x="312229" y="151638"/>
                </a:lnTo>
                <a:lnTo>
                  <a:pt x="302844" y="162610"/>
                </a:lnTo>
                <a:lnTo>
                  <a:pt x="294322" y="170878"/>
                </a:lnTo>
                <a:lnTo>
                  <a:pt x="303466" y="202971"/>
                </a:lnTo>
                <a:lnTo>
                  <a:pt x="319773" y="199555"/>
                </a:lnTo>
                <a:lnTo>
                  <a:pt x="339090" y="196265"/>
                </a:lnTo>
                <a:lnTo>
                  <a:pt x="361581" y="193255"/>
                </a:lnTo>
                <a:lnTo>
                  <a:pt x="387375" y="190690"/>
                </a:lnTo>
                <a:lnTo>
                  <a:pt x="387451" y="187934"/>
                </a:lnTo>
                <a:lnTo>
                  <a:pt x="390423" y="155638"/>
                </a:lnTo>
                <a:lnTo>
                  <a:pt x="379818" y="157657"/>
                </a:lnTo>
                <a:lnTo>
                  <a:pt x="368808" y="159258"/>
                </a:lnTo>
                <a:lnTo>
                  <a:pt x="357543" y="160566"/>
                </a:lnTo>
                <a:lnTo>
                  <a:pt x="346138" y="161734"/>
                </a:lnTo>
                <a:lnTo>
                  <a:pt x="358635" y="144868"/>
                </a:lnTo>
                <a:lnTo>
                  <a:pt x="372999" y="124002"/>
                </a:lnTo>
                <a:lnTo>
                  <a:pt x="374205" y="122110"/>
                </a:lnTo>
                <a:lnTo>
                  <a:pt x="388823" y="99110"/>
                </a:lnTo>
                <a:lnTo>
                  <a:pt x="394119" y="90004"/>
                </a:lnTo>
                <a:lnTo>
                  <a:pt x="405663" y="70192"/>
                </a:lnTo>
                <a:close/>
              </a:path>
              <a:path w="1157605" h="285750">
                <a:moveTo>
                  <a:pt x="573405" y="245643"/>
                </a:moveTo>
                <a:lnTo>
                  <a:pt x="567080" y="242595"/>
                </a:lnTo>
                <a:lnTo>
                  <a:pt x="560844" y="239598"/>
                </a:lnTo>
                <a:lnTo>
                  <a:pt x="548449" y="232689"/>
                </a:lnTo>
                <a:lnTo>
                  <a:pt x="536321" y="224650"/>
                </a:lnTo>
                <a:lnTo>
                  <a:pt x="524637" y="215163"/>
                </a:lnTo>
                <a:lnTo>
                  <a:pt x="537222" y="195999"/>
                </a:lnTo>
                <a:lnTo>
                  <a:pt x="542975" y="184594"/>
                </a:lnTo>
                <a:lnTo>
                  <a:pt x="547687" y="175272"/>
                </a:lnTo>
                <a:lnTo>
                  <a:pt x="556133" y="153136"/>
                </a:lnTo>
                <a:lnTo>
                  <a:pt x="562737" y="129730"/>
                </a:lnTo>
                <a:lnTo>
                  <a:pt x="562737" y="96100"/>
                </a:lnTo>
                <a:lnTo>
                  <a:pt x="523113" y="96100"/>
                </a:lnTo>
                <a:lnTo>
                  <a:pt x="523113" y="129730"/>
                </a:lnTo>
                <a:lnTo>
                  <a:pt x="518807" y="145161"/>
                </a:lnTo>
                <a:lnTo>
                  <a:pt x="513118" y="159448"/>
                </a:lnTo>
                <a:lnTo>
                  <a:pt x="506298" y="172593"/>
                </a:lnTo>
                <a:lnTo>
                  <a:pt x="498627" y="184594"/>
                </a:lnTo>
                <a:lnTo>
                  <a:pt x="485216" y="163131"/>
                </a:lnTo>
                <a:lnTo>
                  <a:pt x="476173" y="144868"/>
                </a:lnTo>
                <a:lnTo>
                  <a:pt x="472528" y="137528"/>
                </a:lnTo>
                <a:lnTo>
                  <a:pt x="460692" y="107619"/>
                </a:lnTo>
                <a:lnTo>
                  <a:pt x="449859" y="73240"/>
                </a:lnTo>
                <a:lnTo>
                  <a:pt x="449859" y="53428"/>
                </a:lnTo>
                <a:lnTo>
                  <a:pt x="501675" y="53428"/>
                </a:lnTo>
                <a:lnTo>
                  <a:pt x="480339" y="96100"/>
                </a:lnTo>
                <a:lnTo>
                  <a:pt x="480339" y="129730"/>
                </a:lnTo>
                <a:lnTo>
                  <a:pt x="523113" y="129730"/>
                </a:lnTo>
                <a:lnTo>
                  <a:pt x="523113" y="96100"/>
                </a:lnTo>
                <a:lnTo>
                  <a:pt x="544449" y="50380"/>
                </a:lnTo>
                <a:lnTo>
                  <a:pt x="544449" y="18376"/>
                </a:lnTo>
                <a:lnTo>
                  <a:pt x="442252" y="18376"/>
                </a:lnTo>
                <a:lnTo>
                  <a:pt x="442252" y="144868"/>
                </a:lnTo>
                <a:lnTo>
                  <a:pt x="442252" y="18376"/>
                </a:lnTo>
                <a:lnTo>
                  <a:pt x="391947" y="18376"/>
                </a:lnTo>
                <a:lnTo>
                  <a:pt x="391947" y="53428"/>
                </a:lnTo>
                <a:lnTo>
                  <a:pt x="411759" y="53428"/>
                </a:lnTo>
                <a:lnTo>
                  <a:pt x="411759" y="99110"/>
                </a:lnTo>
                <a:lnTo>
                  <a:pt x="408038" y="139509"/>
                </a:lnTo>
                <a:lnTo>
                  <a:pt x="401459" y="175869"/>
                </a:lnTo>
                <a:lnTo>
                  <a:pt x="391998" y="208203"/>
                </a:lnTo>
                <a:lnTo>
                  <a:pt x="379666" y="236499"/>
                </a:lnTo>
                <a:lnTo>
                  <a:pt x="379666" y="221259"/>
                </a:lnTo>
                <a:lnTo>
                  <a:pt x="381190" y="213639"/>
                </a:lnTo>
                <a:lnTo>
                  <a:pt x="289750" y="227355"/>
                </a:lnTo>
                <a:lnTo>
                  <a:pt x="297370" y="266979"/>
                </a:lnTo>
                <a:lnTo>
                  <a:pt x="367474" y="253263"/>
                </a:lnTo>
                <a:lnTo>
                  <a:pt x="373202" y="260413"/>
                </a:lnTo>
                <a:lnTo>
                  <a:pt x="379095" y="268122"/>
                </a:lnTo>
                <a:lnTo>
                  <a:pt x="391947" y="285267"/>
                </a:lnTo>
                <a:lnTo>
                  <a:pt x="410527" y="257797"/>
                </a:lnTo>
                <a:lnTo>
                  <a:pt x="412559" y="253263"/>
                </a:lnTo>
                <a:lnTo>
                  <a:pt x="420116" y="236499"/>
                </a:lnTo>
                <a:lnTo>
                  <a:pt x="425094" y="225450"/>
                </a:lnTo>
                <a:lnTo>
                  <a:pt x="435673" y="187934"/>
                </a:lnTo>
                <a:lnTo>
                  <a:pt x="441223" y="151638"/>
                </a:lnTo>
                <a:lnTo>
                  <a:pt x="442277" y="145351"/>
                </a:lnTo>
                <a:lnTo>
                  <a:pt x="444804" y="151638"/>
                </a:lnTo>
                <a:lnTo>
                  <a:pt x="449402" y="163588"/>
                </a:lnTo>
                <a:lnTo>
                  <a:pt x="457365" y="180924"/>
                </a:lnTo>
                <a:lnTo>
                  <a:pt x="466026" y="196875"/>
                </a:lnTo>
                <a:lnTo>
                  <a:pt x="475767" y="212115"/>
                </a:lnTo>
                <a:lnTo>
                  <a:pt x="462864" y="222999"/>
                </a:lnTo>
                <a:lnTo>
                  <a:pt x="449097" y="232879"/>
                </a:lnTo>
                <a:lnTo>
                  <a:pt x="434187" y="241909"/>
                </a:lnTo>
                <a:lnTo>
                  <a:pt x="417855" y="250215"/>
                </a:lnTo>
                <a:lnTo>
                  <a:pt x="423570" y="258267"/>
                </a:lnTo>
                <a:lnTo>
                  <a:pt x="429285" y="266598"/>
                </a:lnTo>
                <a:lnTo>
                  <a:pt x="435000" y="275513"/>
                </a:lnTo>
                <a:lnTo>
                  <a:pt x="440715" y="285267"/>
                </a:lnTo>
                <a:lnTo>
                  <a:pt x="457288" y="275818"/>
                </a:lnTo>
                <a:lnTo>
                  <a:pt x="472719" y="265645"/>
                </a:lnTo>
                <a:lnTo>
                  <a:pt x="487006" y="254622"/>
                </a:lnTo>
                <a:lnTo>
                  <a:pt x="500151" y="242595"/>
                </a:lnTo>
                <a:lnTo>
                  <a:pt x="510997" y="254368"/>
                </a:lnTo>
                <a:lnTo>
                  <a:pt x="522871" y="264693"/>
                </a:lnTo>
                <a:lnTo>
                  <a:pt x="535597" y="273888"/>
                </a:lnTo>
                <a:lnTo>
                  <a:pt x="549021" y="282219"/>
                </a:lnTo>
                <a:lnTo>
                  <a:pt x="553897" y="274154"/>
                </a:lnTo>
                <a:lnTo>
                  <a:pt x="559498" y="265645"/>
                </a:lnTo>
                <a:lnTo>
                  <a:pt x="565950" y="256298"/>
                </a:lnTo>
                <a:lnTo>
                  <a:pt x="573405" y="245643"/>
                </a:lnTo>
                <a:close/>
              </a:path>
              <a:path w="1157605" h="285750">
                <a:moveTo>
                  <a:pt x="698461" y="169354"/>
                </a:moveTo>
                <a:lnTo>
                  <a:pt x="660361" y="180022"/>
                </a:lnTo>
                <a:lnTo>
                  <a:pt x="660361" y="67144"/>
                </a:lnTo>
                <a:lnTo>
                  <a:pt x="692365" y="67144"/>
                </a:lnTo>
                <a:lnTo>
                  <a:pt x="692365" y="27520"/>
                </a:lnTo>
                <a:lnTo>
                  <a:pt x="585597" y="27520"/>
                </a:lnTo>
                <a:lnTo>
                  <a:pt x="585597" y="67144"/>
                </a:lnTo>
                <a:lnTo>
                  <a:pt x="620649" y="67144"/>
                </a:lnTo>
                <a:lnTo>
                  <a:pt x="620649" y="190690"/>
                </a:lnTo>
                <a:lnTo>
                  <a:pt x="581025" y="201447"/>
                </a:lnTo>
                <a:lnTo>
                  <a:pt x="591693" y="242595"/>
                </a:lnTo>
                <a:lnTo>
                  <a:pt x="616305" y="234594"/>
                </a:lnTo>
                <a:lnTo>
                  <a:pt x="642213" y="226593"/>
                </a:lnTo>
                <a:lnTo>
                  <a:pt x="669556" y="218592"/>
                </a:lnTo>
                <a:lnTo>
                  <a:pt x="698461" y="210591"/>
                </a:lnTo>
                <a:lnTo>
                  <a:pt x="698461" y="202971"/>
                </a:lnTo>
                <a:lnTo>
                  <a:pt x="696937" y="196875"/>
                </a:lnTo>
                <a:lnTo>
                  <a:pt x="696937" y="183070"/>
                </a:lnTo>
                <a:lnTo>
                  <a:pt x="697547" y="180022"/>
                </a:lnTo>
                <a:lnTo>
                  <a:pt x="698461" y="175450"/>
                </a:lnTo>
                <a:lnTo>
                  <a:pt x="698461" y="169354"/>
                </a:lnTo>
                <a:close/>
              </a:path>
              <a:path w="1157605" h="285750">
                <a:moveTo>
                  <a:pt x="852487" y="50380"/>
                </a:moveTo>
                <a:lnTo>
                  <a:pt x="768565" y="50380"/>
                </a:lnTo>
                <a:lnTo>
                  <a:pt x="770089" y="3048"/>
                </a:lnTo>
                <a:lnTo>
                  <a:pt x="731989" y="3048"/>
                </a:lnTo>
                <a:lnTo>
                  <a:pt x="731964" y="15633"/>
                </a:lnTo>
                <a:lnTo>
                  <a:pt x="731799" y="27901"/>
                </a:lnTo>
                <a:lnTo>
                  <a:pt x="731342" y="39573"/>
                </a:lnTo>
                <a:lnTo>
                  <a:pt x="730465" y="50380"/>
                </a:lnTo>
                <a:lnTo>
                  <a:pt x="698461" y="50380"/>
                </a:lnTo>
                <a:lnTo>
                  <a:pt x="698461" y="88480"/>
                </a:lnTo>
                <a:lnTo>
                  <a:pt x="730465" y="88480"/>
                </a:lnTo>
                <a:lnTo>
                  <a:pt x="725893" y="143662"/>
                </a:lnTo>
                <a:lnTo>
                  <a:pt x="712177" y="189966"/>
                </a:lnTo>
                <a:lnTo>
                  <a:pt x="689317" y="227101"/>
                </a:lnTo>
                <a:lnTo>
                  <a:pt x="657313" y="254787"/>
                </a:lnTo>
                <a:lnTo>
                  <a:pt x="665314" y="261912"/>
                </a:lnTo>
                <a:lnTo>
                  <a:pt x="673315" y="269455"/>
                </a:lnTo>
                <a:lnTo>
                  <a:pt x="681266" y="277253"/>
                </a:lnTo>
                <a:lnTo>
                  <a:pt x="689317" y="285267"/>
                </a:lnTo>
                <a:lnTo>
                  <a:pt x="705612" y="271538"/>
                </a:lnTo>
                <a:lnTo>
                  <a:pt x="732205" y="237832"/>
                </a:lnTo>
                <a:lnTo>
                  <a:pt x="754202" y="190207"/>
                </a:lnTo>
                <a:lnTo>
                  <a:pt x="766254" y="127165"/>
                </a:lnTo>
                <a:lnTo>
                  <a:pt x="768565" y="88480"/>
                </a:lnTo>
                <a:lnTo>
                  <a:pt x="812863" y="88480"/>
                </a:lnTo>
                <a:lnTo>
                  <a:pt x="811885" y="143662"/>
                </a:lnTo>
                <a:lnTo>
                  <a:pt x="811288" y="180022"/>
                </a:lnTo>
                <a:lnTo>
                  <a:pt x="811225" y="183070"/>
                </a:lnTo>
                <a:lnTo>
                  <a:pt x="807542" y="227736"/>
                </a:lnTo>
                <a:lnTo>
                  <a:pt x="788555" y="238010"/>
                </a:lnTo>
                <a:lnTo>
                  <a:pt x="779233" y="238010"/>
                </a:lnTo>
                <a:lnTo>
                  <a:pt x="770089" y="237832"/>
                </a:lnTo>
                <a:lnTo>
                  <a:pt x="760945" y="237388"/>
                </a:lnTo>
                <a:lnTo>
                  <a:pt x="751801" y="236499"/>
                </a:lnTo>
                <a:lnTo>
                  <a:pt x="751890" y="236880"/>
                </a:lnTo>
                <a:lnTo>
                  <a:pt x="752017" y="237388"/>
                </a:lnTo>
                <a:lnTo>
                  <a:pt x="752119" y="237832"/>
                </a:lnTo>
                <a:lnTo>
                  <a:pt x="752170" y="238010"/>
                </a:lnTo>
                <a:lnTo>
                  <a:pt x="754087" y="245960"/>
                </a:lnTo>
                <a:lnTo>
                  <a:pt x="756373" y="256120"/>
                </a:lnTo>
                <a:lnTo>
                  <a:pt x="758659" y="267157"/>
                </a:lnTo>
                <a:lnTo>
                  <a:pt x="760945" y="279171"/>
                </a:lnTo>
                <a:lnTo>
                  <a:pt x="781596" y="278917"/>
                </a:lnTo>
                <a:lnTo>
                  <a:pt x="825055" y="274599"/>
                </a:lnTo>
                <a:lnTo>
                  <a:pt x="848372" y="238010"/>
                </a:lnTo>
                <a:lnTo>
                  <a:pt x="848398" y="237832"/>
                </a:lnTo>
                <a:lnTo>
                  <a:pt x="848512" y="236499"/>
                </a:lnTo>
                <a:lnTo>
                  <a:pt x="848626" y="234594"/>
                </a:lnTo>
                <a:lnTo>
                  <a:pt x="848702" y="233451"/>
                </a:lnTo>
                <a:lnTo>
                  <a:pt x="849172" y="225818"/>
                </a:lnTo>
                <a:lnTo>
                  <a:pt x="849287" y="219735"/>
                </a:lnTo>
                <a:lnTo>
                  <a:pt x="849376" y="215163"/>
                </a:lnTo>
                <a:lnTo>
                  <a:pt x="849452" y="210591"/>
                </a:lnTo>
                <a:lnTo>
                  <a:pt x="849566" y="204812"/>
                </a:lnTo>
                <a:lnTo>
                  <a:pt x="849604" y="202971"/>
                </a:lnTo>
                <a:lnTo>
                  <a:pt x="849718" y="196875"/>
                </a:lnTo>
                <a:lnTo>
                  <a:pt x="849833" y="190690"/>
                </a:lnTo>
                <a:lnTo>
                  <a:pt x="849845" y="189966"/>
                </a:lnTo>
                <a:lnTo>
                  <a:pt x="852487" y="50380"/>
                </a:lnTo>
                <a:close/>
              </a:path>
              <a:path w="1157605" h="285750">
                <a:moveTo>
                  <a:pt x="1011072" y="109918"/>
                </a:moveTo>
                <a:lnTo>
                  <a:pt x="974496" y="109918"/>
                </a:lnTo>
                <a:lnTo>
                  <a:pt x="974496" y="140398"/>
                </a:lnTo>
                <a:lnTo>
                  <a:pt x="974496" y="155638"/>
                </a:lnTo>
                <a:lnTo>
                  <a:pt x="974496" y="184594"/>
                </a:lnTo>
                <a:lnTo>
                  <a:pt x="974496" y="199923"/>
                </a:lnTo>
                <a:lnTo>
                  <a:pt x="924102" y="199923"/>
                </a:lnTo>
                <a:lnTo>
                  <a:pt x="924102" y="184594"/>
                </a:lnTo>
                <a:lnTo>
                  <a:pt x="974496" y="184594"/>
                </a:lnTo>
                <a:lnTo>
                  <a:pt x="974496" y="155638"/>
                </a:lnTo>
                <a:lnTo>
                  <a:pt x="924102" y="155638"/>
                </a:lnTo>
                <a:lnTo>
                  <a:pt x="924102" y="140398"/>
                </a:lnTo>
                <a:lnTo>
                  <a:pt x="974496" y="140398"/>
                </a:lnTo>
                <a:lnTo>
                  <a:pt x="974496" y="109918"/>
                </a:lnTo>
                <a:lnTo>
                  <a:pt x="889050" y="109918"/>
                </a:lnTo>
                <a:lnTo>
                  <a:pt x="889050" y="280682"/>
                </a:lnTo>
                <a:lnTo>
                  <a:pt x="924102" y="280682"/>
                </a:lnTo>
                <a:lnTo>
                  <a:pt x="924102" y="227355"/>
                </a:lnTo>
                <a:lnTo>
                  <a:pt x="974496" y="227355"/>
                </a:lnTo>
                <a:lnTo>
                  <a:pt x="974496" y="241071"/>
                </a:lnTo>
                <a:lnTo>
                  <a:pt x="971448" y="247167"/>
                </a:lnTo>
                <a:lnTo>
                  <a:pt x="936396" y="247167"/>
                </a:lnTo>
                <a:lnTo>
                  <a:pt x="938682" y="255409"/>
                </a:lnTo>
                <a:lnTo>
                  <a:pt x="943254" y="272465"/>
                </a:lnTo>
                <a:lnTo>
                  <a:pt x="945527" y="280682"/>
                </a:lnTo>
                <a:lnTo>
                  <a:pt x="958392" y="280682"/>
                </a:lnTo>
                <a:lnTo>
                  <a:pt x="969543" y="280504"/>
                </a:lnTo>
                <a:lnTo>
                  <a:pt x="978966" y="280060"/>
                </a:lnTo>
                <a:lnTo>
                  <a:pt x="986688" y="279171"/>
                </a:lnTo>
                <a:lnTo>
                  <a:pt x="994308" y="279171"/>
                </a:lnTo>
                <a:lnTo>
                  <a:pt x="1010970" y="244119"/>
                </a:lnTo>
                <a:lnTo>
                  <a:pt x="1011072" y="227355"/>
                </a:lnTo>
                <a:lnTo>
                  <a:pt x="1011072" y="199923"/>
                </a:lnTo>
                <a:lnTo>
                  <a:pt x="1011072" y="184594"/>
                </a:lnTo>
                <a:lnTo>
                  <a:pt x="1011072" y="155638"/>
                </a:lnTo>
                <a:lnTo>
                  <a:pt x="1011072" y="140398"/>
                </a:lnTo>
                <a:lnTo>
                  <a:pt x="1011072" y="109918"/>
                </a:lnTo>
                <a:close/>
              </a:path>
              <a:path w="1157605" h="285750">
                <a:moveTo>
                  <a:pt x="1032408" y="88480"/>
                </a:moveTo>
                <a:lnTo>
                  <a:pt x="1021245" y="71869"/>
                </a:lnTo>
                <a:lnTo>
                  <a:pt x="1016990" y="65620"/>
                </a:lnTo>
                <a:lnTo>
                  <a:pt x="1010500" y="56095"/>
                </a:lnTo>
                <a:lnTo>
                  <a:pt x="989736" y="25996"/>
                </a:lnTo>
                <a:lnTo>
                  <a:pt x="962304" y="41236"/>
                </a:lnTo>
                <a:lnTo>
                  <a:pt x="966876" y="48856"/>
                </a:lnTo>
                <a:lnTo>
                  <a:pt x="971448" y="54952"/>
                </a:lnTo>
                <a:lnTo>
                  <a:pt x="976020" y="62572"/>
                </a:lnTo>
                <a:lnTo>
                  <a:pt x="924102" y="65620"/>
                </a:lnTo>
                <a:lnTo>
                  <a:pt x="965352" y="15328"/>
                </a:lnTo>
                <a:lnTo>
                  <a:pt x="930300" y="1524"/>
                </a:lnTo>
                <a:lnTo>
                  <a:pt x="912215" y="26390"/>
                </a:lnTo>
                <a:lnTo>
                  <a:pt x="896874" y="45808"/>
                </a:lnTo>
                <a:lnTo>
                  <a:pt x="884123" y="59486"/>
                </a:lnTo>
                <a:lnTo>
                  <a:pt x="873810" y="67144"/>
                </a:lnTo>
                <a:lnTo>
                  <a:pt x="882954" y="99148"/>
                </a:lnTo>
                <a:lnTo>
                  <a:pt x="994308" y="91528"/>
                </a:lnTo>
                <a:lnTo>
                  <a:pt x="1001928" y="105346"/>
                </a:lnTo>
                <a:lnTo>
                  <a:pt x="1008189" y="101600"/>
                </a:lnTo>
                <a:lnTo>
                  <a:pt x="1015453" y="97447"/>
                </a:lnTo>
                <a:lnTo>
                  <a:pt x="1023569" y="93040"/>
                </a:lnTo>
                <a:lnTo>
                  <a:pt x="1026490" y="91528"/>
                </a:lnTo>
                <a:lnTo>
                  <a:pt x="1032408" y="88480"/>
                </a:lnTo>
                <a:close/>
              </a:path>
              <a:path w="1157605" h="285750">
                <a:moveTo>
                  <a:pt x="1155941" y="80860"/>
                </a:moveTo>
                <a:lnTo>
                  <a:pt x="1148537" y="78295"/>
                </a:lnTo>
                <a:lnTo>
                  <a:pt x="1140129" y="75145"/>
                </a:lnTo>
                <a:lnTo>
                  <a:pt x="1130871" y="71437"/>
                </a:lnTo>
                <a:lnTo>
                  <a:pt x="1120889" y="67144"/>
                </a:lnTo>
                <a:lnTo>
                  <a:pt x="1118870" y="76606"/>
                </a:lnTo>
                <a:lnTo>
                  <a:pt x="1115961" y="90944"/>
                </a:lnTo>
                <a:lnTo>
                  <a:pt x="1114793" y="96100"/>
                </a:lnTo>
                <a:lnTo>
                  <a:pt x="1113269" y="102196"/>
                </a:lnTo>
                <a:lnTo>
                  <a:pt x="1107173" y="105346"/>
                </a:lnTo>
                <a:lnTo>
                  <a:pt x="1075169" y="105346"/>
                </a:lnTo>
                <a:lnTo>
                  <a:pt x="1069073" y="99148"/>
                </a:lnTo>
                <a:lnTo>
                  <a:pt x="1069073" y="80860"/>
                </a:lnTo>
                <a:lnTo>
                  <a:pt x="1094181" y="70891"/>
                </a:lnTo>
                <a:lnTo>
                  <a:pt x="1116698" y="61620"/>
                </a:lnTo>
                <a:lnTo>
                  <a:pt x="1136370" y="53225"/>
                </a:lnTo>
                <a:lnTo>
                  <a:pt x="1149502" y="47332"/>
                </a:lnTo>
                <a:lnTo>
                  <a:pt x="1152893" y="45808"/>
                </a:lnTo>
                <a:lnTo>
                  <a:pt x="1128509" y="16852"/>
                </a:lnTo>
                <a:lnTo>
                  <a:pt x="1115364" y="23977"/>
                </a:lnTo>
                <a:lnTo>
                  <a:pt x="1101077" y="31521"/>
                </a:lnTo>
                <a:lnTo>
                  <a:pt x="1085646" y="39357"/>
                </a:lnTo>
                <a:lnTo>
                  <a:pt x="1069073" y="47332"/>
                </a:lnTo>
                <a:lnTo>
                  <a:pt x="1069073" y="4572"/>
                </a:lnTo>
                <a:lnTo>
                  <a:pt x="1032408" y="4572"/>
                </a:lnTo>
                <a:lnTo>
                  <a:pt x="1032408" y="88480"/>
                </a:lnTo>
                <a:lnTo>
                  <a:pt x="1032408" y="93040"/>
                </a:lnTo>
                <a:lnTo>
                  <a:pt x="1035240" y="112001"/>
                </a:lnTo>
                <a:lnTo>
                  <a:pt x="1043660" y="125336"/>
                </a:lnTo>
                <a:lnTo>
                  <a:pt x="1057529" y="133223"/>
                </a:lnTo>
                <a:lnTo>
                  <a:pt x="1076693" y="135826"/>
                </a:lnTo>
                <a:lnTo>
                  <a:pt x="1105649" y="135826"/>
                </a:lnTo>
                <a:lnTo>
                  <a:pt x="1114221" y="135521"/>
                </a:lnTo>
                <a:lnTo>
                  <a:pt x="1121651" y="134493"/>
                </a:lnTo>
                <a:lnTo>
                  <a:pt x="1127937" y="132613"/>
                </a:lnTo>
                <a:lnTo>
                  <a:pt x="1133081" y="129730"/>
                </a:lnTo>
                <a:lnTo>
                  <a:pt x="1140701" y="126682"/>
                </a:lnTo>
                <a:lnTo>
                  <a:pt x="1145273" y="119062"/>
                </a:lnTo>
                <a:lnTo>
                  <a:pt x="1148321" y="111442"/>
                </a:lnTo>
                <a:lnTo>
                  <a:pt x="1149515" y="105346"/>
                </a:lnTo>
                <a:lnTo>
                  <a:pt x="1149731" y="104267"/>
                </a:lnTo>
                <a:lnTo>
                  <a:pt x="1151559" y="96685"/>
                </a:lnTo>
                <a:lnTo>
                  <a:pt x="1153782" y="88480"/>
                </a:lnTo>
                <a:lnTo>
                  <a:pt x="1155941" y="80860"/>
                </a:lnTo>
                <a:close/>
              </a:path>
              <a:path w="1157605" h="285750">
                <a:moveTo>
                  <a:pt x="1157465" y="215163"/>
                </a:moveTo>
                <a:lnTo>
                  <a:pt x="1120889" y="201447"/>
                </a:lnTo>
                <a:lnTo>
                  <a:pt x="1119492" y="216865"/>
                </a:lnTo>
                <a:lnTo>
                  <a:pt x="1117650" y="228688"/>
                </a:lnTo>
                <a:lnTo>
                  <a:pt x="1115542" y="236816"/>
                </a:lnTo>
                <a:lnTo>
                  <a:pt x="1113269" y="241071"/>
                </a:lnTo>
                <a:lnTo>
                  <a:pt x="1110221" y="244119"/>
                </a:lnTo>
                <a:lnTo>
                  <a:pt x="1105649" y="245643"/>
                </a:lnTo>
                <a:lnTo>
                  <a:pt x="1073645" y="245643"/>
                </a:lnTo>
                <a:lnTo>
                  <a:pt x="1069073" y="241071"/>
                </a:lnTo>
                <a:lnTo>
                  <a:pt x="1069073" y="215163"/>
                </a:lnTo>
                <a:lnTo>
                  <a:pt x="1146352" y="180022"/>
                </a:lnTo>
                <a:lnTo>
                  <a:pt x="1152893" y="176974"/>
                </a:lnTo>
                <a:lnTo>
                  <a:pt x="1128509" y="146494"/>
                </a:lnTo>
                <a:lnTo>
                  <a:pt x="1114513" y="155371"/>
                </a:lnTo>
                <a:lnTo>
                  <a:pt x="1099934" y="163830"/>
                </a:lnTo>
                <a:lnTo>
                  <a:pt x="1084795" y="171996"/>
                </a:lnTo>
                <a:lnTo>
                  <a:pt x="1069073" y="180022"/>
                </a:lnTo>
                <a:lnTo>
                  <a:pt x="1069073" y="143446"/>
                </a:lnTo>
                <a:lnTo>
                  <a:pt x="1032408" y="143446"/>
                </a:lnTo>
                <a:lnTo>
                  <a:pt x="1032408" y="234975"/>
                </a:lnTo>
                <a:lnTo>
                  <a:pt x="1035240" y="253860"/>
                </a:lnTo>
                <a:lnTo>
                  <a:pt x="1043660" y="267169"/>
                </a:lnTo>
                <a:lnTo>
                  <a:pt x="1057529" y="275056"/>
                </a:lnTo>
                <a:lnTo>
                  <a:pt x="1076693" y="277647"/>
                </a:lnTo>
                <a:lnTo>
                  <a:pt x="1116317" y="277647"/>
                </a:lnTo>
                <a:lnTo>
                  <a:pt x="1149108" y="251815"/>
                </a:lnTo>
                <a:lnTo>
                  <a:pt x="1154303" y="230619"/>
                </a:lnTo>
                <a:lnTo>
                  <a:pt x="1157465" y="215163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188684" y="866203"/>
            <a:ext cx="52069" cy="163830"/>
          </a:xfrm>
          <a:custGeom>
            <a:avLst/>
            <a:gdLst/>
            <a:ahLst/>
            <a:cxnLst/>
            <a:rect l="l" t="t" r="r" b="b"/>
            <a:pathLst>
              <a:path w="52069" h="163830">
                <a:moveTo>
                  <a:pt x="33528" y="47339"/>
                </a:moveTo>
                <a:lnTo>
                  <a:pt x="18288" y="47339"/>
                </a:lnTo>
                <a:lnTo>
                  <a:pt x="12192" y="45815"/>
                </a:lnTo>
                <a:lnTo>
                  <a:pt x="7620" y="39719"/>
                </a:lnTo>
                <a:lnTo>
                  <a:pt x="3048" y="35147"/>
                </a:lnTo>
                <a:lnTo>
                  <a:pt x="0" y="30575"/>
                </a:lnTo>
                <a:lnTo>
                  <a:pt x="0" y="16764"/>
                </a:lnTo>
                <a:lnTo>
                  <a:pt x="3048" y="12192"/>
                </a:lnTo>
                <a:lnTo>
                  <a:pt x="7620" y="6096"/>
                </a:lnTo>
                <a:lnTo>
                  <a:pt x="12192" y="1524"/>
                </a:lnTo>
                <a:lnTo>
                  <a:pt x="18288" y="0"/>
                </a:lnTo>
                <a:lnTo>
                  <a:pt x="33528" y="0"/>
                </a:lnTo>
                <a:lnTo>
                  <a:pt x="39624" y="1524"/>
                </a:lnTo>
                <a:lnTo>
                  <a:pt x="48768" y="10668"/>
                </a:lnTo>
                <a:lnTo>
                  <a:pt x="51816" y="16764"/>
                </a:lnTo>
                <a:lnTo>
                  <a:pt x="51816" y="30575"/>
                </a:lnTo>
                <a:lnTo>
                  <a:pt x="48768" y="35147"/>
                </a:lnTo>
                <a:lnTo>
                  <a:pt x="44196" y="41243"/>
                </a:lnTo>
                <a:lnTo>
                  <a:pt x="39624" y="45815"/>
                </a:lnTo>
                <a:lnTo>
                  <a:pt x="33528" y="47339"/>
                </a:lnTo>
                <a:close/>
              </a:path>
              <a:path w="52069" h="163830">
                <a:moveTo>
                  <a:pt x="33528" y="163258"/>
                </a:moveTo>
                <a:lnTo>
                  <a:pt x="18288" y="163258"/>
                </a:lnTo>
                <a:lnTo>
                  <a:pt x="12192" y="161734"/>
                </a:lnTo>
                <a:lnTo>
                  <a:pt x="3048" y="152590"/>
                </a:lnTo>
                <a:lnTo>
                  <a:pt x="0" y="146494"/>
                </a:lnTo>
                <a:lnTo>
                  <a:pt x="0" y="132778"/>
                </a:lnTo>
                <a:lnTo>
                  <a:pt x="3048" y="128206"/>
                </a:lnTo>
                <a:lnTo>
                  <a:pt x="12192" y="119062"/>
                </a:lnTo>
                <a:lnTo>
                  <a:pt x="18288" y="116014"/>
                </a:lnTo>
                <a:lnTo>
                  <a:pt x="33528" y="116014"/>
                </a:lnTo>
                <a:lnTo>
                  <a:pt x="39624" y="117538"/>
                </a:lnTo>
                <a:lnTo>
                  <a:pt x="44196" y="123634"/>
                </a:lnTo>
                <a:lnTo>
                  <a:pt x="48768" y="128206"/>
                </a:lnTo>
                <a:lnTo>
                  <a:pt x="51816" y="132778"/>
                </a:lnTo>
                <a:lnTo>
                  <a:pt x="51816" y="146494"/>
                </a:lnTo>
                <a:lnTo>
                  <a:pt x="48768" y="152590"/>
                </a:lnTo>
                <a:lnTo>
                  <a:pt x="39624" y="161734"/>
                </a:lnTo>
                <a:lnTo>
                  <a:pt x="33528" y="163258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7191" y="779240"/>
            <a:ext cx="2034444" cy="286797"/>
          </a:xfrm>
          <a:prstGeom prst="rect">
            <a:avLst/>
          </a:prstGeom>
        </p:spPr>
      </p:pic>
      <p:sp>
        <p:nvSpPr>
          <p:cNvPr id="12" name="object 12" descr=""/>
          <p:cNvSpPr/>
          <p:nvPr/>
        </p:nvSpPr>
        <p:spPr>
          <a:xfrm>
            <a:off x="391668" y="2558129"/>
            <a:ext cx="4831715" cy="471805"/>
          </a:xfrm>
          <a:custGeom>
            <a:avLst/>
            <a:gdLst/>
            <a:ahLst/>
            <a:cxnLst/>
            <a:rect l="l" t="t" r="r" b="b"/>
            <a:pathLst>
              <a:path w="4831715" h="471805">
                <a:moveTo>
                  <a:pt x="0" y="407288"/>
                </a:moveTo>
                <a:lnTo>
                  <a:pt x="0" y="64007"/>
                </a:lnTo>
                <a:lnTo>
                  <a:pt x="0" y="59435"/>
                </a:lnTo>
                <a:lnTo>
                  <a:pt x="0" y="56387"/>
                </a:lnTo>
                <a:lnTo>
                  <a:pt x="1524" y="51815"/>
                </a:lnTo>
                <a:lnTo>
                  <a:pt x="3048" y="47243"/>
                </a:lnTo>
                <a:lnTo>
                  <a:pt x="3048" y="44195"/>
                </a:lnTo>
                <a:lnTo>
                  <a:pt x="4572" y="39623"/>
                </a:lnTo>
                <a:lnTo>
                  <a:pt x="6096" y="35051"/>
                </a:lnTo>
                <a:lnTo>
                  <a:pt x="9144" y="32003"/>
                </a:lnTo>
                <a:lnTo>
                  <a:pt x="10668" y="28955"/>
                </a:lnTo>
                <a:lnTo>
                  <a:pt x="13716" y="24383"/>
                </a:lnTo>
                <a:lnTo>
                  <a:pt x="16764" y="21335"/>
                </a:lnTo>
                <a:lnTo>
                  <a:pt x="19812" y="18287"/>
                </a:lnTo>
                <a:lnTo>
                  <a:pt x="22859" y="15239"/>
                </a:lnTo>
                <a:lnTo>
                  <a:pt x="25908" y="13715"/>
                </a:lnTo>
                <a:lnTo>
                  <a:pt x="28956" y="10667"/>
                </a:lnTo>
                <a:lnTo>
                  <a:pt x="32004" y="7619"/>
                </a:lnTo>
                <a:lnTo>
                  <a:pt x="36576" y="6095"/>
                </a:lnTo>
                <a:lnTo>
                  <a:pt x="39624" y="4571"/>
                </a:lnTo>
                <a:lnTo>
                  <a:pt x="44195" y="3047"/>
                </a:lnTo>
                <a:lnTo>
                  <a:pt x="47244" y="1523"/>
                </a:lnTo>
                <a:lnTo>
                  <a:pt x="51816" y="1523"/>
                </a:lnTo>
                <a:lnTo>
                  <a:pt x="56387" y="0"/>
                </a:lnTo>
                <a:lnTo>
                  <a:pt x="60960" y="0"/>
                </a:lnTo>
                <a:lnTo>
                  <a:pt x="64008" y="0"/>
                </a:lnTo>
                <a:lnTo>
                  <a:pt x="4767357" y="0"/>
                </a:lnTo>
                <a:lnTo>
                  <a:pt x="4771929" y="0"/>
                </a:lnTo>
                <a:lnTo>
                  <a:pt x="4776501" y="0"/>
                </a:lnTo>
                <a:lnTo>
                  <a:pt x="4779549" y="1523"/>
                </a:lnTo>
                <a:lnTo>
                  <a:pt x="4784121" y="1523"/>
                </a:lnTo>
                <a:lnTo>
                  <a:pt x="4788693" y="3047"/>
                </a:lnTo>
                <a:lnTo>
                  <a:pt x="4791741" y="4571"/>
                </a:lnTo>
                <a:lnTo>
                  <a:pt x="4796313" y="6095"/>
                </a:lnTo>
                <a:lnTo>
                  <a:pt x="4799361" y="7619"/>
                </a:lnTo>
                <a:lnTo>
                  <a:pt x="4803933" y="10667"/>
                </a:lnTo>
                <a:lnTo>
                  <a:pt x="4806981" y="13715"/>
                </a:lnTo>
                <a:lnTo>
                  <a:pt x="4810029" y="15239"/>
                </a:lnTo>
                <a:lnTo>
                  <a:pt x="4813173" y="18287"/>
                </a:lnTo>
                <a:lnTo>
                  <a:pt x="4816221" y="21335"/>
                </a:lnTo>
                <a:lnTo>
                  <a:pt x="4819268" y="24383"/>
                </a:lnTo>
                <a:lnTo>
                  <a:pt x="4820792" y="28955"/>
                </a:lnTo>
                <a:lnTo>
                  <a:pt x="4823841" y="32003"/>
                </a:lnTo>
                <a:lnTo>
                  <a:pt x="4825365" y="35051"/>
                </a:lnTo>
                <a:lnTo>
                  <a:pt x="4826889" y="39623"/>
                </a:lnTo>
                <a:lnTo>
                  <a:pt x="4828413" y="44195"/>
                </a:lnTo>
                <a:lnTo>
                  <a:pt x="4829936" y="47243"/>
                </a:lnTo>
                <a:lnTo>
                  <a:pt x="4829936" y="51815"/>
                </a:lnTo>
                <a:lnTo>
                  <a:pt x="4831460" y="56387"/>
                </a:lnTo>
                <a:lnTo>
                  <a:pt x="4831460" y="416432"/>
                </a:lnTo>
                <a:lnTo>
                  <a:pt x="4829936" y="419480"/>
                </a:lnTo>
                <a:lnTo>
                  <a:pt x="4829936" y="424052"/>
                </a:lnTo>
                <a:lnTo>
                  <a:pt x="4828413" y="428624"/>
                </a:lnTo>
                <a:lnTo>
                  <a:pt x="4826889" y="431672"/>
                </a:lnTo>
                <a:lnTo>
                  <a:pt x="4825365" y="436244"/>
                </a:lnTo>
                <a:lnTo>
                  <a:pt x="4823841" y="439292"/>
                </a:lnTo>
                <a:lnTo>
                  <a:pt x="4820792" y="443864"/>
                </a:lnTo>
                <a:lnTo>
                  <a:pt x="4819268" y="446912"/>
                </a:lnTo>
                <a:lnTo>
                  <a:pt x="4816221" y="449960"/>
                </a:lnTo>
                <a:lnTo>
                  <a:pt x="4813173" y="453008"/>
                </a:lnTo>
                <a:lnTo>
                  <a:pt x="4810029" y="456056"/>
                </a:lnTo>
                <a:lnTo>
                  <a:pt x="4806981" y="459104"/>
                </a:lnTo>
                <a:lnTo>
                  <a:pt x="4803933" y="460628"/>
                </a:lnTo>
                <a:lnTo>
                  <a:pt x="4799361" y="463676"/>
                </a:lnTo>
                <a:lnTo>
                  <a:pt x="4796313" y="465296"/>
                </a:lnTo>
                <a:lnTo>
                  <a:pt x="4791741" y="466820"/>
                </a:lnTo>
                <a:lnTo>
                  <a:pt x="4788693" y="468344"/>
                </a:lnTo>
                <a:lnTo>
                  <a:pt x="4784121" y="469868"/>
                </a:lnTo>
                <a:lnTo>
                  <a:pt x="4779549" y="471392"/>
                </a:lnTo>
                <a:lnTo>
                  <a:pt x="4776501" y="471392"/>
                </a:lnTo>
                <a:lnTo>
                  <a:pt x="4771929" y="471392"/>
                </a:lnTo>
                <a:lnTo>
                  <a:pt x="51816" y="471392"/>
                </a:lnTo>
                <a:lnTo>
                  <a:pt x="47244" y="469868"/>
                </a:lnTo>
                <a:lnTo>
                  <a:pt x="44195" y="468344"/>
                </a:lnTo>
                <a:lnTo>
                  <a:pt x="39624" y="466820"/>
                </a:lnTo>
                <a:lnTo>
                  <a:pt x="36576" y="465296"/>
                </a:lnTo>
                <a:lnTo>
                  <a:pt x="32004" y="463676"/>
                </a:lnTo>
                <a:lnTo>
                  <a:pt x="28956" y="460628"/>
                </a:lnTo>
                <a:lnTo>
                  <a:pt x="25908" y="459104"/>
                </a:lnTo>
                <a:lnTo>
                  <a:pt x="22859" y="456056"/>
                </a:lnTo>
                <a:lnTo>
                  <a:pt x="19812" y="453008"/>
                </a:lnTo>
                <a:lnTo>
                  <a:pt x="16764" y="449960"/>
                </a:lnTo>
                <a:lnTo>
                  <a:pt x="13716" y="446912"/>
                </a:lnTo>
                <a:lnTo>
                  <a:pt x="10668" y="443864"/>
                </a:lnTo>
                <a:lnTo>
                  <a:pt x="9144" y="439292"/>
                </a:lnTo>
                <a:lnTo>
                  <a:pt x="6096" y="436244"/>
                </a:lnTo>
                <a:lnTo>
                  <a:pt x="4572" y="431672"/>
                </a:lnTo>
                <a:lnTo>
                  <a:pt x="3048" y="428624"/>
                </a:lnTo>
                <a:lnTo>
                  <a:pt x="3048" y="424052"/>
                </a:lnTo>
                <a:lnTo>
                  <a:pt x="1524" y="419480"/>
                </a:lnTo>
                <a:lnTo>
                  <a:pt x="0" y="416432"/>
                </a:lnTo>
                <a:lnTo>
                  <a:pt x="0" y="411860"/>
                </a:lnTo>
                <a:lnTo>
                  <a:pt x="0" y="407288"/>
                </a:lnTo>
                <a:close/>
              </a:path>
            </a:pathLst>
          </a:custGeom>
          <a:ln w="9153">
            <a:solidFill>
              <a:srgbClr val="BFDBF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393179" y="1545145"/>
            <a:ext cx="127000" cy="153035"/>
          </a:xfrm>
          <a:custGeom>
            <a:avLst/>
            <a:gdLst/>
            <a:ahLst/>
            <a:cxnLst/>
            <a:rect l="l" t="t" r="r" b="b"/>
            <a:pathLst>
              <a:path w="127000" h="153035">
                <a:moveTo>
                  <a:pt x="62496" y="48768"/>
                </a:moveTo>
                <a:lnTo>
                  <a:pt x="35052" y="48768"/>
                </a:lnTo>
                <a:lnTo>
                  <a:pt x="35052" y="149453"/>
                </a:lnTo>
                <a:lnTo>
                  <a:pt x="62496" y="149453"/>
                </a:lnTo>
                <a:lnTo>
                  <a:pt x="62496" y="48768"/>
                </a:lnTo>
                <a:close/>
              </a:path>
              <a:path w="127000" h="153035">
                <a:moveTo>
                  <a:pt x="62496" y="0"/>
                </a:moveTo>
                <a:lnTo>
                  <a:pt x="32004" y="0"/>
                </a:lnTo>
                <a:lnTo>
                  <a:pt x="0" y="24384"/>
                </a:lnTo>
                <a:lnTo>
                  <a:pt x="35052" y="24384"/>
                </a:lnTo>
                <a:lnTo>
                  <a:pt x="62496" y="24384"/>
                </a:lnTo>
                <a:lnTo>
                  <a:pt x="62496" y="0"/>
                </a:lnTo>
                <a:close/>
              </a:path>
              <a:path w="127000" h="153035">
                <a:moveTo>
                  <a:pt x="126593" y="131165"/>
                </a:moveTo>
                <a:lnTo>
                  <a:pt x="125069" y="128117"/>
                </a:lnTo>
                <a:lnTo>
                  <a:pt x="118973" y="122021"/>
                </a:lnTo>
                <a:lnTo>
                  <a:pt x="114401" y="120497"/>
                </a:lnTo>
                <a:lnTo>
                  <a:pt x="105257" y="120497"/>
                </a:lnTo>
                <a:lnTo>
                  <a:pt x="102209" y="122021"/>
                </a:lnTo>
                <a:lnTo>
                  <a:pt x="96113" y="128117"/>
                </a:lnTo>
                <a:lnTo>
                  <a:pt x="94589" y="131165"/>
                </a:lnTo>
                <a:lnTo>
                  <a:pt x="94589" y="140309"/>
                </a:lnTo>
                <a:lnTo>
                  <a:pt x="96113" y="144881"/>
                </a:lnTo>
                <a:lnTo>
                  <a:pt x="102209" y="150977"/>
                </a:lnTo>
                <a:lnTo>
                  <a:pt x="105257" y="152501"/>
                </a:lnTo>
                <a:lnTo>
                  <a:pt x="109829" y="152501"/>
                </a:lnTo>
                <a:lnTo>
                  <a:pt x="114401" y="152501"/>
                </a:lnTo>
                <a:lnTo>
                  <a:pt x="118973" y="150977"/>
                </a:lnTo>
                <a:lnTo>
                  <a:pt x="125069" y="144881"/>
                </a:lnTo>
                <a:lnTo>
                  <a:pt x="126593" y="140309"/>
                </a:lnTo>
                <a:lnTo>
                  <a:pt x="126593" y="131165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89876" y="1523720"/>
            <a:ext cx="1000760" cy="200025"/>
          </a:xfrm>
          <a:custGeom>
            <a:avLst/>
            <a:gdLst/>
            <a:ahLst/>
            <a:cxnLst/>
            <a:rect l="l" t="t" r="r" b="b"/>
            <a:pathLst>
              <a:path w="1000760" h="200025">
                <a:moveTo>
                  <a:pt x="193738" y="160210"/>
                </a:moveTo>
                <a:lnTo>
                  <a:pt x="106781" y="160210"/>
                </a:lnTo>
                <a:lnTo>
                  <a:pt x="106781" y="86550"/>
                </a:lnTo>
                <a:lnTo>
                  <a:pt x="181546" y="86550"/>
                </a:lnTo>
                <a:lnTo>
                  <a:pt x="181546" y="58610"/>
                </a:lnTo>
                <a:lnTo>
                  <a:pt x="106781" y="58610"/>
                </a:lnTo>
                <a:lnTo>
                  <a:pt x="106781" y="1460"/>
                </a:lnTo>
                <a:lnTo>
                  <a:pt x="74777" y="1460"/>
                </a:lnTo>
                <a:lnTo>
                  <a:pt x="74777" y="58610"/>
                </a:lnTo>
                <a:lnTo>
                  <a:pt x="74777" y="86550"/>
                </a:lnTo>
                <a:lnTo>
                  <a:pt x="74777" y="160210"/>
                </a:lnTo>
                <a:lnTo>
                  <a:pt x="0" y="160210"/>
                </a:lnTo>
                <a:lnTo>
                  <a:pt x="0" y="188150"/>
                </a:lnTo>
                <a:lnTo>
                  <a:pt x="193738" y="188150"/>
                </a:lnTo>
                <a:lnTo>
                  <a:pt x="193738" y="160210"/>
                </a:lnTo>
                <a:close/>
              </a:path>
              <a:path w="1000760" h="200025">
                <a:moveTo>
                  <a:pt x="399567" y="12280"/>
                </a:moveTo>
                <a:lnTo>
                  <a:pt x="205930" y="12280"/>
                </a:lnTo>
                <a:lnTo>
                  <a:pt x="205930" y="41236"/>
                </a:lnTo>
                <a:lnTo>
                  <a:pt x="279082" y="41236"/>
                </a:lnTo>
                <a:lnTo>
                  <a:pt x="279082" y="198399"/>
                </a:lnTo>
                <a:lnTo>
                  <a:pt x="312699" y="198399"/>
                </a:lnTo>
                <a:lnTo>
                  <a:pt x="312699" y="86956"/>
                </a:lnTo>
                <a:lnTo>
                  <a:pt x="326974" y="97840"/>
                </a:lnTo>
                <a:lnTo>
                  <a:pt x="342226" y="109867"/>
                </a:lnTo>
                <a:lnTo>
                  <a:pt x="358355" y="123050"/>
                </a:lnTo>
                <a:lnTo>
                  <a:pt x="375183" y="137350"/>
                </a:lnTo>
                <a:lnTo>
                  <a:pt x="394995" y="111442"/>
                </a:lnTo>
                <a:lnTo>
                  <a:pt x="378980" y="99047"/>
                </a:lnTo>
                <a:lnTo>
                  <a:pt x="362800" y="86969"/>
                </a:lnTo>
                <a:lnTo>
                  <a:pt x="329463" y="62572"/>
                </a:lnTo>
                <a:lnTo>
                  <a:pt x="312699" y="80860"/>
                </a:lnTo>
                <a:lnTo>
                  <a:pt x="312699" y="41236"/>
                </a:lnTo>
                <a:lnTo>
                  <a:pt x="399567" y="41236"/>
                </a:lnTo>
                <a:lnTo>
                  <a:pt x="399567" y="12280"/>
                </a:lnTo>
                <a:close/>
              </a:path>
              <a:path w="1000760" h="200025">
                <a:moveTo>
                  <a:pt x="608558" y="167830"/>
                </a:moveTo>
                <a:lnTo>
                  <a:pt x="566407" y="154114"/>
                </a:lnTo>
                <a:lnTo>
                  <a:pt x="532257" y="135826"/>
                </a:lnTo>
                <a:lnTo>
                  <a:pt x="545388" y="118948"/>
                </a:lnTo>
                <a:lnTo>
                  <a:pt x="547268" y="116014"/>
                </a:lnTo>
                <a:lnTo>
                  <a:pt x="557263" y="100342"/>
                </a:lnTo>
                <a:lnTo>
                  <a:pt x="567702" y="80022"/>
                </a:lnTo>
                <a:lnTo>
                  <a:pt x="576554" y="58000"/>
                </a:lnTo>
                <a:lnTo>
                  <a:pt x="605510" y="58000"/>
                </a:lnTo>
                <a:lnTo>
                  <a:pt x="605510" y="32092"/>
                </a:lnTo>
                <a:lnTo>
                  <a:pt x="541401" y="32092"/>
                </a:lnTo>
                <a:lnTo>
                  <a:pt x="541401" y="58000"/>
                </a:lnTo>
                <a:lnTo>
                  <a:pt x="535952" y="74345"/>
                </a:lnTo>
                <a:lnTo>
                  <a:pt x="528637" y="89255"/>
                </a:lnTo>
                <a:lnTo>
                  <a:pt x="519328" y="103047"/>
                </a:lnTo>
                <a:lnTo>
                  <a:pt x="507873" y="116014"/>
                </a:lnTo>
                <a:lnTo>
                  <a:pt x="497281" y="103047"/>
                </a:lnTo>
                <a:lnTo>
                  <a:pt x="488251" y="89255"/>
                </a:lnTo>
                <a:lnTo>
                  <a:pt x="480656" y="74345"/>
                </a:lnTo>
                <a:lnTo>
                  <a:pt x="474345" y="58000"/>
                </a:lnTo>
                <a:lnTo>
                  <a:pt x="541401" y="58000"/>
                </a:lnTo>
                <a:lnTo>
                  <a:pt x="541401" y="32092"/>
                </a:lnTo>
                <a:lnTo>
                  <a:pt x="529209" y="32092"/>
                </a:lnTo>
                <a:lnTo>
                  <a:pt x="526872" y="25806"/>
                </a:lnTo>
                <a:lnTo>
                  <a:pt x="524256" y="18376"/>
                </a:lnTo>
                <a:lnTo>
                  <a:pt x="521068" y="9766"/>
                </a:lnTo>
                <a:lnTo>
                  <a:pt x="517017" y="0"/>
                </a:lnTo>
                <a:lnTo>
                  <a:pt x="486537" y="6096"/>
                </a:lnTo>
                <a:lnTo>
                  <a:pt x="489470" y="13627"/>
                </a:lnTo>
                <a:lnTo>
                  <a:pt x="491680" y="20281"/>
                </a:lnTo>
                <a:lnTo>
                  <a:pt x="493610" y="26339"/>
                </a:lnTo>
                <a:lnTo>
                  <a:pt x="495681" y="32092"/>
                </a:lnTo>
                <a:lnTo>
                  <a:pt x="411772" y="32092"/>
                </a:lnTo>
                <a:lnTo>
                  <a:pt x="411772" y="58000"/>
                </a:lnTo>
                <a:lnTo>
                  <a:pt x="443865" y="58000"/>
                </a:lnTo>
                <a:lnTo>
                  <a:pt x="450723" y="80022"/>
                </a:lnTo>
                <a:lnTo>
                  <a:pt x="459867" y="100342"/>
                </a:lnTo>
                <a:lnTo>
                  <a:pt x="471297" y="118948"/>
                </a:lnTo>
                <a:lnTo>
                  <a:pt x="485013" y="135826"/>
                </a:lnTo>
                <a:lnTo>
                  <a:pt x="468426" y="145542"/>
                </a:lnTo>
                <a:lnTo>
                  <a:pt x="450329" y="154305"/>
                </a:lnTo>
                <a:lnTo>
                  <a:pt x="430542" y="162191"/>
                </a:lnTo>
                <a:lnTo>
                  <a:pt x="408724" y="169354"/>
                </a:lnTo>
                <a:lnTo>
                  <a:pt x="413524" y="176263"/>
                </a:lnTo>
                <a:lnTo>
                  <a:pt x="418630" y="183464"/>
                </a:lnTo>
                <a:lnTo>
                  <a:pt x="423760" y="191249"/>
                </a:lnTo>
                <a:lnTo>
                  <a:pt x="428625" y="199923"/>
                </a:lnTo>
                <a:lnTo>
                  <a:pt x="451510" y="190423"/>
                </a:lnTo>
                <a:lnTo>
                  <a:pt x="472249" y="180225"/>
                </a:lnTo>
                <a:lnTo>
                  <a:pt x="491020" y="169164"/>
                </a:lnTo>
                <a:lnTo>
                  <a:pt x="507873" y="157162"/>
                </a:lnTo>
                <a:lnTo>
                  <a:pt x="524751" y="169164"/>
                </a:lnTo>
                <a:lnTo>
                  <a:pt x="543509" y="180035"/>
                </a:lnTo>
                <a:lnTo>
                  <a:pt x="564273" y="189776"/>
                </a:lnTo>
                <a:lnTo>
                  <a:pt x="587222" y="198399"/>
                </a:lnTo>
                <a:lnTo>
                  <a:pt x="590334" y="192951"/>
                </a:lnTo>
                <a:lnTo>
                  <a:pt x="595033" y="185940"/>
                </a:lnTo>
                <a:lnTo>
                  <a:pt x="601141" y="177520"/>
                </a:lnTo>
                <a:lnTo>
                  <a:pt x="608558" y="167830"/>
                </a:lnTo>
                <a:close/>
              </a:path>
              <a:path w="1000760" h="200025">
                <a:moveTo>
                  <a:pt x="681697" y="164782"/>
                </a:moveTo>
                <a:lnTo>
                  <a:pt x="666457" y="146494"/>
                </a:lnTo>
                <a:lnTo>
                  <a:pt x="653656" y="155092"/>
                </a:lnTo>
                <a:lnTo>
                  <a:pt x="640549" y="162687"/>
                </a:lnTo>
                <a:lnTo>
                  <a:pt x="627595" y="169354"/>
                </a:lnTo>
                <a:lnTo>
                  <a:pt x="614641" y="175450"/>
                </a:lnTo>
                <a:lnTo>
                  <a:pt x="620737" y="183070"/>
                </a:lnTo>
                <a:lnTo>
                  <a:pt x="625309" y="190690"/>
                </a:lnTo>
                <a:lnTo>
                  <a:pt x="628357" y="196786"/>
                </a:lnTo>
                <a:lnTo>
                  <a:pt x="641197" y="189636"/>
                </a:lnTo>
                <a:lnTo>
                  <a:pt x="654456" y="181927"/>
                </a:lnTo>
                <a:lnTo>
                  <a:pt x="668007" y="173634"/>
                </a:lnTo>
                <a:lnTo>
                  <a:pt x="681697" y="164782"/>
                </a:lnTo>
                <a:close/>
              </a:path>
              <a:path w="1000760" h="200025">
                <a:moveTo>
                  <a:pt x="809815" y="48856"/>
                </a:moveTo>
                <a:lnTo>
                  <a:pt x="729043" y="48856"/>
                </a:lnTo>
                <a:lnTo>
                  <a:pt x="729043" y="35140"/>
                </a:lnTo>
                <a:lnTo>
                  <a:pt x="803719" y="35140"/>
                </a:lnTo>
                <a:lnTo>
                  <a:pt x="803719" y="13804"/>
                </a:lnTo>
                <a:lnTo>
                  <a:pt x="729043" y="13804"/>
                </a:lnTo>
                <a:lnTo>
                  <a:pt x="729043" y="0"/>
                </a:lnTo>
                <a:lnTo>
                  <a:pt x="701611" y="0"/>
                </a:lnTo>
                <a:lnTo>
                  <a:pt x="701611" y="13804"/>
                </a:lnTo>
                <a:lnTo>
                  <a:pt x="625309" y="13804"/>
                </a:lnTo>
                <a:lnTo>
                  <a:pt x="625309" y="35140"/>
                </a:lnTo>
                <a:lnTo>
                  <a:pt x="701611" y="35140"/>
                </a:lnTo>
                <a:lnTo>
                  <a:pt x="701611" y="48856"/>
                </a:lnTo>
                <a:lnTo>
                  <a:pt x="683221" y="48856"/>
                </a:lnTo>
                <a:lnTo>
                  <a:pt x="683221" y="68668"/>
                </a:lnTo>
                <a:lnTo>
                  <a:pt x="674319" y="74980"/>
                </a:lnTo>
                <a:lnTo>
                  <a:pt x="665695" y="80289"/>
                </a:lnTo>
                <a:lnTo>
                  <a:pt x="657085" y="84747"/>
                </a:lnTo>
                <a:lnTo>
                  <a:pt x="648169" y="88480"/>
                </a:lnTo>
                <a:lnTo>
                  <a:pt x="648169" y="68668"/>
                </a:lnTo>
                <a:lnTo>
                  <a:pt x="683221" y="68668"/>
                </a:lnTo>
                <a:lnTo>
                  <a:pt x="683221" y="48856"/>
                </a:lnTo>
                <a:lnTo>
                  <a:pt x="620737" y="48856"/>
                </a:lnTo>
                <a:lnTo>
                  <a:pt x="620737" y="90004"/>
                </a:lnTo>
                <a:lnTo>
                  <a:pt x="648169" y="90004"/>
                </a:lnTo>
                <a:lnTo>
                  <a:pt x="654253" y="106807"/>
                </a:lnTo>
                <a:lnTo>
                  <a:pt x="654735" y="106807"/>
                </a:lnTo>
                <a:lnTo>
                  <a:pt x="660819" y="105968"/>
                </a:lnTo>
                <a:lnTo>
                  <a:pt x="678484" y="104686"/>
                </a:lnTo>
                <a:lnTo>
                  <a:pt x="631405" y="125158"/>
                </a:lnTo>
                <a:lnTo>
                  <a:pt x="640549" y="148018"/>
                </a:lnTo>
                <a:lnTo>
                  <a:pt x="650532" y="146875"/>
                </a:lnTo>
                <a:lnTo>
                  <a:pt x="664375" y="145732"/>
                </a:lnTo>
                <a:lnTo>
                  <a:pt x="681964" y="144589"/>
                </a:lnTo>
                <a:lnTo>
                  <a:pt x="703135" y="143446"/>
                </a:lnTo>
                <a:lnTo>
                  <a:pt x="703135" y="169354"/>
                </a:lnTo>
                <a:lnTo>
                  <a:pt x="698563" y="173926"/>
                </a:lnTo>
                <a:lnTo>
                  <a:pt x="671029" y="173926"/>
                </a:lnTo>
                <a:lnTo>
                  <a:pt x="674077" y="180022"/>
                </a:lnTo>
                <a:lnTo>
                  <a:pt x="675601" y="187642"/>
                </a:lnTo>
                <a:lnTo>
                  <a:pt x="675652" y="187947"/>
                </a:lnTo>
                <a:lnTo>
                  <a:pt x="677125" y="198399"/>
                </a:lnTo>
                <a:lnTo>
                  <a:pt x="690613" y="198158"/>
                </a:lnTo>
                <a:lnTo>
                  <a:pt x="701217" y="197599"/>
                </a:lnTo>
                <a:lnTo>
                  <a:pt x="708939" y="197040"/>
                </a:lnTo>
                <a:lnTo>
                  <a:pt x="713803" y="196786"/>
                </a:lnTo>
                <a:lnTo>
                  <a:pt x="722947" y="193738"/>
                </a:lnTo>
                <a:lnTo>
                  <a:pt x="725995" y="189166"/>
                </a:lnTo>
                <a:lnTo>
                  <a:pt x="729043" y="186118"/>
                </a:lnTo>
                <a:lnTo>
                  <a:pt x="730440" y="181927"/>
                </a:lnTo>
                <a:lnTo>
                  <a:pt x="730567" y="143446"/>
                </a:lnTo>
                <a:lnTo>
                  <a:pt x="777811" y="140398"/>
                </a:lnTo>
                <a:lnTo>
                  <a:pt x="788479" y="151066"/>
                </a:lnTo>
                <a:lnTo>
                  <a:pt x="799147" y="140398"/>
                </a:lnTo>
                <a:lnTo>
                  <a:pt x="806767" y="132778"/>
                </a:lnTo>
                <a:lnTo>
                  <a:pt x="798957" y="126682"/>
                </a:lnTo>
                <a:lnTo>
                  <a:pt x="796175" y="124510"/>
                </a:lnTo>
                <a:lnTo>
                  <a:pt x="784796" y="115760"/>
                </a:lnTo>
                <a:lnTo>
                  <a:pt x="772693" y="106807"/>
                </a:lnTo>
                <a:lnTo>
                  <a:pt x="759523" y="97624"/>
                </a:lnTo>
                <a:lnTo>
                  <a:pt x="741235" y="112966"/>
                </a:lnTo>
                <a:lnTo>
                  <a:pt x="756475" y="123634"/>
                </a:lnTo>
                <a:lnTo>
                  <a:pt x="681697" y="126682"/>
                </a:lnTo>
                <a:lnTo>
                  <a:pt x="709739" y="115760"/>
                </a:lnTo>
                <a:lnTo>
                  <a:pt x="734174" y="105676"/>
                </a:lnTo>
                <a:lnTo>
                  <a:pt x="738428" y="103720"/>
                </a:lnTo>
                <a:lnTo>
                  <a:pt x="754875" y="96164"/>
                </a:lnTo>
                <a:lnTo>
                  <a:pt x="768934" y="88480"/>
                </a:lnTo>
                <a:lnTo>
                  <a:pt x="771715" y="86956"/>
                </a:lnTo>
                <a:lnTo>
                  <a:pt x="751903" y="70192"/>
                </a:lnTo>
                <a:lnTo>
                  <a:pt x="745921" y="74536"/>
                </a:lnTo>
                <a:lnTo>
                  <a:pt x="739521" y="78574"/>
                </a:lnTo>
                <a:lnTo>
                  <a:pt x="732828" y="82626"/>
                </a:lnTo>
                <a:lnTo>
                  <a:pt x="725995" y="86956"/>
                </a:lnTo>
                <a:lnTo>
                  <a:pt x="689317" y="86956"/>
                </a:lnTo>
                <a:lnTo>
                  <a:pt x="705980" y="77812"/>
                </a:lnTo>
                <a:lnTo>
                  <a:pt x="714070" y="73240"/>
                </a:lnTo>
                <a:lnTo>
                  <a:pt x="721423" y="68668"/>
                </a:lnTo>
                <a:lnTo>
                  <a:pt x="780859" y="68668"/>
                </a:lnTo>
                <a:lnTo>
                  <a:pt x="780859" y="90004"/>
                </a:lnTo>
                <a:lnTo>
                  <a:pt x="809815" y="90004"/>
                </a:lnTo>
                <a:lnTo>
                  <a:pt x="809815" y="68668"/>
                </a:lnTo>
                <a:lnTo>
                  <a:pt x="809815" y="48856"/>
                </a:lnTo>
                <a:close/>
              </a:path>
              <a:path w="1000760" h="200025">
                <a:moveTo>
                  <a:pt x="814387" y="173926"/>
                </a:moveTo>
                <a:lnTo>
                  <a:pt x="799553" y="166204"/>
                </a:lnTo>
                <a:lnTo>
                  <a:pt x="784860" y="159067"/>
                </a:lnTo>
                <a:lnTo>
                  <a:pt x="770458" y="152488"/>
                </a:lnTo>
                <a:lnTo>
                  <a:pt x="756475" y="146494"/>
                </a:lnTo>
                <a:lnTo>
                  <a:pt x="742823" y="166204"/>
                </a:lnTo>
                <a:lnTo>
                  <a:pt x="742543" y="166204"/>
                </a:lnTo>
                <a:lnTo>
                  <a:pt x="756754" y="172567"/>
                </a:lnTo>
                <a:lnTo>
                  <a:pt x="771334" y="179832"/>
                </a:lnTo>
                <a:lnTo>
                  <a:pt x="786472" y="187947"/>
                </a:lnTo>
                <a:lnTo>
                  <a:pt x="802195" y="196786"/>
                </a:lnTo>
                <a:lnTo>
                  <a:pt x="814387" y="173926"/>
                </a:lnTo>
                <a:close/>
              </a:path>
              <a:path w="1000760" h="200025">
                <a:moveTo>
                  <a:pt x="936396" y="10668"/>
                </a:moveTo>
                <a:lnTo>
                  <a:pt x="829716" y="10668"/>
                </a:lnTo>
                <a:lnTo>
                  <a:pt x="829716" y="36664"/>
                </a:lnTo>
                <a:lnTo>
                  <a:pt x="907440" y="36664"/>
                </a:lnTo>
                <a:lnTo>
                  <a:pt x="907440" y="59524"/>
                </a:lnTo>
                <a:lnTo>
                  <a:pt x="835812" y="59524"/>
                </a:lnTo>
                <a:lnTo>
                  <a:pt x="829716" y="132778"/>
                </a:lnTo>
                <a:lnTo>
                  <a:pt x="904392" y="132778"/>
                </a:lnTo>
                <a:lnTo>
                  <a:pt x="903490" y="143065"/>
                </a:lnTo>
                <a:lnTo>
                  <a:pt x="892200" y="167830"/>
                </a:lnTo>
                <a:lnTo>
                  <a:pt x="848004" y="167830"/>
                </a:lnTo>
                <a:lnTo>
                  <a:pt x="850290" y="174713"/>
                </a:lnTo>
                <a:lnTo>
                  <a:pt x="852576" y="181737"/>
                </a:lnTo>
                <a:lnTo>
                  <a:pt x="854862" y="189052"/>
                </a:lnTo>
                <a:lnTo>
                  <a:pt x="857148" y="196786"/>
                </a:lnTo>
                <a:lnTo>
                  <a:pt x="877722" y="196519"/>
                </a:lnTo>
                <a:lnTo>
                  <a:pt x="924204" y="187642"/>
                </a:lnTo>
                <a:lnTo>
                  <a:pt x="933348" y="169354"/>
                </a:lnTo>
                <a:lnTo>
                  <a:pt x="933348" y="160210"/>
                </a:lnTo>
                <a:lnTo>
                  <a:pt x="936396" y="106870"/>
                </a:lnTo>
                <a:lnTo>
                  <a:pt x="861720" y="106870"/>
                </a:lnTo>
                <a:lnTo>
                  <a:pt x="863244" y="85432"/>
                </a:lnTo>
                <a:lnTo>
                  <a:pt x="936396" y="85432"/>
                </a:lnTo>
                <a:lnTo>
                  <a:pt x="936396" y="10668"/>
                </a:lnTo>
                <a:close/>
              </a:path>
              <a:path w="1000760" h="200025">
                <a:moveTo>
                  <a:pt x="1000506" y="4572"/>
                </a:moveTo>
                <a:lnTo>
                  <a:pt x="971550" y="4572"/>
                </a:lnTo>
                <a:lnTo>
                  <a:pt x="971550" y="196786"/>
                </a:lnTo>
                <a:lnTo>
                  <a:pt x="1000506" y="196786"/>
                </a:lnTo>
                <a:lnTo>
                  <a:pt x="1000506" y="4572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84877" y="1536001"/>
            <a:ext cx="253174" cy="201358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15870" y="1536001"/>
            <a:ext cx="971454" cy="187642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85572" y="1944814"/>
            <a:ext cx="1644015" cy="160210"/>
          </a:xfrm>
          <a:prstGeom prst="rect">
            <a:avLst/>
          </a:prstGeom>
        </p:spPr>
      </p:pic>
      <p:grpSp>
        <p:nvGrpSpPr>
          <p:cNvPr id="18" name="object 18" descr=""/>
          <p:cNvGrpSpPr/>
          <p:nvPr/>
        </p:nvGrpSpPr>
        <p:grpSpPr>
          <a:xfrm>
            <a:off x="2093595" y="1943290"/>
            <a:ext cx="1369695" cy="161925"/>
            <a:chOff x="2093595" y="1943290"/>
            <a:chExt cx="1369695" cy="161925"/>
          </a:xfrm>
        </p:grpSpPr>
        <p:sp>
          <p:nvSpPr>
            <p:cNvPr id="19" name="object 19" descr=""/>
            <p:cNvSpPr/>
            <p:nvPr/>
          </p:nvSpPr>
          <p:spPr>
            <a:xfrm>
              <a:off x="2093595" y="1961578"/>
              <a:ext cx="305435" cy="143510"/>
            </a:xfrm>
            <a:custGeom>
              <a:avLst/>
              <a:gdLst/>
              <a:ahLst/>
              <a:cxnLst/>
              <a:rect l="l" t="t" r="r" b="b"/>
              <a:pathLst>
                <a:path w="305435" h="143510">
                  <a:moveTo>
                    <a:pt x="141922" y="76301"/>
                  </a:moveTo>
                  <a:lnTo>
                    <a:pt x="141846" y="62585"/>
                  </a:lnTo>
                  <a:lnTo>
                    <a:pt x="141655" y="58013"/>
                  </a:lnTo>
                  <a:lnTo>
                    <a:pt x="141541" y="56870"/>
                  </a:lnTo>
                  <a:lnTo>
                    <a:pt x="141490" y="56489"/>
                  </a:lnTo>
                  <a:lnTo>
                    <a:pt x="140779" y="51155"/>
                  </a:lnTo>
                  <a:lnTo>
                    <a:pt x="121805" y="16764"/>
                  </a:lnTo>
                  <a:lnTo>
                    <a:pt x="79667" y="292"/>
                  </a:lnTo>
                  <a:lnTo>
                    <a:pt x="71716" y="0"/>
                  </a:lnTo>
                  <a:lnTo>
                    <a:pt x="63093" y="292"/>
                  </a:lnTo>
                  <a:lnTo>
                    <a:pt x="23241" y="15506"/>
                  </a:lnTo>
                  <a:lnTo>
                    <a:pt x="2641" y="49682"/>
                  </a:lnTo>
                  <a:lnTo>
                    <a:pt x="1117" y="57492"/>
                  </a:lnTo>
                  <a:lnTo>
                    <a:pt x="1054" y="58013"/>
                  </a:lnTo>
                  <a:lnTo>
                    <a:pt x="292" y="64630"/>
                  </a:lnTo>
                  <a:lnTo>
                    <a:pt x="203" y="67157"/>
                  </a:lnTo>
                  <a:lnTo>
                    <a:pt x="0" y="73253"/>
                  </a:lnTo>
                  <a:lnTo>
                    <a:pt x="114" y="76301"/>
                  </a:lnTo>
                  <a:lnTo>
                    <a:pt x="228" y="79349"/>
                  </a:lnTo>
                  <a:lnTo>
                    <a:pt x="292" y="81203"/>
                  </a:lnTo>
                  <a:lnTo>
                    <a:pt x="1181" y="88874"/>
                  </a:lnTo>
                  <a:lnTo>
                    <a:pt x="2641" y="95973"/>
                  </a:lnTo>
                  <a:lnTo>
                    <a:pt x="2692" y="96113"/>
                  </a:lnTo>
                  <a:lnTo>
                    <a:pt x="4660" y="102209"/>
                  </a:lnTo>
                  <a:lnTo>
                    <a:pt x="28663" y="133159"/>
                  </a:lnTo>
                  <a:lnTo>
                    <a:pt x="71716" y="143446"/>
                  </a:lnTo>
                  <a:lnTo>
                    <a:pt x="82384" y="143446"/>
                  </a:lnTo>
                  <a:lnTo>
                    <a:pt x="86956" y="141922"/>
                  </a:lnTo>
                  <a:lnTo>
                    <a:pt x="91528" y="141922"/>
                  </a:lnTo>
                  <a:lnTo>
                    <a:pt x="96100" y="140398"/>
                  </a:lnTo>
                  <a:lnTo>
                    <a:pt x="100672" y="140398"/>
                  </a:lnTo>
                  <a:lnTo>
                    <a:pt x="103720" y="138874"/>
                  </a:lnTo>
                  <a:lnTo>
                    <a:pt x="108292" y="137350"/>
                  </a:lnTo>
                  <a:lnTo>
                    <a:pt x="109816" y="135826"/>
                  </a:lnTo>
                  <a:lnTo>
                    <a:pt x="106146" y="126593"/>
                  </a:lnTo>
                  <a:lnTo>
                    <a:pt x="103720" y="120497"/>
                  </a:lnTo>
                  <a:lnTo>
                    <a:pt x="102196" y="122021"/>
                  </a:lnTo>
                  <a:lnTo>
                    <a:pt x="99148" y="122021"/>
                  </a:lnTo>
                  <a:lnTo>
                    <a:pt x="96100" y="123545"/>
                  </a:lnTo>
                  <a:lnTo>
                    <a:pt x="93052" y="123545"/>
                  </a:lnTo>
                  <a:lnTo>
                    <a:pt x="90004" y="125069"/>
                  </a:lnTo>
                  <a:lnTo>
                    <a:pt x="85432" y="125069"/>
                  </a:lnTo>
                  <a:lnTo>
                    <a:pt x="82384" y="126593"/>
                  </a:lnTo>
                  <a:lnTo>
                    <a:pt x="65620" y="126593"/>
                  </a:lnTo>
                  <a:lnTo>
                    <a:pt x="56476" y="125069"/>
                  </a:lnTo>
                  <a:lnTo>
                    <a:pt x="50380" y="122021"/>
                  </a:lnTo>
                  <a:lnTo>
                    <a:pt x="42760" y="120497"/>
                  </a:lnTo>
                  <a:lnTo>
                    <a:pt x="19900" y="88493"/>
                  </a:lnTo>
                  <a:lnTo>
                    <a:pt x="18376" y="64109"/>
                  </a:lnTo>
                  <a:lnTo>
                    <a:pt x="21424" y="48869"/>
                  </a:lnTo>
                  <a:lnTo>
                    <a:pt x="24472" y="42773"/>
                  </a:lnTo>
                  <a:lnTo>
                    <a:pt x="27520" y="36576"/>
                  </a:lnTo>
                  <a:lnTo>
                    <a:pt x="36664" y="27432"/>
                  </a:lnTo>
                  <a:lnTo>
                    <a:pt x="42760" y="22860"/>
                  </a:lnTo>
                  <a:lnTo>
                    <a:pt x="50380" y="21336"/>
                  </a:lnTo>
                  <a:lnTo>
                    <a:pt x="56476" y="18288"/>
                  </a:lnTo>
                  <a:lnTo>
                    <a:pt x="64096" y="16764"/>
                  </a:lnTo>
                  <a:lnTo>
                    <a:pt x="80860" y="16764"/>
                  </a:lnTo>
                  <a:lnTo>
                    <a:pt x="115912" y="35052"/>
                  </a:lnTo>
                  <a:lnTo>
                    <a:pt x="120484" y="45821"/>
                  </a:lnTo>
                  <a:lnTo>
                    <a:pt x="123532" y="51917"/>
                  </a:lnTo>
                  <a:lnTo>
                    <a:pt x="123532" y="77825"/>
                  </a:lnTo>
                  <a:lnTo>
                    <a:pt x="122008" y="82397"/>
                  </a:lnTo>
                  <a:lnTo>
                    <a:pt x="122008" y="86969"/>
                  </a:lnTo>
                  <a:lnTo>
                    <a:pt x="120484" y="90017"/>
                  </a:lnTo>
                  <a:lnTo>
                    <a:pt x="117436" y="93065"/>
                  </a:lnTo>
                  <a:lnTo>
                    <a:pt x="114388" y="94589"/>
                  </a:lnTo>
                  <a:lnTo>
                    <a:pt x="106768" y="94589"/>
                  </a:lnTo>
                  <a:lnTo>
                    <a:pt x="105244" y="93065"/>
                  </a:lnTo>
                  <a:lnTo>
                    <a:pt x="105244" y="91541"/>
                  </a:lnTo>
                  <a:lnTo>
                    <a:pt x="103720" y="88493"/>
                  </a:lnTo>
                  <a:lnTo>
                    <a:pt x="103720" y="51917"/>
                  </a:lnTo>
                  <a:lnTo>
                    <a:pt x="103720" y="44297"/>
                  </a:lnTo>
                  <a:lnTo>
                    <a:pt x="103720" y="35052"/>
                  </a:lnTo>
                  <a:lnTo>
                    <a:pt x="88480" y="35052"/>
                  </a:lnTo>
                  <a:lnTo>
                    <a:pt x="88480" y="44297"/>
                  </a:lnTo>
                  <a:lnTo>
                    <a:pt x="88480" y="67157"/>
                  </a:lnTo>
                  <a:lnTo>
                    <a:pt x="88480" y="76301"/>
                  </a:lnTo>
                  <a:lnTo>
                    <a:pt x="86956" y="80873"/>
                  </a:lnTo>
                  <a:lnTo>
                    <a:pt x="83908" y="86969"/>
                  </a:lnTo>
                  <a:lnTo>
                    <a:pt x="79336" y="91541"/>
                  </a:lnTo>
                  <a:lnTo>
                    <a:pt x="76288" y="93065"/>
                  </a:lnTo>
                  <a:lnTo>
                    <a:pt x="62572" y="93065"/>
                  </a:lnTo>
                  <a:lnTo>
                    <a:pt x="59524" y="90017"/>
                  </a:lnTo>
                  <a:lnTo>
                    <a:pt x="56476" y="88493"/>
                  </a:lnTo>
                  <a:lnTo>
                    <a:pt x="51904" y="79349"/>
                  </a:lnTo>
                  <a:lnTo>
                    <a:pt x="51904" y="64109"/>
                  </a:lnTo>
                  <a:lnTo>
                    <a:pt x="56476" y="54965"/>
                  </a:lnTo>
                  <a:lnTo>
                    <a:pt x="62572" y="51917"/>
                  </a:lnTo>
                  <a:lnTo>
                    <a:pt x="76288" y="51917"/>
                  </a:lnTo>
                  <a:lnTo>
                    <a:pt x="82384" y="54965"/>
                  </a:lnTo>
                  <a:lnTo>
                    <a:pt x="83908" y="56489"/>
                  </a:lnTo>
                  <a:lnTo>
                    <a:pt x="86956" y="62585"/>
                  </a:lnTo>
                  <a:lnTo>
                    <a:pt x="88480" y="67157"/>
                  </a:lnTo>
                  <a:lnTo>
                    <a:pt x="88480" y="44297"/>
                  </a:lnTo>
                  <a:lnTo>
                    <a:pt x="86956" y="41249"/>
                  </a:lnTo>
                  <a:lnTo>
                    <a:pt x="83908" y="38201"/>
                  </a:lnTo>
                  <a:lnTo>
                    <a:pt x="80860" y="36576"/>
                  </a:lnTo>
                  <a:lnTo>
                    <a:pt x="76288" y="35052"/>
                  </a:lnTo>
                  <a:lnTo>
                    <a:pt x="73240" y="33528"/>
                  </a:lnTo>
                  <a:lnTo>
                    <a:pt x="61048" y="33528"/>
                  </a:lnTo>
                  <a:lnTo>
                    <a:pt x="54952" y="35052"/>
                  </a:lnTo>
                  <a:lnTo>
                    <a:pt x="50380" y="38201"/>
                  </a:lnTo>
                  <a:lnTo>
                    <a:pt x="45808" y="42773"/>
                  </a:lnTo>
                  <a:lnTo>
                    <a:pt x="41236" y="45821"/>
                  </a:lnTo>
                  <a:lnTo>
                    <a:pt x="39712" y="51917"/>
                  </a:lnTo>
                  <a:lnTo>
                    <a:pt x="36664" y="58013"/>
                  </a:lnTo>
                  <a:lnTo>
                    <a:pt x="35140" y="64109"/>
                  </a:lnTo>
                  <a:lnTo>
                    <a:pt x="35140" y="79349"/>
                  </a:lnTo>
                  <a:lnTo>
                    <a:pt x="38188" y="91541"/>
                  </a:lnTo>
                  <a:lnTo>
                    <a:pt x="41236" y="97637"/>
                  </a:lnTo>
                  <a:lnTo>
                    <a:pt x="44284" y="102209"/>
                  </a:lnTo>
                  <a:lnTo>
                    <a:pt x="50380" y="105257"/>
                  </a:lnTo>
                  <a:lnTo>
                    <a:pt x="54952" y="108305"/>
                  </a:lnTo>
                  <a:lnTo>
                    <a:pt x="61048" y="109829"/>
                  </a:lnTo>
                  <a:lnTo>
                    <a:pt x="73240" y="109829"/>
                  </a:lnTo>
                  <a:lnTo>
                    <a:pt x="77812" y="108305"/>
                  </a:lnTo>
                  <a:lnTo>
                    <a:pt x="82384" y="105257"/>
                  </a:lnTo>
                  <a:lnTo>
                    <a:pt x="85432" y="103733"/>
                  </a:lnTo>
                  <a:lnTo>
                    <a:pt x="88480" y="100685"/>
                  </a:lnTo>
                  <a:lnTo>
                    <a:pt x="90004" y="96113"/>
                  </a:lnTo>
                  <a:lnTo>
                    <a:pt x="93052" y="102209"/>
                  </a:lnTo>
                  <a:lnTo>
                    <a:pt x="96100" y="105257"/>
                  </a:lnTo>
                  <a:lnTo>
                    <a:pt x="102196" y="108305"/>
                  </a:lnTo>
                  <a:lnTo>
                    <a:pt x="105244" y="108305"/>
                  </a:lnTo>
                  <a:lnTo>
                    <a:pt x="108292" y="109829"/>
                  </a:lnTo>
                  <a:lnTo>
                    <a:pt x="115912" y="109829"/>
                  </a:lnTo>
                  <a:lnTo>
                    <a:pt x="122008" y="108305"/>
                  </a:lnTo>
                  <a:lnTo>
                    <a:pt x="125056" y="105257"/>
                  </a:lnTo>
                  <a:lnTo>
                    <a:pt x="129628" y="103733"/>
                  </a:lnTo>
                  <a:lnTo>
                    <a:pt x="132676" y="100685"/>
                  </a:lnTo>
                  <a:lnTo>
                    <a:pt x="134200" y="96113"/>
                  </a:lnTo>
                  <a:lnTo>
                    <a:pt x="135775" y="94589"/>
                  </a:lnTo>
                  <a:lnTo>
                    <a:pt x="137350" y="93065"/>
                  </a:lnTo>
                  <a:lnTo>
                    <a:pt x="138874" y="86969"/>
                  </a:lnTo>
                  <a:lnTo>
                    <a:pt x="140398" y="82397"/>
                  </a:lnTo>
                  <a:lnTo>
                    <a:pt x="141922" y="76301"/>
                  </a:lnTo>
                  <a:close/>
                </a:path>
                <a:path w="305435" h="143510">
                  <a:moveTo>
                    <a:pt x="236410" y="27432"/>
                  </a:moveTo>
                  <a:lnTo>
                    <a:pt x="213550" y="27432"/>
                  </a:lnTo>
                  <a:lnTo>
                    <a:pt x="213550" y="79349"/>
                  </a:lnTo>
                  <a:lnTo>
                    <a:pt x="208978" y="88493"/>
                  </a:lnTo>
                  <a:lnTo>
                    <a:pt x="205930" y="91541"/>
                  </a:lnTo>
                  <a:lnTo>
                    <a:pt x="202882" y="93065"/>
                  </a:lnTo>
                  <a:lnTo>
                    <a:pt x="192214" y="93065"/>
                  </a:lnTo>
                  <a:lnTo>
                    <a:pt x="187642" y="91541"/>
                  </a:lnTo>
                  <a:lnTo>
                    <a:pt x="186105" y="88493"/>
                  </a:lnTo>
                  <a:lnTo>
                    <a:pt x="183057" y="85445"/>
                  </a:lnTo>
                  <a:lnTo>
                    <a:pt x="181533" y="82397"/>
                  </a:lnTo>
                  <a:lnTo>
                    <a:pt x="181533" y="27432"/>
                  </a:lnTo>
                  <a:lnTo>
                    <a:pt x="158673" y="27432"/>
                  </a:lnTo>
                  <a:lnTo>
                    <a:pt x="158673" y="86969"/>
                  </a:lnTo>
                  <a:lnTo>
                    <a:pt x="160197" y="93065"/>
                  </a:lnTo>
                  <a:lnTo>
                    <a:pt x="163245" y="97637"/>
                  </a:lnTo>
                  <a:lnTo>
                    <a:pt x="164769" y="102209"/>
                  </a:lnTo>
                  <a:lnTo>
                    <a:pt x="167817" y="106781"/>
                  </a:lnTo>
                  <a:lnTo>
                    <a:pt x="172389" y="108305"/>
                  </a:lnTo>
                  <a:lnTo>
                    <a:pt x="176961" y="111353"/>
                  </a:lnTo>
                  <a:lnTo>
                    <a:pt x="181533" y="112877"/>
                  </a:lnTo>
                  <a:lnTo>
                    <a:pt x="195262" y="112877"/>
                  </a:lnTo>
                  <a:lnTo>
                    <a:pt x="213944" y="95631"/>
                  </a:lnTo>
                  <a:lnTo>
                    <a:pt x="215074" y="111353"/>
                  </a:lnTo>
                  <a:lnTo>
                    <a:pt x="236410" y="111353"/>
                  </a:lnTo>
                  <a:lnTo>
                    <a:pt x="236410" y="90017"/>
                  </a:lnTo>
                  <a:lnTo>
                    <a:pt x="236410" y="27432"/>
                  </a:lnTo>
                  <a:close/>
                </a:path>
                <a:path w="305435" h="143510">
                  <a:moveTo>
                    <a:pt x="305079" y="25908"/>
                  </a:moveTo>
                  <a:lnTo>
                    <a:pt x="292887" y="25908"/>
                  </a:lnTo>
                  <a:lnTo>
                    <a:pt x="289839" y="27432"/>
                  </a:lnTo>
                  <a:lnTo>
                    <a:pt x="285267" y="30480"/>
                  </a:lnTo>
                  <a:lnTo>
                    <a:pt x="282219" y="32004"/>
                  </a:lnTo>
                  <a:lnTo>
                    <a:pt x="279171" y="36576"/>
                  </a:lnTo>
                  <a:lnTo>
                    <a:pt x="277647" y="41249"/>
                  </a:lnTo>
                  <a:lnTo>
                    <a:pt x="277647" y="27432"/>
                  </a:lnTo>
                  <a:lnTo>
                    <a:pt x="254685" y="27432"/>
                  </a:lnTo>
                  <a:lnTo>
                    <a:pt x="254685" y="111353"/>
                  </a:lnTo>
                  <a:lnTo>
                    <a:pt x="277647" y="111353"/>
                  </a:lnTo>
                  <a:lnTo>
                    <a:pt x="277647" y="59537"/>
                  </a:lnTo>
                  <a:lnTo>
                    <a:pt x="279171" y="56489"/>
                  </a:lnTo>
                  <a:lnTo>
                    <a:pt x="280695" y="54965"/>
                  </a:lnTo>
                  <a:lnTo>
                    <a:pt x="283743" y="48869"/>
                  </a:lnTo>
                  <a:lnTo>
                    <a:pt x="289839" y="45821"/>
                  </a:lnTo>
                  <a:lnTo>
                    <a:pt x="303555" y="45821"/>
                  </a:lnTo>
                  <a:lnTo>
                    <a:pt x="305079" y="47345"/>
                  </a:lnTo>
                  <a:lnTo>
                    <a:pt x="305079" y="45821"/>
                  </a:lnTo>
                  <a:lnTo>
                    <a:pt x="305079" y="41249"/>
                  </a:lnTo>
                  <a:lnTo>
                    <a:pt x="305079" y="25908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13920" y="1943290"/>
              <a:ext cx="1049274" cy="152590"/>
            </a:xfrm>
            <a:prstGeom prst="rect">
              <a:avLst/>
            </a:prstGeom>
          </p:spPr>
        </p:pic>
      </p:grpSp>
      <p:pic>
        <p:nvPicPr>
          <p:cNvPr id="21" name="object 21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572922" y="1944814"/>
            <a:ext cx="305086" cy="149542"/>
          </a:xfrm>
          <a:prstGeom prst="rect">
            <a:avLst/>
          </a:prstGeom>
        </p:spPr>
      </p:pic>
      <p:sp>
        <p:nvSpPr>
          <p:cNvPr id="22" name="object 22" descr=""/>
          <p:cNvSpPr/>
          <p:nvPr/>
        </p:nvSpPr>
        <p:spPr>
          <a:xfrm>
            <a:off x="3926776" y="1960054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99148" y="112877"/>
                </a:moveTo>
                <a:lnTo>
                  <a:pt x="87452" y="80873"/>
                </a:lnTo>
                <a:lnTo>
                  <a:pt x="82994" y="68681"/>
                </a:lnTo>
                <a:lnTo>
                  <a:pt x="68834" y="29921"/>
                </a:lnTo>
                <a:lnTo>
                  <a:pt x="68834" y="68681"/>
                </a:lnTo>
                <a:lnTo>
                  <a:pt x="31305" y="68681"/>
                </a:lnTo>
                <a:lnTo>
                  <a:pt x="39624" y="45821"/>
                </a:lnTo>
                <a:lnTo>
                  <a:pt x="39624" y="42773"/>
                </a:lnTo>
                <a:lnTo>
                  <a:pt x="42672" y="38100"/>
                </a:lnTo>
                <a:lnTo>
                  <a:pt x="44196" y="30480"/>
                </a:lnTo>
                <a:lnTo>
                  <a:pt x="45720" y="24384"/>
                </a:lnTo>
                <a:lnTo>
                  <a:pt x="48768" y="16764"/>
                </a:lnTo>
                <a:lnTo>
                  <a:pt x="49530" y="12192"/>
                </a:lnTo>
                <a:lnTo>
                  <a:pt x="50292" y="16764"/>
                </a:lnTo>
                <a:lnTo>
                  <a:pt x="53340" y="24384"/>
                </a:lnTo>
                <a:lnTo>
                  <a:pt x="54864" y="30480"/>
                </a:lnTo>
                <a:lnTo>
                  <a:pt x="57912" y="36576"/>
                </a:lnTo>
                <a:lnTo>
                  <a:pt x="59436" y="42773"/>
                </a:lnTo>
                <a:lnTo>
                  <a:pt x="61048" y="45821"/>
                </a:lnTo>
                <a:lnTo>
                  <a:pt x="68834" y="68681"/>
                </a:lnTo>
                <a:lnTo>
                  <a:pt x="68834" y="29921"/>
                </a:lnTo>
                <a:lnTo>
                  <a:pt x="60693" y="7620"/>
                </a:lnTo>
                <a:lnTo>
                  <a:pt x="57912" y="0"/>
                </a:lnTo>
                <a:lnTo>
                  <a:pt x="41148" y="0"/>
                </a:lnTo>
                <a:lnTo>
                  <a:pt x="0" y="112877"/>
                </a:lnTo>
                <a:lnTo>
                  <a:pt x="15240" y="112877"/>
                </a:lnTo>
                <a:lnTo>
                  <a:pt x="26873" y="80873"/>
                </a:lnTo>
                <a:lnTo>
                  <a:pt x="72986" y="80873"/>
                </a:lnTo>
                <a:lnTo>
                  <a:pt x="83908" y="112877"/>
                </a:lnTo>
                <a:lnTo>
                  <a:pt x="99148" y="112877"/>
                </a:lnTo>
                <a:close/>
              </a:path>
              <a:path w="131445" h="113030">
                <a:moveTo>
                  <a:pt x="131152" y="0"/>
                </a:moveTo>
                <a:lnTo>
                  <a:pt x="117436" y="0"/>
                </a:lnTo>
                <a:lnTo>
                  <a:pt x="117436" y="112877"/>
                </a:lnTo>
                <a:lnTo>
                  <a:pt x="131152" y="112877"/>
                </a:lnTo>
                <a:lnTo>
                  <a:pt x="131152" y="0"/>
                </a:lnTo>
                <a:close/>
              </a:path>
            </a:pathLst>
          </a:custGeom>
          <a:solidFill>
            <a:srgbClr val="46546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" name="object 23" descr=""/>
          <p:cNvGrpSpPr/>
          <p:nvPr/>
        </p:nvGrpSpPr>
        <p:grpSpPr>
          <a:xfrm>
            <a:off x="4126610" y="1943290"/>
            <a:ext cx="981075" cy="153035"/>
            <a:chOff x="4126610" y="1943290"/>
            <a:chExt cx="981075" cy="153035"/>
          </a:xfrm>
        </p:grpSpPr>
        <p:sp>
          <p:nvSpPr>
            <p:cNvPr id="24" name="object 24" descr=""/>
            <p:cNvSpPr/>
            <p:nvPr/>
          </p:nvSpPr>
          <p:spPr>
            <a:xfrm>
              <a:off x="4126598" y="1943290"/>
              <a:ext cx="807085" cy="153035"/>
            </a:xfrm>
            <a:custGeom>
              <a:avLst/>
              <a:gdLst/>
              <a:ahLst/>
              <a:cxnLst/>
              <a:rect l="l" t="t" r="r" b="b"/>
              <a:pathLst>
                <a:path w="807085" h="153035">
                  <a:moveTo>
                    <a:pt x="22860" y="16764"/>
                  </a:moveTo>
                  <a:lnTo>
                    <a:pt x="12192" y="16764"/>
                  </a:lnTo>
                  <a:lnTo>
                    <a:pt x="0" y="59537"/>
                  </a:lnTo>
                  <a:lnTo>
                    <a:pt x="16764" y="59537"/>
                  </a:lnTo>
                  <a:lnTo>
                    <a:pt x="22860" y="16764"/>
                  </a:lnTo>
                  <a:close/>
                </a:path>
                <a:path w="807085" h="153035">
                  <a:moveTo>
                    <a:pt x="50292" y="16764"/>
                  </a:moveTo>
                  <a:lnTo>
                    <a:pt x="39624" y="16764"/>
                  </a:lnTo>
                  <a:lnTo>
                    <a:pt x="28956" y="59537"/>
                  </a:lnTo>
                  <a:lnTo>
                    <a:pt x="44196" y="59537"/>
                  </a:lnTo>
                  <a:lnTo>
                    <a:pt x="50292" y="16764"/>
                  </a:lnTo>
                  <a:close/>
                </a:path>
                <a:path w="807085" h="153035">
                  <a:moveTo>
                    <a:pt x="205841" y="15240"/>
                  </a:moveTo>
                  <a:lnTo>
                    <a:pt x="62484" y="15240"/>
                  </a:lnTo>
                  <a:lnTo>
                    <a:pt x="62484" y="25908"/>
                  </a:lnTo>
                  <a:lnTo>
                    <a:pt x="134213" y="25908"/>
                  </a:lnTo>
                  <a:lnTo>
                    <a:pt x="118186" y="48831"/>
                  </a:lnTo>
                  <a:lnTo>
                    <a:pt x="100126" y="69329"/>
                  </a:lnTo>
                  <a:lnTo>
                    <a:pt x="79895" y="87731"/>
                  </a:lnTo>
                  <a:lnTo>
                    <a:pt x="57912" y="103733"/>
                  </a:lnTo>
                  <a:lnTo>
                    <a:pt x="60960" y="108305"/>
                  </a:lnTo>
                  <a:lnTo>
                    <a:pt x="64008" y="111353"/>
                  </a:lnTo>
                  <a:lnTo>
                    <a:pt x="65532" y="114401"/>
                  </a:lnTo>
                  <a:lnTo>
                    <a:pt x="82346" y="103276"/>
                  </a:lnTo>
                  <a:lnTo>
                    <a:pt x="98298" y="90589"/>
                  </a:lnTo>
                  <a:lnTo>
                    <a:pt x="113118" y="76466"/>
                  </a:lnTo>
                  <a:lnTo>
                    <a:pt x="126492" y="61061"/>
                  </a:lnTo>
                  <a:lnTo>
                    <a:pt x="126492" y="151066"/>
                  </a:lnTo>
                  <a:lnTo>
                    <a:pt x="140309" y="151066"/>
                  </a:lnTo>
                  <a:lnTo>
                    <a:pt x="140309" y="61061"/>
                  </a:lnTo>
                  <a:lnTo>
                    <a:pt x="140309" y="56489"/>
                  </a:lnTo>
                  <a:lnTo>
                    <a:pt x="131165" y="56489"/>
                  </a:lnTo>
                  <a:lnTo>
                    <a:pt x="141452" y="40017"/>
                  </a:lnTo>
                  <a:lnTo>
                    <a:pt x="145732" y="32816"/>
                  </a:lnTo>
                  <a:lnTo>
                    <a:pt x="149453" y="25908"/>
                  </a:lnTo>
                  <a:lnTo>
                    <a:pt x="205841" y="25908"/>
                  </a:lnTo>
                  <a:lnTo>
                    <a:pt x="205841" y="15240"/>
                  </a:lnTo>
                  <a:close/>
                </a:path>
                <a:path w="807085" h="153035">
                  <a:moveTo>
                    <a:pt x="208889" y="96113"/>
                  </a:moveTo>
                  <a:lnTo>
                    <a:pt x="196024" y="86995"/>
                  </a:lnTo>
                  <a:lnTo>
                    <a:pt x="182600" y="78016"/>
                  </a:lnTo>
                  <a:lnTo>
                    <a:pt x="168592" y="69329"/>
                  </a:lnTo>
                  <a:lnTo>
                    <a:pt x="154025" y="61061"/>
                  </a:lnTo>
                  <a:lnTo>
                    <a:pt x="147929" y="71729"/>
                  </a:lnTo>
                  <a:lnTo>
                    <a:pt x="159054" y="78295"/>
                  </a:lnTo>
                  <a:lnTo>
                    <a:pt x="171742" y="86588"/>
                  </a:lnTo>
                  <a:lnTo>
                    <a:pt x="185864" y="96583"/>
                  </a:lnTo>
                  <a:lnTo>
                    <a:pt x="201269" y="108305"/>
                  </a:lnTo>
                  <a:lnTo>
                    <a:pt x="208889" y="96113"/>
                  </a:lnTo>
                  <a:close/>
                </a:path>
                <a:path w="807085" h="153035">
                  <a:moveTo>
                    <a:pt x="288366" y="126492"/>
                  </a:moveTo>
                  <a:lnTo>
                    <a:pt x="288163" y="126492"/>
                  </a:lnTo>
                  <a:lnTo>
                    <a:pt x="281089" y="117182"/>
                  </a:lnTo>
                  <a:lnTo>
                    <a:pt x="273367" y="107353"/>
                  </a:lnTo>
                  <a:lnTo>
                    <a:pt x="267881" y="100685"/>
                  </a:lnTo>
                  <a:lnTo>
                    <a:pt x="265049" y="97231"/>
                  </a:lnTo>
                  <a:lnTo>
                    <a:pt x="256133" y="86969"/>
                  </a:lnTo>
                  <a:lnTo>
                    <a:pt x="256133" y="79349"/>
                  </a:lnTo>
                  <a:lnTo>
                    <a:pt x="286715" y="79349"/>
                  </a:lnTo>
                  <a:lnTo>
                    <a:pt x="286715" y="68681"/>
                  </a:lnTo>
                  <a:lnTo>
                    <a:pt x="257657" y="68681"/>
                  </a:lnTo>
                  <a:lnTo>
                    <a:pt x="257657" y="33528"/>
                  </a:lnTo>
                  <a:lnTo>
                    <a:pt x="283667" y="33528"/>
                  </a:lnTo>
                  <a:lnTo>
                    <a:pt x="283667" y="22860"/>
                  </a:lnTo>
                  <a:lnTo>
                    <a:pt x="237845" y="22860"/>
                  </a:lnTo>
                  <a:lnTo>
                    <a:pt x="240893" y="10668"/>
                  </a:lnTo>
                  <a:lnTo>
                    <a:pt x="242417" y="3048"/>
                  </a:lnTo>
                  <a:lnTo>
                    <a:pt x="231749" y="1524"/>
                  </a:lnTo>
                  <a:lnTo>
                    <a:pt x="228015" y="14960"/>
                  </a:lnTo>
                  <a:lnTo>
                    <a:pt x="223558" y="27813"/>
                  </a:lnTo>
                  <a:lnTo>
                    <a:pt x="218249" y="40106"/>
                  </a:lnTo>
                  <a:lnTo>
                    <a:pt x="211937" y="51816"/>
                  </a:lnTo>
                  <a:lnTo>
                    <a:pt x="214985" y="53340"/>
                  </a:lnTo>
                  <a:lnTo>
                    <a:pt x="219557" y="54864"/>
                  </a:lnTo>
                  <a:lnTo>
                    <a:pt x="224129" y="56489"/>
                  </a:lnTo>
                  <a:lnTo>
                    <a:pt x="227177" y="50292"/>
                  </a:lnTo>
                  <a:lnTo>
                    <a:pt x="230225" y="42672"/>
                  </a:lnTo>
                  <a:lnTo>
                    <a:pt x="233273" y="33528"/>
                  </a:lnTo>
                  <a:lnTo>
                    <a:pt x="245465" y="33528"/>
                  </a:lnTo>
                  <a:lnTo>
                    <a:pt x="245465" y="68681"/>
                  </a:lnTo>
                  <a:lnTo>
                    <a:pt x="214985" y="68681"/>
                  </a:lnTo>
                  <a:lnTo>
                    <a:pt x="214985" y="79349"/>
                  </a:lnTo>
                  <a:lnTo>
                    <a:pt x="243941" y="79349"/>
                  </a:lnTo>
                  <a:lnTo>
                    <a:pt x="240233" y="96774"/>
                  </a:lnTo>
                  <a:lnTo>
                    <a:pt x="233654" y="112496"/>
                  </a:lnTo>
                  <a:lnTo>
                    <a:pt x="224231" y="126492"/>
                  </a:lnTo>
                  <a:lnTo>
                    <a:pt x="211937" y="138785"/>
                  </a:lnTo>
                  <a:lnTo>
                    <a:pt x="214985" y="143357"/>
                  </a:lnTo>
                  <a:lnTo>
                    <a:pt x="218033" y="146405"/>
                  </a:lnTo>
                  <a:lnTo>
                    <a:pt x="219557" y="149542"/>
                  </a:lnTo>
                  <a:lnTo>
                    <a:pt x="230987" y="139522"/>
                  </a:lnTo>
                  <a:lnTo>
                    <a:pt x="240131" y="127939"/>
                  </a:lnTo>
                  <a:lnTo>
                    <a:pt x="246989" y="114947"/>
                  </a:lnTo>
                  <a:lnTo>
                    <a:pt x="251561" y="100685"/>
                  </a:lnTo>
                  <a:lnTo>
                    <a:pt x="257556" y="107848"/>
                  </a:lnTo>
                  <a:lnTo>
                    <a:pt x="263994" y="115735"/>
                  </a:lnTo>
                  <a:lnTo>
                    <a:pt x="270713" y="124472"/>
                  </a:lnTo>
                  <a:lnTo>
                    <a:pt x="277571" y="134213"/>
                  </a:lnTo>
                  <a:lnTo>
                    <a:pt x="288366" y="126492"/>
                  </a:lnTo>
                  <a:close/>
                </a:path>
                <a:path w="807085" h="153035">
                  <a:moveTo>
                    <a:pt x="356819" y="18288"/>
                  </a:moveTo>
                  <a:lnTo>
                    <a:pt x="344627" y="18288"/>
                  </a:lnTo>
                  <a:lnTo>
                    <a:pt x="344627" y="28956"/>
                  </a:lnTo>
                  <a:lnTo>
                    <a:pt x="344627" y="120497"/>
                  </a:lnTo>
                  <a:lnTo>
                    <a:pt x="305003" y="120497"/>
                  </a:lnTo>
                  <a:lnTo>
                    <a:pt x="305003" y="28956"/>
                  </a:lnTo>
                  <a:lnTo>
                    <a:pt x="344627" y="28956"/>
                  </a:lnTo>
                  <a:lnTo>
                    <a:pt x="344627" y="18288"/>
                  </a:lnTo>
                  <a:lnTo>
                    <a:pt x="292811" y="18288"/>
                  </a:lnTo>
                  <a:lnTo>
                    <a:pt x="292811" y="146405"/>
                  </a:lnTo>
                  <a:lnTo>
                    <a:pt x="305003" y="146405"/>
                  </a:lnTo>
                  <a:lnTo>
                    <a:pt x="305003" y="131165"/>
                  </a:lnTo>
                  <a:lnTo>
                    <a:pt x="344627" y="131165"/>
                  </a:lnTo>
                  <a:lnTo>
                    <a:pt x="344627" y="146405"/>
                  </a:lnTo>
                  <a:lnTo>
                    <a:pt x="356819" y="146405"/>
                  </a:lnTo>
                  <a:lnTo>
                    <a:pt x="356819" y="131165"/>
                  </a:lnTo>
                  <a:lnTo>
                    <a:pt x="356819" y="120497"/>
                  </a:lnTo>
                  <a:lnTo>
                    <a:pt x="356819" y="28956"/>
                  </a:lnTo>
                  <a:lnTo>
                    <a:pt x="356819" y="18288"/>
                  </a:lnTo>
                  <a:close/>
                </a:path>
                <a:path w="807085" h="153035">
                  <a:moveTo>
                    <a:pt x="402767" y="30391"/>
                  </a:moveTo>
                  <a:lnTo>
                    <a:pt x="402564" y="30391"/>
                  </a:lnTo>
                  <a:lnTo>
                    <a:pt x="397764" y="23647"/>
                  </a:lnTo>
                  <a:lnTo>
                    <a:pt x="392633" y="16954"/>
                  </a:lnTo>
                  <a:lnTo>
                    <a:pt x="387527" y="10553"/>
                  </a:lnTo>
                  <a:lnTo>
                    <a:pt x="382714" y="4572"/>
                  </a:lnTo>
                  <a:lnTo>
                    <a:pt x="373761" y="10553"/>
                  </a:lnTo>
                  <a:lnTo>
                    <a:pt x="373481" y="10553"/>
                  </a:lnTo>
                  <a:lnTo>
                    <a:pt x="378142" y="16675"/>
                  </a:lnTo>
                  <a:lnTo>
                    <a:pt x="382714" y="23241"/>
                  </a:lnTo>
                  <a:lnTo>
                    <a:pt x="387286" y="30391"/>
                  </a:lnTo>
                  <a:lnTo>
                    <a:pt x="391858" y="38100"/>
                  </a:lnTo>
                  <a:lnTo>
                    <a:pt x="402767" y="30391"/>
                  </a:lnTo>
                  <a:close/>
                </a:path>
                <a:path w="807085" h="153035">
                  <a:moveTo>
                    <a:pt x="515404" y="21336"/>
                  </a:moveTo>
                  <a:lnTo>
                    <a:pt x="483400" y="21336"/>
                  </a:lnTo>
                  <a:lnTo>
                    <a:pt x="487972" y="15240"/>
                  </a:lnTo>
                  <a:lnTo>
                    <a:pt x="491020" y="12192"/>
                  </a:lnTo>
                  <a:lnTo>
                    <a:pt x="492620" y="10553"/>
                  </a:lnTo>
                  <a:lnTo>
                    <a:pt x="495592" y="6096"/>
                  </a:lnTo>
                  <a:lnTo>
                    <a:pt x="483400" y="0"/>
                  </a:lnTo>
                  <a:lnTo>
                    <a:pt x="474256" y="15240"/>
                  </a:lnTo>
                  <a:lnTo>
                    <a:pt x="471208" y="21336"/>
                  </a:lnTo>
                  <a:lnTo>
                    <a:pt x="442252" y="21336"/>
                  </a:lnTo>
                  <a:lnTo>
                    <a:pt x="449872" y="15240"/>
                  </a:lnTo>
                  <a:lnTo>
                    <a:pt x="446824" y="12192"/>
                  </a:lnTo>
                  <a:lnTo>
                    <a:pt x="445223" y="10553"/>
                  </a:lnTo>
                  <a:lnTo>
                    <a:pt x="442252" y="6096"/>
                  </a:lnTo>
                  <a:lnTo>
                    <a:pt x="436156" y="0"/>
                  </a:lnTo>
                  <a:lnTo>
                    <a:pt x="427012" y="6096"/>
                  </a:lnTo>
                  <a:lnTo>
                    <a:pt x="433108" y="12192"/>
                  </a:lnTo>
                  <a:lnTo>
                    <a:pt x="439204" y="21336"/>
                  </a:lnTo>
                  <a:lnTo>
                    <a:pt x="410248" y="21336"/>
                  </a:lnTo>
                  <a:lnTo>
                    <a:pt x="410248" y="30391"/>
                  </a:lnTo>
                  <a:lnTo>
                    <a:pt x="452945" y="30391"/>
                  </a:lnTo>
                  <a:lnTo>
                    <a:pt x="449872" y="44196"/>
                  </a:lnTo>
                  <a:lnTo>
                    <a:pt x="419392" y="44196"/>
                  </a:lnTo>
                  <a:lnTo>
                    <a:pt x="419392" y="126517"/>
                  </a:lnTo>
                  <a:lnTo>
                    <a:pt x="430060" y="126517"/>
                  </a:lnTo>
                  <a:lnTo>
                    <a:pt x="430060" y="120497"/>
                  </a:lnTo>
                  <a:lnTo>
                    <a:pt x="494068" y="120497"/>
                  </a:lnTo>
                  <a:lnTo>
                    <a:pt x="494068" y="126517"/>
                  </a:lnTo>
                  <a:lnTo>
                    <a:pt x="504736" y="126517"/>
                  </a:lnTo>
                  <a:lnTo>
                    <a:pt x="504736" y="120497"/>
                  </a:lnTo>
                  <a:lnTo>
                    <a:pt x="504736" y="111353"/>
                  </a:lnTo>
                  <a:lnTo>
                    <a:pt x="504736" y="44196"/>
                  </a:lnTo>
                  <a:lnTo>
                    <a:pt x="494068" y="44196"/>
                  </a:lnTo>
                  <a:lnTo>
                    <a:pt x="494068" y="111353"/>
                  </a:lnTo>
                  <a:lnTo>
                    <a:pt x="430060" y="111353"/>
                  </a:lnTo>
                  <a:lnTo>
                    <a:pt x="430060" y="97637"/>
                  </a:lnTo>
                  <a:lnTo>
                    <a:pt x="494068" y="97637"/>
                  </a:lnTo>
                  <a:lnTo>
                    <a:pt x="494068" y="88493"/>
                  </a:lnTo>
                  <a:lnTo>
                    <a:pt x="430060" y="88493"/>
                  </a:lnTo>
                  <a:lnTo>
                    <a:pt x="430060" y="74777"/>
                  </a:lnTo>
                  <a:lnTo>
                    <a:pt x="494068" y="74777"/>
                  </a:lnTo>
                  <a:lnTo>
                    <a:pt x="494068" y="67157"/>
                  </a:lnTo>
                  <a:lnTo>
                    <a:pt x="430060" y="67157"/>
                  </a:lnTo>
                  <a:lnTo>
                    <a:pt x="430060" y="53340"/>
                  </a:lnTo>
                  <a:lnTo>
                    <a:pt x="494068" y="53340"/>
                  </a:lnTo>
                  <a:lnTo>
                    <a:pt x="494068" y="44196"/>
                  </a:lnTo>
                  <a:lnTo>
                    <a:pt x="460540" y="44196"/>
                  </a:lnTo>
                  <a:lnTo>
                    <a:pt x="465137" y="30391"/>
                  </a:lnTo>
                  <a:lnTo>
                    <a:pt x="515404" y="30391"/>
                  </a:lnTo>
                  <a:lnTo>
                    <a:pt x="515404" y="21336"/>
                  </a:lnTo>
                  <a:close/>
                </a:path>
                <a:path w="807085" h="153035">
                  <a:moveTo>
                    <a:pt x="518452" y="134213"/>
                  </a:moveTo>
                  <a:lnTo>
                    <a:pt x="466636" y="135737"/>
                  </a:lnTo>
                  <a:lnTo>
                    <a:pt x="430060" y="135737"/>
                  </a:lnTo>
                  <a:lnTo>
                    <a:pt x="397954" y="120497"/>
                  </a:lnTo>
                  <a:lnTo>
                    <a:pt x="397954" y="54864"/>
                  </a:lnTo>
                  <a:lnTo>
                    <a:pt x="368998" y="54864"/>
                  </a:lnTo>
                  <a:lnTo>
                    <a:pt x="368998" y="65633"/>
                  </a:lnTo>
                  <a:lnTo>
                    <a:pt x="385762" y="65633"/>
                  </a:lnTo>
                  <a:lnTo>
                    <a:pt x="385762" y="118973"/>
                  </a:lnTo>
                  <a:lnTo>
                    <a:pt x="379666" y="123545"/>
                  </a:lnTo>
                  <a:lnTo>
                    <a:pt x="367474" y="135737"/>
                  </a:lnTo>
                  <a:lnTo>
                    <a:pt x="373570" y="147929"/>
                  </a:lnTo>
                  <a:lnTo>
                    <a:pt x="379857" y="140766"/>
                  </a:lnTo>
                  <a:lnTo>
                    <a:pt x="385000" y="135166"/>
                  </a:lnTo>
                  <a:lnTo>
                    <a:pt x="389026" y="130975"/>
                  </a:lnTo>
                  <a:lnTo>
                    <a:pt x="391858" y="128117"/>
                  </a:lnTo>
                  <a:lnTo>
                    <a:pt x="398449" y="136118"/>
                  </a:lnTo>
                  <a:lnTo>
                    <a:pt x="406768" y="141833"/>
                  </a:lnTo>
                  <a:lnTo>
                    <a:pt x="416801" y="145262"/>
                  </a:lnTo>
                  <a:lnTo>
                    <a:pt x="428536" y="146405"/>
                  </a:lnTo>
                  <a:lnTo>
                    <a:pt x="512356" y="146405"/>
                  </a:lnTo>
                  <a:lnTo>
                    <a:pt x="513880" y="141833"/>
                  </a:lnTo>
                  <a:lnTo>
                    <a:pt x="516928" y="138785"/>
                  </a:lnTo>
                  <a:lnTo>
                    <a:pt x="517944" y="135737"/>
                  </a:lnTo>
                  <a:lnTo>
                    <a:pt x="518452" y="134213"/>
                  </a:lnTo>
                  <a:close/>
                </a:path>
                <a:path w="807085" h="153035">
                  <a:moveTo>
                    <a:pt x="577977" y="109829"/>
                  </a:moveTo>
                  <a:lnTo>
                    <a:pt x="576453" y="105257"/>
                  </a:lnTo>
                  <a:lnTo>
                    <a:pt x="576453" y="100685"/>
                  </a:lnTo>
                  <a:lnTo>
                    <a:pt x="564261" y="103733"/>
                  </a:lnTo>
                  <a:lnTo>
                    <a:pt x="555117" y="105257"/>
                  </a:lnTo>
                  <a:lnTo>
                    <a:pt x="555117" y="28956"/>
                  </a:lnTo>
                  <a:lnTo>
                    <a:pt x="574929" y="28956"/>
                  </a:lnTo>
                  <a:lnTo>
                    <a:pt x="574929" y="16764"/>
                  </a:lnTo>
                  <a:lnTo>
                    <a:pt x="523024" y="16764"/>
                  </a:lnTo>
                  <a:lnTo>
                    <a:pt x="523024" y="28956"/>
                  </a:lnTo>
                  <a:lnTo>
                    <a:pt x="544449" y="28956"/>
                  </a:lnTo>
                  <a:lnTo>
                    <a:pt x="544449" y="108305"/>
                  </a:lnTo>
                  <a:lnTo>
                    <a:pt x="521500" y="112877"/>
                  </a:lnTo>
                  <a:lnTo>
                    <a:pt x="524548" y="126593"/>
                  </a:lnTo>
                  <a:lnTo>
                    <a:pt x="533971" y="123139"/>
                  </a:lnTo>
                  <a:lnTo>
                    <a:pt x="546125" y="119545"/>
                  </a:lnTo>
                  <a:lnTo>
                    <a:pt x="560844" y="115658"/>
                  </a:lnTo>
                  <a:lnTo>
                    <a:pt x="577977" y="111353"/>
                  </a:lnTo>
                  <a:lnTo>
                    <a:pt x="577977" y="109829"/>
                  </a:lnTo>
                  <a:close/>
                </a:path>
                <a:path w="807085" h="153035">
                  <a:moveTo>
                    <a:pt x="669417" y="10668"/>
                  </a:moveTo>
                  <a:lnTo>
                    <a:pt x="579501" y="10668"/>
                  </a:lnTo>
                  <a:lnTo>
                    <a:pt x="579501" y="21336"/>
                  </a:lnTo>
                  <a:lnTo>
                    <a:pt x="614553" y="21336"/>
                  </a:lnTo>
                  <a:lnTo>
                    <a:pt x="609981" y="39624"/>
                  </a:lnTo>
                  <a:lnTo>
                    <a:pt x="582549" y="39624"/>
                  </a:lnTo>
                  <a:lnTo>
                    <a:pt x="582549" y="118973"/>
                  </a:lnTo>
                  <a:lnTo>
                    <a:pt x="594741" y="118973"/>
                  </a:lnTo>
                  <a:lnTo>
                    <a:pt x="594741" y="50292"/>
                  </a:lnTo>
                  <a:lnTo>
                    <a:pt x="651129" y="50292"/>
                  </a:lnTo>
                  <a:lnTo>
                    <a:pt x="651129" y="118973"/>
                  </a:lnTo>
                  <a:lnTo>
                    <a:pt x="661797" y="118973"/>
                  </a:lnTo>
                  <a:lnTo>
                    <a:pt x="661797" y="50292"/>
                  </a:lnTo>
                  <a:lnTo>
                    <a:pt x="661797" y="39624"/>
                  </a:lnTo>
                  <a:lnTo>
                    <a:pt x="622173" y="39624"/>
                  </a:lnTo>
                  <a:lnTo>
                    <a:pt x="628269" y="21336"/>
                  </a:lnTo>
                  <a:lnTo>
                    <a:pt x="669417" y="21336"/>
                  </a:lnTo>
                  <a:lnTo>
                    <a:pt x="669417" y="10668"/>
                  </a:lnTo>
                  <a:close/>
                </a:path>
                <a:path w="807085" h="153035">
                  <a:moveTo>
                    <a:pt x="671042" y="138785"/>
                  </a:moveTo>
                  <a:lnTo>
                    <a:pt x="636866" y="118211"/>
                  </a:lnTo>
                  <a:lnTo>
                    <a:pt x="623697" y="111353"/>
                  </a:lnTo>
                  <a:lnTo>
                    <a:pt x="625729" y="105257"/>
                  </a:lnTo>
                  <a:lnTo>
                    <a:pt x="627126" y="98780"/>
                  </a:lnTo>
                  <a:lnTo>
                    <a:pt x="627989" y="91630"/>
                  </a:lnTo>
                  <a:lnTo>
                    <a:pt x="628269" y="83921"/>
                  </a:lnTo>
                  <a:lnTo>
                    <a:pt x="628269" y="59537"/>
                  </a:lnTo>
                  <a:lnTo>
                    <a:pt x="616077" y="59537"/>
                  </a:lnTo>
                  <a:lnTo>
                    <a:pt x="616000" y="83921"/>
                  </a:lnTo>
                  <a:lnTo>
                    <a:pt x="615505" y="93230"/>
                  </a:lnTo>
                  <a:lnTo>
                    <a:pt x="592264" y="130784"/>
                  </a:lnTo>
                  <a:lnTo>
                    <a:pt x="567309" y="141833"/>
                  </a:lnTo>
                  <a:lnTo>
                    <a:pt x="570357" y="144881"/>
                  </a:lnTo>
                  <a:lnTo>
                    <a:pt x="571881" y="149542"/>
                  </a:lnTo>
                  <a:lnTo>
                    <a:pt x="574929" y="152590"/>
                  </a:lnTo>
                  <a:lnTo>
                    <a:pt x="588670" y="146519"/>
                  </a:lnTo>
                  <a:lnTo>
                    <a:pt x="600265" y="139750"/>
                  </a:lnTo>
                  <a:lnTo>
                    <a:pt x="609866" y="132143"/>
                  </a:lnTo>
                  <a:lnTo>
                    <a:pt x="617601" y="123545"/>
                  </a:lnTo>
                  <a:lnTo>
                    <a:pt x="619125" y="122021"/>
                  </a:lnTo>
                  <a:lnTo>
                    <a:pt x="619125" y="120497"/>
                  </a:lnTo>
                  <a:lnTo>
                    <a:pt x="630542" y="127596"/>
                  </a:lnTo>
                  <a:lnTo>
                    <a:pt x="641794" y="134988"/>
                  </a:lnTo>
                  <a:lnTo>
                    <a:pt x="663321" y="149542"/>
                  </a:lnTo>
                  <a:lnTo>
                    <a:pt x="671042" y="138785"/>
                  </a:lnTo>
                  <a:close/>
                </a:path>
                <a:path w="807085" h="153035">
                  <a:moveTo>
                    <a:pt x="806780" y="9144"/>
                  </a:moveTo>
                  <a:lnTo>
                    <a:pt x="696950" y="9144"/>
                  </a:lnTo>
                  <a:lnTo>
                    <a:pt x="696950" y="19304"/>
                  </a:lnTo>
                  <a:lnTo>
                    <a:pt x="696950" y="47244"/>
                  </a:lnTo>
                  <a:lnTo>
                    <a:pt x="696950" y="147574"/>
                  </a:lnTo>
                  <a:lnTo>
                    <a:pt x="710666" y="147574"/>
                  </a:lnTo>
                  <a:lnTo>
                    <a:pt x="710666" y="137414"/>
                  </a:lnTo>
                  <a:lnTo>
                    <a:pt x="792962" y="137414"/>
                  </a:lnTo>
                  <a:lnTo>
                    <a:pt x="792962" y="147929"/>
                  </a:lnTo>
                  <a:lnTo>
                    <a:pt x="806780" y="147929"/>
                  </a:lnTo>
                  <a:lnTo>
                    <a:pt x="806780" y="58013"/>
                  </a:lnTo>
                  <a:lnTo>
                    <a:pt x="792962" y="58013"/>
                  </a:lnTo>
                  <a:lnTo>
                    <a:pt x="792962" y="86614"/>
                  </a:lnTo>
                  <a:lnTo>
                    <a:pt x="792962" y="98044"/>
                  </a:lnTo>
                  <a:lnTo>
                    <a:pt x="792962" y="125984"/>
                  </a:lnTo>
                  <a:lnTo>
                    <a:pt x="710666" y="125984"/>
                  </a:lnTo>
                  <a:lnTo>
                    <a:pt x="710666" y="98044"/>
                  </a:lnTo>
                  <a:lnTo>
                    <a:pt x="792962" y="98044"/>
                  </a:lnTo>
                  <a:lnTo>
                    <a:pt x="792962" y="86614"/>
                  </a:lnTo>
                  <a:lnTo>
                    <a:pt x="710666" y="86614"/>
                  </a:lnTo>
                  <a:lnTo>
                    <a:pt x="710666" y="57404"/>
                  </a:lnTo>
                  <a:lnTo>
                    <a:pt x="806780" y="57404"/>
                  </a:lnTo>
                  <a:lnTo>
                    <a:pt x="806780" y="47244"/>
                  </a:lnTo>
                  <a:lnTo>
                    <a:pt x="806780" y="19812"/>
                  </a:lnTo>
                  <a:lnTo>
                    <a:pt x="792962" y="19812"/>
                  </a:lnTo>
                  <a:lnTo>
                    <a:pt x="792962" y="47244"/>
                  </a:lnTo>
                  <a:lnTo>
                    <a:pt x="710666" y="47244"/>
                  </a:lnTo>
                  <a:lnTo>
                    <a:pt x="710666" y="19304"/>
                  </a:lnTo>
                  <a:lnTo>
                    <a:pt x="806780" y="19304"/>
                  </a:lnTo>
                  <a:lnTo>
                    <a:pt x="806780" y="9144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957762" y="1943290"/>
              <a:ext cx="149447" cy="149542"/>
            </a:xfrm>
            <a:prstGeom prst="rect">
              <a:avLst/>
            </a:prstGeom>
          </p:spPr>
        </p:pic>
      </p:grpSp>
      <p:pic>
        <p:nvPicPr>
          <p:cNvPr id="26" name="object 26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85571" y="2193512"/>
            <a:ext cx="731996" cy="147923"/>
          </a:xfrm>
          <a:prstGeom prst="rect">
            <a:avLst/>
          </a:prstGeom>
        </p:spPr>
      </p:pic>
      <p:grpSp>
        <p:nvGrpSpPr>
          <p:cNvPr id="27" name="object 27" descr=""/>
          <p:cNvGrpSpPr/>
          <p:nvPr/>
        </p:nvGrpSpPr>
        <p:grpSpPr>
          <a:xfrm>
            <a:off x="528923" y="2728912"/>
            <a:ext cx="622300" cy="125730"/>
            <a:chOff x="528923" y="2728912"/>
            <a:chExt cx="622300" cy="125730"/>
          </a:xfrm>
        </p:grpSpPr>
        <p:pic>
          <p:nvPicPr>
            <p:cNvPr id="28" name="object 2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8923" y="2742628"/>
              <a:ext cx="285178" cy="96202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52201" y="2728912"/>
              <a:ext cx="253174" cy="125158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1128236" y="2767107"/>
              <a:ext cx="23495" cy="71755"/>
            </a:xfrm>
            <a:custGeom>
              <a:avLst/>
              <a:gdLst/>
              <a:ahLst/>
              <a:cxnLst/>
              <a:rect l="l" t="t" r="r" b="b"/>
              <a:pathLst>
                <a:path w="23494" h="71755">
                  <a:moveTo>
                    <a:pt x="16764" y="19812"/>
                  </a:moveTo>
                  <a:lnTo>
                    <a:pt x="4572" y="19812"/>
                  </a:lnTo>
                  <a:lnTo>
                    <a:pt x="3048" y="16764"/>
                  </a:lnTo>
                  <a:lnTo>
                    <a:pt x="0" y="15240"/>
                  </a:lnTo>
                  <a:lnTo>
                    <a:pt x="0" y="4572"/>
                  </a:lnTo>
                  <a:lnTo>
                    <a:pt x="3048" y="3048"/>
                  </a:lnTo>
                  <a:lnTo>
                    <a:pt x="4572" y="0"/>
                  </a:lnTo>
                  <a:lnTo>
                    <a:pt x="16764" y="0"/>
                  </a:lnTo>
                  <a:lnTo>
                    <a:pt x="19812" y="3048"/>
                  </a:lnTo>
                  <a:lnTo>
                    <a:pt x="21431" y="4572"/>
                  </a:lnTo>
                  <a:lnTo>
                    <a:pt x="22955" y="6096"/>
                  </a:lnTo>
                  <a:lnTo>
                    <a:pt x="22955" y="12192"/>
                  </a:lnTo>
                  <a:lnTo>
                    <a:pt x="21431" y="15240"/>
                  </a:lnTo>
                  <a:lnTo>
                    <a:pt x="19812" y="16764"/>
                  </a:lnTo>
                  <a:lnTo>
                    <a:pt x="16764" y="19812"/>
                  </a:lnTo>
                  <a:close/>
                </a:path>
                <a:path w="23494" h="71755">
                  <a:moveTo>
                    <a:pt x="13716" y="71723"/>
                  </a:moveTo>
                  <a:lnTo>
                    <a:pt x="7620" y="71723"/>
                  </a:lnTo>
                  <a:lnTo>
                    <a:pt x="4572" y="70199"/>
                  </a:lnTo>
                  <a:lnTo>
                    <a:pt x="3048" y="68580"/>
                  </a:lnTo>
                  <a:lnTo>
                    <a:pt x="0" y="65532"/>
                  </a:lnTo>
                  <a:lnTo>
                    <a:pt x="0" y="54864"/>
                  </a:lnTo>
                  <a:lnTo>
                    <a:pt x="3048" y="53340"/>
                  </a:lnTo>
                  <a:lnTo>
                    <a:pt x="4572" y="51816"/>
                  </a:lnTo>
                  <a:lnTo>
                    <a:pt x="7620" y="50292"/>
                  </a:lnTo>
                  <a:lnTo>
                    <a:pt x="13716" y="50292"/>
                  </a:lnTo>
                  <a:lnTo>
                    <a:pt x="19812" y="53340"/>
                  </a:lnTo>
                  <a:lnTo>
                    <a:pt x="21431" y="54864"/>
                  </a:lnTo>
                  <a:lnTo>
                    <a:pt x="22955" y="57912"/>
                  </a:lnTo>
                  <a:lnTo>
                    <a:pt x="22955" y="64008"/>
                  </a:lnTo>
                  <a:lnTo>
                    <a:pt x="21431" y="65532"/>
                  </a:lnTo>
                  <a:lnTo>
                    <a:pt x="19812" y="68580"/>
                  </a:lnTo>
                  <a:lnTo>
                    <a:pt x="16764" y="70199"/>
                  </a:lnTo>
                  <a:lnTo>
                    <a:pt x="13716" y="71723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1" name="object 31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273047" y="2728912"/>
            <a:ext cx="253238" cy="125158"/>
          </a:xfrm>
          <a:prstGeom prst="rect">
            <a:avLst/>
          </a:prstGeom>
        </p:spPr>
      </p:pic>
      <p:grpSp>
        <p:nvGrpSpPr>
          <p:cNvPr id="32" name="object 32" descr=""/>
          <p:cNvGrpSpPr/>
          <p:nvPr/>
        </p:nvGrpSpPr>
        <p:grpSpPr>
          <a:xfrm>
            <a:off x="1573625" y="2727388"/>
            <a:ext cx="708025" cy="128270"/>
            <a:chOff x="1573625" y="2727388"/>
            <a:chExt cx="708025" cy="128270"/>
          </a:xfrm>
        </p:grpSpPr>
        <p:pic>
          <p:nvPicPr>
            <p:cNvPr id="33" name="object 3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73625" y="2742628"/>
              <a:ext cx="239363" cy="103822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857279" y="2727388"/>
              <a:ext cx="423957" cy="128206"/>
            </a:xfrm>
            <a:prstGeom prst="rect">
              <a:avLst/>
            </a:prstGeom>
          </p:spPr>
        </p:pic>
      </p:grpSp>
      <p:grpSp>
        <p:nvGrpSpPr>
          <p:cNvPr id="35" name="object 35" descr=""/>
          <p:cNvGrpSpPr/>
          <p:nvPr/>
        </p:nvGrpSpPr>
        <p:grpSpPr>
          <a:xfrm>
            <a:off x="2378868" y="2739580"/>
            <a:ext cx="405765" cy="99695"/>
            <a:chOff x="2378868" y="2739580"/>
            <a:chExt cx="405765" cy="99695"/>
          </a:xfrm>
        </p:grpSpPr>
        <p:pic>
          <p:nvPicPr>
            <p:cNvPr id="36" name="object 3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378868" y="2739580"/>
              <a:ext cx="245459" cy="99250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2645752" y="2742628"/>
              <a:ext cx="139065" cy="96520"/>
            </a:xfrm>
            <a:custGeom>
              <a:avLst/>
              <a:gdLst/>
              <a:ahLst/>
              <a:cxnLst/>
              <a:rect l="l" t="t" r="r" b="b"/>
              <a:pathLst>
                <a:path w="139064" h="96519">
                  <a:moveTo>
                    <a:pt x="56388" y="24485"/>
                  </a:moveTo>
                  <a:lnTo>
                    <a:pt x="44196" y="24485"/>
                  </a:lnTo>
                  <a:lnTo>
                    <a:pt x="44196" y="73253"/>
                  </a:lnTo>
                  <a:lnTo>
                    <a:pt x="41148" y="79349"/>
                  </a:lnTo>
                  <a:lnTo>
                    <a:pt x="38100" y="80873"/>
                  </a:lnTo>
                  <a:lnTo>
                    <a:pt x="36576" y="82397"/>
                  </a:lnTo>
                  <a:lnTo>
                    <a:pt x="30480" y="85445"/>
                  </a:lnTo>
                  <a:lnTo>
                    <a:pt x="22860" y="85445"/>
                  </a:lnTo>
                  <a:lnTo>
                    <a:pt x="18288" y="83921"/>
                  </a:lnTo>
                  <a:lnTo>
                    <a:pt x="12192" y="77825"/>
                  </a:lnTo>
                  <a:lnTo>
                    <a:pt x="10668" y="73253"/>
                  </a:lnTo>
                  <a:lnTo>
                    <a:pt x="10668" y="24485"/>
                  </a:lnTo>
                  <a:lnTo>
                    <a:pt x="0" y="24485"/>
                  </a:lnTo>
                  <a:lnTo>
                    <a:pt x="0" y="74777"/>
                  </a:lnTo>
                  <a:lnTo>
                    <a:pt x="3048" y="83921"/>
                  </a:lnTo>
                  <a:lnTo>
                    <a:pt x="4572" y="86969"/>
                  </a:lnTo>
                  <a:lnTo>
                    <a:pt x="7620" y="90017"/>
                  </a:lnTo>
                  <a:lnTo>
                    <a:pt x="10668" y="91541"/>
                  </a:lnTo>
                  <a:lnTo>
                    <a:pt x="15240" y="94678"/>
                  </a:lnTo>
                  <a:lnTo>
                    <a:pt x="28956" y="94678"/>
                  </a:lnTo>
                  <a:lnTo>
                    <a:pt x="33528" y="93065"/>
                  </a:lnTo>
                  <a:lnTo>
                    <a:pt x="38100" y="91541"/>
                  </a:lnTo>
                  <a:lnTo>
                    <a:pt x="41148" y="88493"/>
                  </a:lnTo>
                  <a:lnTo>
                    <a:pt x="43180" y="85445"/>
                  </a:lnTo>
                  <a:lnTo>
                    <a:pt x="44196" y="83921"/>
                  </a:lnTo>
                  <a:lnTo>
                    <a:pt x="45720" y="80873"/>
                  </a:lnTo>
                  <a:lnTo>
                    <a:pt x="45720" y="94678"/>
                  </a:lnTo>
                  <a:lnTo>
                    <a:pt x="56388" y="94678"/>
                  </a:lnTo>
                  <a:lnTo>
                    <a:pt x="56388" y="77825"/>
                  </a:lnTo>
                  <a:lnTo>
                    <a:pt x="56388" y="24485"/>
                  </a:lnTo>
                  <a:close/>
                </a:path>
                <a:path w="139064" h="96519">
                  <a:moveTo>
                    <a:pt x="138785" y="51917"/>
                  </a:moveTo>
                  <a:lnTo>
                    <a:pt x="137261" y="45821"/>
                  </a:lnTo>
                  <a:lnTo>
                    <a:pt x="134213" y="39725"/>
                  </a:lnTo>
                  <a:lnTo>
                    <a:pt x="132689" y="35153"/>
                  </a:lnTo>
                  <a:lnTo>
                    <a:pt x="131165" y="33629"/>
                  </a:lnTo>
                  <a:lnTo>
                    <a:pt x="128117" y="30581"/>
                  </a:lnTo>
                  <a:lnTo>
                    <a:pt x="126593" y="29591"/>
                  </a:lnTo>
                  <a:lnTo>
                    <a:pt x="126593" y="50393"/>
                  </a:lnTo>
                  <a:lnTo>
                    <a:pt x="126593" y="68681"/>
                  </a:lnTo>
                  <a:lnTo>
                    <a:pt x="125069" y="73253"/>
                  </a:lnTo>
                  <a:lnTo>
                    <a:pt x="123444" y="76301"/>
                  </a:lnTo>
                  <a:lnTo>
                    <a:pt x="117348" y="82397"/>
                  </a:lnTo>
                  <a:lnTo>
                    <a:pt x="111252" y="85445"/>
                  </a:lnTo>
                  <a:lnTo>
                    <a:pt x="102108" y="85445"/>
                  </a:lnTo>
                  <a:lnTo>
                    <a:pt x="99060" y="83921"/>
                  </a:lnTo>
                  <a:lnTo>
                    <a:pt x="96012" y="82397"/>
                  </a:lnTo>
                  <a:lnTo>
                    <a:pt x="92964" y="79349"/>
                  </a:lnTo>
                  <a:lnTo>
                    <a:pt x="89916" y="73253"/>
                  </a:lnTo>
                  <a:lnTo>
                    <a:pt x="86868" y="64109"/>
                  </a:lnTo>
                  <a:lnTo>
                    <a:pt x="86868" y="53441"/>
                  </a:lnTo>
                  <a:lnTo>
                    <a:pt x="88392" y="48869"/>
                  </a:lnTo>
                  <a:lnTo>
                    <a:pt x="89916" y="45821"/>
                  </a:lnTo>
                  <a:lnTo>
                    <a:pt x="91440" y="41249"/>
                  </a:lnTo>
                  <a:lnTo>
                    <a:pt x="92964" y="38201"/>
                  </a:lnTo>
                  <a:lnTo>
                    <a:pt x="96012" y="36677"/>
                  </a:lnTo>
                  <a:lnTo>
                    <a:pt x="97536" y="35153"/>
                  </a:lnTo>
                  <a:lnTo>
                    <a:pt x="99060" y="33629"/>
                  </a:lnTo>
                  <a:lnTo>
                    <a:pt x="114300" y="33629"/>
                  </a:lnTo>
                  <a:lnTo>
                    <a:pt x="123444" y="42773"/>
                  </a:lnTo>
                  <a:lnTo>
                    <a:pt x="125069" y="45821"/>
                  </a:lnTo>
                  <a:lnTo>
                    <a:pt x="126593" y="50393"/>
                  </a:lnTo>
                  <a:lnTo>
                    <a:pt x="126593" y="29591"/>
                  </a:lnTo>
                  <a:lnTo>
                    <a:pt x="123444" y="27533"/>
                  </a:lnTo>
                  <a:lnTo>
                    <a:pt x="118872" y="24485"/>
                  </a:lnTo>
                  <a:lnTo>
                    <a:pt x="114300" y="22961"/>
                  </a:lnTo>
                  <a:lnTo>
                    <a:pt x="103632" y="22961"/>
                  </a:lnTo>
                  <a:lnTo>
                    <a:pt x="94488" y="27533"/>
                  </a:lnTo>
                  <a:lnTo>
                    <a:pt x="88392" y="33629"/>
                  </a:lnTo>
                  <a:lnTo>
                    <a:pt x="88392" y="35153"/>
                  </a:lnTo>
                  <a:lnTo>
                    <a:pt x="86868" y="35153"/>
                  </a:lnTo>
                  <a:lnTo>
                    <a:pt x="86868" y="0"/>
                  </a:lnTo>
                  <a:lnTo>
                    <a:pt x="76200" y="0"/>
                  </a:lnTo>
                  <a:lnTo>
                    <a:pt x="76200" y="94678"/>
                  </a:lnTo>
                  <a:lnTo>
                    <a:pt x="86868" y="94678"/>
                  </a:lnTo>
                  <a:lnTo>
                    <a:pt x="86868" y="83921"/>
                  </a:lnTo>
                  <a:lnTo>
                    <a:pt x="88392" y="83921"/>
                  </a:lnTo>
                  <a:lnTo>
                    <a:pt x="89916" y="86969"/>
                  </a:lnTo>
                  <a:lnTo>
                    <a:pt x="94488" y="91541"/>
                  </a:lnTo>
                  <a:lnTo>
                    <a:pt x="97536" y="93065"/>
                  </a:lnTo>
                  <a:lnTo>
                    <a:pt x="100584" y="94678"/>
                  </a:lnTo>
                  <a:lnTo>
                    <a:pt x="103632" y="96202"/>
                  </a:lnTo>
                  <a:lnTo>
                    <a:pt x="114300" y="96202"/>
                  </a:lnTo>
                  <a:lnTo>
                    <a:pt x="118872" y="94678"/>
                  </a:lnTo>
                  <a:lnTo>
                    <a:pt x="123444" y="91541"/>
                  </a:lnTo>
                  <a:lnTo>
                    <a:pt x="128117" y="88493"/>
                  </a:lnTo>
                  <a:lnTo>
                    <a:pt x="131165" y="85445"/>
                  </a:lnTo>
                  <a:lnTo>
                    <a:pt x="132689" y="83921"/>
                  </a:lnTo>
                  <a:lnTo>
                    <a:pt x="134213" y="79349"/>
                  </a:lnTo>
                  <a:lnTo>
                    <a:pt x="137261" y="73253"/>
                  </a:lnTo>
                  <a:lnTo>
                    <a:pt x="138785" y="67157"/>
                  </a:lnTo>
                  <a:lnTo>
                    <a:pt x="138785" y="51917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8" name="object 38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837878" y="2742628"/>
            <a:ext cx="304990" cy="96202"/>
          </a:xfrm>
          <a:prstGeom prst="rect">
            <a:avLst/>
          </a:prstGeom>
        </p:spPr>
      </p:pic>
      <p:grpSp>
        <p:nvGrpSpPr>
          <p:cNvPr id="39" name="object 39" descr=""/>
          <p:cNvGrpSpPr/>
          <p:nvPr/>
        </p:nvGrpSpPr>
        <p:grpSpPr>
          <a:xfrm>
            <a:off x="3188684" y="2728912"/>
            <a:ext cx="1194435" cy="125730"/>
            <a:chOff x="3188684" y="2728912"/>
            <a:chExt cx="1194435" cy="125730"/>
          </a:xfrm>
        </p:grpSpPr>
        <p:pic>
          <p:nvPicPr>
            <p:cNvPr id="40" name="object 4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188684" y="2730436"/>
              <a:ext cx="500157" cy="123634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3713213" y="2728925"/>
              <a:ext cx="669925" cy="125730"/>
            </a:xfrm>
            <a:custGeom>
              <a:avLst/>
              <a:gdLst/>
              <a:ahLst/>
              <a:cxnLst/>
              <a:rect l="l" t="t" r="r" b="b"/>
              <a:pathLst>
                <a:path w="669925" h="125730">
                  <a:moveTo>
                    <a:pt x="100685" y="106768"/>
                  </a:moveTo>
                  <a:lnTo>
                    <a:pt x="90017" y="106768"/>
                  </a:lnTo>
                  <a:lnTo>
                    <a:pt x="90017" y="119049"/>
                  </a:lnTo>
                  <a:lnTo>
                    <a:pt x="100685" y="119049"/>
                  </a:lnTo>
                  <a:lnTo>
                    <a:pt x="100685" y="106768"/>
                  </a:lnTo>
                  <a:close/>
                </a:path>
                <a:path w="669925" h="125730">
                  <a:moveTo>
                    <a:pt x="100685" y="13703"/>
                  </a:moveTo>
                  <a:lnTo>
                    <a:pt x="0" y="13703"/>
                  </a:lnTo>
                  <a:lnTo>
                    <a:pt x="0" y="22593"/>
                  </a:lnTo>
                  <a:lnTo>
                    <a:pt x="0" y="97523"/>
                  </a:lnTo>
                  <a:lnTo>
                    <a:pt x="0" y="106413"/>
                  </a:lnTo>
                  <a:lnTo>
                    <a:pt x="0" y="119113"/>
                  </a:lnTo>
                  <a:lnTo>
                    <a:pt x="12293" y="119113"/>
                  </a:lnTo>
                  <a:lnTo>
                    <a:pt x="12293" y="106413"/>
                  </a:lnTo>
                  <a:lnTo>
                    <a:pt x="100685" y="106413"/>
                  </a:lnTo>
                  <a:lnTo>
                    <a:pt x="100685" y="97624"/>
                  </a:lnTo>
                  <a:lnTo>
                    <a:pt x="100685" y="22948"/>
                  </a:lnTo>
                  <a:lnTo>
                    <a:pt x="90017" y="22948"/>
                  </a:lnTo>
                  <a:lnTo>
                    <a:pt x="90017" y="97523"/>
                  </a:lnTo>
                  <a:lnTo>
                    <a:pt x="12293" y="97523"/>
                  </a:lnTo>
                  <a:lnTo>
                    <a:pt x="12293" y="22593"/>
                  </a:lnTo>
                  <a:lnTo>
                    <a:pt x="100685" y="22593"/>
                  </a:lnTo>
                  <a:lnTo>
                    <a:pt x="100685" y="13703"/>
                  </a:lnTo>
                  <a:close/>
                </a:path>
                <a:path w="669925" h="125730">
                  <a:moveTo>
                    <a:pt x="151066" y="22948"/>
                  </a:moveTo>
                  <a:lnTo>
                    <a:pt x="146265" y="17475"/>
                  </a:lnTo>
                  <a:lnTo>
                    <a:pt x="136639" y="7658"/>
                  </a:lnTo>
                  <a:lnTo>
                    <a:pt x="132689" y="3035"/>
                  </a:lnTo>
                  <a:lnTo>
                    <a:pt x="125069" y="9131"/>
                  </a:lnTo>
                  <a:lnTo>
                    <a:pt x="129425" y="13817"/>
                  </a:lnTo>
                  <a:lnTo>
                    <a:pt x="133654" y="18745"/>
                  </a:lnTo>
                  <a:lnTo>
                    <a:pt x="143446" y="30568"/>
                  </a:lnTo>
                  <a:lnTo>
                    <a:pt x="151066" y="22948"/>
                  </a:lnTo>
                  <a:close/>
                </a:path>
                <a:path w="669925" h="125730">
                  <a:moveTo>
                    <a:pt x="155638" y="90004"/>
                  </a:moveTo>
                  <a:lnTo>
                    <a:pt x="154114" y="85432"/>
                  </a:lnTo>
                  <a:lnTo>
                    <a:pt x="154114" y="77812"/>
                  </a:lnTo>
                  <a:lnTo>
                    <a:pt x="144970" y="86956"/>
                  </a:lnTo>
                  <a:lnTo>
                    <a:pt x="140398" y="90004"/>
                  </a:lnTo>
                  <a:lnTo>
                    <a:pt x="140398" y="41236"/>
                  </a:lnTo>
                  <a:lnTo>
                    <a:pt x="117449" y="41236"/>
                  </a:lnTo>
                  <a:lnTo>
                    <a:pt x="117449" y="48856"/>
                  </a:lnTo>
                  <a:lnTo>
                    <a:pt x="131165" y="48856"/>
                  </a:lnTo>
                  <a:lnTo>
                    <a:pt x="131165" y="93052"/>
                  </a:lnTo>
                  <a:lnTo>
                    <a:pt x="129641" y="96100"/>
                  </a:lnTo>
                  <a:lnTo>
                    <a:pt x="126593" y="99148"/>
                  </a:lnTo>
                  <a:lnTo>
                    <a:pt x="132689" y="106768"/>
                  </a:lnTo>
                  <a:lnTo>
                    <a:pt x="143065" y="98958"/>
                  </a:lnTo>
                  <a:lnTo>
                    <a:pt x="149072" y="94551"/>
                  </a:lnTo>
                  <a:lnTo>
                    <a:pt x="155638" y="90004"/>
                  </a:lnTo>
                  <a:close/>
                </a:path>
                <a:path w="669925" h="125730">
                  <a:moveTo>
                    <a:pt x="215074" y="70192"/>
                  </a:moveTo>
                  <a:lnTo>
                    <a:pt x="207454" y="70192"/>
                  </a:lnTo>
                  <a:lnTo>
                    <a:pt x="207454" y="77812"/>
                  </a:lnTo>
                  <a:lnTo>
                    <a:pt x="207454" y="94551"/>
                  </a:lnTo>
                  <a:lnTo>
                    <a:pt x="186118" y="94551"/>
                  </a:lnTo>
                  <a:lnTo>
                    <a:pt x="186118" y="77812"/>
                  </a:lnTo>
                  <a:lnTo>
                    <a:pt x="207454" y="77812"/>
                  </a:lnTo>
                  <a:lnTo>
                    <a:pt x="207454" y="70192"/>
                  </a:lnTo>
                  <a:lnTo>
                    <a:pt x="176974" y="70192"/>
                  </a:lnTo>
                  <a:lnTo>
                    <a:pt x="176974" y="108381"/>
                  </a:lnTo>
                  <a:lnTo>
                    <a:pt x="186118" y="108381"/>
                  </a:lnTo>
                  <a:lnTo>
                    <a:pt x="186118" y="102196"/>
                  </a:lnTo>
                  <a:lnTo>
                    <a:pt x="215074" y="102196"/>
                  </a:lnTo>
                  <a:lnTo>
                    <a:pt x="215074" y="94551"/>
                  </a:lnTo>
                  <a:lnTo>
                    <a:pt x="215074" y="77812"/>
                  </a:lnTo>
                  <a:lnTo>
                    <a:pt x="215074" y="70192"/>
                  </a:lnTo>
                  <a:close/>
                </a:path>
                <a:path w="669925" h="125730">
                  <a:moveTo>
                    <a:pt x="222694" y="51904"/>
                  </a:moveTo>
                  <a:lnTo>
                    <a:pt x="201358" y="51904"/>
                  </a:lnTo>
                  <a:lnTo>
                    <a:pt x="201358" y="39712"/>
                  </a:lnTo>
                  <a:lnTo>
                    <a:pt x="218122" y="39712"/>
                  </a:lnTo>
                  <a:lnTo>
                    <a:pt x="218122" y="32092"/>
                  </a:lnTo>
                  <a:lnTo>
                    <a:pt x="201358" y="32092"/>
                  </a:lnTo>
                  <a:lnTo>
                    <a:pt x="201358" y="19900"/>
                  </a:lnTo>
                  <a:lnTo>
                    <a:pt x="192214" y="19900"/>
                  </a:lnTo>
                  <a:lnTo>
                    <a:pt x="192214" y="32092"/>
                  </a:lnTo>
                  <a:lnTo>
                    <a:pt x="175450" y="32092"/>
                  </a:lnTo>
                  <a:lnTo>
                    <a:pt x="175450" y="39712"/>
                  </a:lnTo>
                  <a:lnTo>
                    <a:pt x="192214" y="39712"/>
                  </a:lnTo>
                  <a:lnTo>
                    <a:pt x="192214" y="51904"/>
                  </a:lnTo>
                  <a:lnTo>
                    <a:pt x="170878" y="51904"/>
                  </a:lnTo>
                  <a:lnTo>
                    <a:pt x="170878" y="59524"/>
                  </a:lnTo>
                  <a:lnTo>
                    <a:pt x="222694" y="59524"/>
                  </a:lnTo>
                  <a:lnTo>
                    <a:pt x="222694" y="51904"/>
                  </a:lnTo>
                  <a:close/>
                </a:path>
                <a:path w="669925" h="125730">
                  <a:moveTo>
                    <a:pt x="234886" y="9131"/>
                  </a:moveTo>
                  <a:lnTo>
                    <a:pt x="158686" y="9131"/>
                  </a:lnTo>
                  <a:lnTo>
                    <a:pt x="158686" y="70192"/>
                  </a:lnTo>
                  <a:lnTo>
                    <a:pt x="157543" y="84213"/>
                  </a:lnTo>
                  <a:lnTo>
                    <a:pt x="154114" y="96685"/>
                  </a:lnTo>
                  <a:lnTo>
                    <a:pt x="148399" y="107734"/>
                  </a:lnTo>
                  <a:lnTo>
                    <a:pt x="140398" y="117525"/>
                  </a:lnTo>
                  <a:lnTo>
                    <a:pt x="143446" y="119049"/>
                  </a:lnTo>
                  <a:lnTo>
                    <a:pt x="144970" y="122097"/>
                  </a:lnTo>
                  <a:lnTo>
                    <a:pt x="148018" y="125145"/>
                  </a:lnTo>
                  <a:lnTo>
                    <a:pt x="156260" y="113969"/>
                  </a:lnTo>
                  <a:lnTo>
                    <a:pt x="162496" y="100914"/>
                  </a:lnTo>
                  <a:lnTo>
                    <a:pt x="166458" y="85852"/>
                  </a:lnTo>
                  <a:lnTo>
                    <a:pt x="166484" y="85432"/>
                  </a:lnTo>
                  <a:lnTo>
                    <a:pt x="166585" y="84213"/>
                  </a:lnTo>
                  <a:lnTo>
                    <a:pt x="167716" y="70192"/>
                  </a:lnTo>
                  <a:lnTo>
                    <a:pt x="167830" y="16852"/>
                  </a:lnTo>
                  <a:lnTo>
                    <a:pt x="225742" y="16852"/>
                  </a:lnTo>
                  <a:lnTo>
                    <a:pt x="225742" y="111429"/>
                  </a:lnTo>
                  <a:lnTo>
                    <a:pt x="224218" y="114477"/>
                  </a:lnTo>
                  <a:lnTo>
                    <a:pt x="210502" y="114477"/>
                  </a:lnTo>
                  <a:lnTo>
                    <a:pt x="201358" y="112953"/>
                  </a:lnTo>
                  <a:lnTo>
                    <a:pt x="201358" y="116001"/>
                  </a:lnTo>
                  <a:lnTo>
                    <a:pt x="202882" y="119049"/>
                  </a:lnTo>
                  <a:lnTo>
                    <a:pt x="202882" y="123621"/>
                  </a:lnTo>
                  <a:lnTo>
                    <a:pt x="231838" y="123621"/>
                  </a:lnTo>
                  <a:lnTo>
                    <a:pt x="234886" y="119049"/>
                  </a:lnTo>
                  <a:lnTo>
                    <a:pt x="234886" y="114477"/>
                  </a:lnTo>
                  <a:lnTo>
                    <a:pt x="234886" y="16852"/>
                  </a:lnTo>
                  <a:lnTo>
                    <a:pt x="234886" y="9131"/>
                  </a:lnTo>
                  <a:close/>
                </a:path>
                <a:path w="669925" h="125730">
                  <a:moveTo>
                    <a:pt x="277660" y="24472"/>
                  </a:moveTo>
                  <a:lnTo>
                    <a:pt x="273011" y="19646"/>
                  </a:lnTo>
                  <a:lnTo>
                    <a:pt x="268236" y="14516"/>
                  </a:lnTo>
                  <a:lnTo>
                    <a:pt x="263207" y="9385"/>
                  </a:lnTo>
                  <a:lnTo>
                    <a:pt x="257759" y="4572"/>
                  </a:lnTo>
                  <a:lnTo>
                    <a:pt x="250139" y="10668"/>
                  </a:lnTo>
                  <a:lnTo>
                    <a:pt x="255587" y="16192"/>
                  </a:lnTo>
                  <a:lnTo>
                    <a:pt x="260616" y="21412"/>
                  </a:lnTo>
                  <a:lnTo>
                    <a:pt x="265353" y="26619"/>
                  </a:lnTo>
                  <a:lnTo>
                    <a:pt x="269951" y="32092"/>
                  </a:lnTo>
                  <a:lnTo>
                    <a:pt x="277660" y="24472"/>
                  </a:lnTo>
                  <a:close/>
                </a:path>
                <a:path w="669925" h="125730">
                  <a:moveTo>
                    <a:pt x="286804" y="93052"/>
                  </a:moveTo>
                  <a:lnTo>
                    <a:pt x="285280" y="90004"/>
                  </a:lnTo>
                  <a:lnTo>
                    <a:pt x="285280" y="80860"/>
                  </a:lnTo>
                  <a:lnTo>
                    <a:pt x="274612" y="91528"/>
                  </a:lnTo>
                  <a:lnTo>
                    <a:pt x="269951" y="96100"/>
                  </a:lnTo>
                  <a:lnTo>
                    <a:pt x="269951" y="42760"/>
                  </a:lnTo>
                  <a:lnTo>
                    <a:pt x="245567" y="42760"/>
                  </a:lnTo>
                  <a:lnTo>
                    <a:pt x="245567" y="51904"/>
                  </a:lnTo>
                  <a:lnTo>
                    <a:pt x="260807" y="51904"/>
                  </a:lnTo>
                  <a:lnTo>
                    <a:pt x="260807" y="102196"/>
                  </a:lnTo>
                  <a:lnTo>
                    <a:pt x="259283" y="106768"/>
                  </a:lnTo>
                  <a:lnTo>
                    <a:pt x="256235" y="109918"/>
                  </a:lnTo>
                  <a:lnTo>
                    <a:pt x="262331" y="117538"/>
                  </a:lnTo>
                  <a:lnTo>
                    <a:pt x="269951" y="109918"/>
                  </a:lnTo>
                  <a:lnTo>
                    <a:pt x="274612" y="103720"/>
                  </a:lnTo>
                  <a:lnTo>
                    <a:pt x="280708" y="99148"/>
                  </a:lnTo>
                  <a:lnTo>
                    <a:pt x="283756" y="96100"/>
                  </a:lnTo>
                  <a:lnTo>
                    <a:pt x="286804" y="93052"/>
                  </a:lnTo>
                  <a:close/>
                </a:path>
                <a:path w="669925" h="125730">
                  <a:moveTo>
                    <a:pt x="329476" y="99148"/>
                  </a:moveTo>
                  <a:lnTo>
                    <a:pt x="321856" y="100672"/>
                  </a:lnTo>
                  <a:lnTo>
                    <a:pt x="315760" y="100672"/>
                  </a:lnTo>
                  <a:lnTo>
                    <a:pt x="309664" y="102196"/>
                  </a:lnTo>
                  <a:lnTo>
                    <a:pt x="309664" y="64096"/>
                  </a:lnTo>
                  <a:lnTo>
                    <a:pt x="324904" y="64096"/>
                  </a:lnTo>
                  <a:lnTo>
                    <a:pt x="324904" y="56476"/>
                  </a:lnTo>
                  <a:lnTo>
                    <a:pt x="282232" y="56476"/>
                  </a:lnTo>
                  <a:lnTo>
                    <a:pt x="282232" y="64096"/>
                  </a:lnTo>
                  <a:lnTo>
                    <a:pt x="300520" y="64096"/>
                  </a:lnTo>
                  <a:lnTo>
                    <a:pt x="300520" y="103720"/>
                  </a:lnTo>
                  <a:lnTo>
                    <a:pt x="292900" y="105244"/>
                  </a:lnTo>
                  <a:lnTo>
                    <a:pt x="286804" y="105244"/>
                  </a:lnTo>
                  <a:lnTo>
                    <a:pt x="280708" y="106768"/>
                  </a:lnTo>
                  <a:lnTo>
                    <a:pt x="282232" y="116014"/>
                  </a:lnTo>
                  <a:lnTo>
                    <a:pt x="293725" y="114490"/>
                  </a:lnTo>
                  <a:lnTo>
                    <a:pt x="293560" y="114490"/>
                  </a:lnTo>
                  <a:lnTo>
                    <a:pt x="304139" y="112776"/>
                  </a:lnTo>
                  <a:lnTo>
                    <a:pt x="329476" y="108394"/>
                  </a:lnTo>
                  <a:lnTo>
                    <a:pt x="329476" y="102196"/>
                  </a:lnTo>
                  <a:lnTo>
                    <a:pt x="329476" y="99148"/>
                  </a:lnTo>
                  <a:close/>
                </a:path>
                <a:path w="669925" h="125730">
                  <a:moveTo>
                    <a:pt x="364528" y="16852"/>
                  </a:moveTo>
                  <a:lnTo>
                    <a:pt x="359956" y="12192"/>
                  </a:lnTo>
                  <a:lnTo>
                    <a:pt x="355384" y="7620"/>
                  </a:lnTo>
                  <a:lnTo>
                    <a:pt x="349288" y="3048"/>
                  </a:lnTo>
                  <a:lnTo>
                    <a:pt x="343192" y="9144"/>
                  </a:lnTo>
                  <a:lnTo>
                    <a:pt x="347764" y="13716"/>
                  </a:lnTo>
                  <a:lnTo>
                    <a:pt x="352336" y="18376"/>
                  </a:lnTo>
                  <a:lnTo>
                    <a:pt x="356908" y="22948"/>
                  </a:lnTo>
                  <a:lnTo>
                    <a:pt x="364528" y="16852"/>
                  </a:lnTo>
                  <a:close/>
                </a:path>
                <a:path w="669925" h="125730">
                  <a:moveTo>
                    <a:pt x="370624" y="91528"/>
                  </a:moveTo>
                  <a:lnTo>
                    <a:pt x="367576" y="91528"/>
                  </a:lnTo>
                  <a:lnTo>
                    <a:pt x="361480" y="88480"/>
                  </a:lnTo>
                  <a:lnTo>
                    <a:pt x="361480" y="97624"/>
                  </a:lnTo>
                  <a:lnTo>
                    <a:pt x="359956" y="103720"/>
                  </a:lnTo>
                  <a:lnTo>
                    <a:pt x="359956" y="108394"/>
                  </a:lnTo>
                  <a:lnTo>
                    <a:pt x="358495" y="112776"/>
                  </a:lnTo>
                  <a:lnTo>
                    <a:pt x="358432" y="114490"/>
                  </a:lnTo>
                  <a:lnTo>
                    <a:pt x="355384" y="114490"/>
                  </a:lnTo>
                  <a:lnTo>
                    <a:pt x="339432" y="59410"/>
                  </a:lnTo>
                  <a:lnTo>
                    <a:pt x="338620" y="35140"/>
                  </a:lnTo>
                  <a:lnTo>
                    <a:pt x="369100" y="35140"/>
                  </a:lnTo>
                  <a:lnTo>
                    <a:pt x="369100" y="25996"/>
                  </a:lnTo>
                  <a:lnTo>
                    <a:pt x="338620" y="25996"/>
                  </a:lnTo>
                  <a:lnTo>
                    <a:pt x="337769" y="20218"/>
                  </a:lnTo>
                  <a:lnTo>
                    <a:pt x="337769" y="7480"/>
                  </a:lnTo>
                  <a:lnTo>
                    <a:pt x="338620" y="0"/>
                  </a:lnTo>
                  <a:lnTo>
                    <a:pt x="327952" y="0"/>
                  </a:lnTo>
                  <a:lnTo>
                    <a:pt x="327952" y="25996"/>
                  </a:lnTo>
                  <a:lnTo>
                    <a:pt x="282232" y="25996"/>
                  </a:lnTo>
                  <a:lnTo>
                    <a:pt x="282232" y="35140"/>
                  </a:lnTo>
                  <a:lnTo>
                    <a:pt x="327952" y="35140"/>
                  </a:lnTo>
                  <a:lnTo>
                    <a:pt x="329692" y="63169"/>
                  </a:lnTo>
                  <a:lnTo>
                    <a:pt x="329819" y="64096"/>
                  </a:lnTo>
                  <a:lnTo>
                    <a:pt x="337172" y="102692"/>
                  </a:lnTo>
                  <a:lnTo>
                    <a:pt x="352336" y="125158"/>
                  </a:lnTo>
                  <a:lnTo>
                    <a:pt x="363004" y="125158"/>
                  </a:lnTo>
                  <a:lnTo>
                    <a:pt x="366052" y="120586"/>
                  </a:lnTo>
                  <a:lnTo>
                    <a:pt x="367576" y="114490"/>
                  </a:lnTo>
                  <a:lnTo>
                    <a:pt x="369100" y="108394"/>
                  </a:lnTo>
                  <a:lnTo>
                    <a:pt x="369100" y="102196"/>
                  </a:lnTo>
                  <a:lnTo>
                    <a:pt x="370624" y="91528"/>
                  </a:lnTo>
                  <a:close/>
                </a:path>
                <a:path w="669925" h="125730">
                  <a:moveTo>
                    <a:pt x="497217" y="105244"/>
                  </a:moveTo>
                  <a:lnTo>
                    <a:pt x="442353" y="105244"/>
                  </a:lnTo>
                  <a:lnTo>
                    <a:pt x="442353" y="21424"/>
                  </a:lnTo>
                  <a:lnTo>
                    <a:pt x="491121" y="21424"/>
                  </a:lnTo>
                  <a:lnTo>
                    <a:pt x="491121" y="12534"/>
                  </a:lnTo>
                  <a:lnTo>
                    <a:pt x="382816" y="12534"/>
                  </a:lnTo>
                  <a:lnTo>
                    <a:pt x="382816" y="21424"/>
                  </a:lnTo>
                  <a:lnTo>
                    <a:pt x="431685" y="21424"/>
                  </a:lnTo>
                  <a:lnTo>
                    <a:pt x="431685" y="105244"/>
                  </a:lnTo>
                  <a:lnTo>
                    <a:pt x="376720" y="105244"/>
                  </a:lnTo>
                  <a:lnTo>
                    <a:pt x="376720" y="115404"/>
                  </a:lnTo>
                  <a:lnTo>
                    <a:pt x="497217" y="115404"/>
                  </a:lnTo>
                  <a:lnTo>
                    <a:pt x="497217" y="105244"/>
                  </a:lnTo>
                  <a:close/>
                </a:path>
                <a:path w="669925" h="125730">
                  <a:moveTo>
                    <a:pt x="553694" y="106768"/>
                  </a:moveTo>
                  <a:lnTo>
                    <a:pt x="547598" y="99148"/>
                  </a:lnTo>
                  <a:lnTo>
                    <a:pt x="536155" y="104571"/>
                  </a:lnTo>
                  <a:lnTo>
                    <a:pt x="525030" y="109296"/>
                  </a:lnTo>
                  <a:lnTo>
                    <a:pt x="514502" y="113157"/>
                  </a:lnTo>
                  <a:lnTo>
                    <a:pt x="504825" y="116001"/>
                  </a:lnTo>
                  <a:lnTo>
                    <a:pt x="509397" y="125145"/>
                  </a:lnTo>
                  <a:lnTo>
                    <a:pt x="520814" y="121437"/>
                  </a:lnTo>
                  <a:lnTo>
                    <a:pt x="532079" y="117144"/>
                  </a:lnTo>
                  <a:lnTo>
                    <a:pt x="543090" y="112255"/>
                  </a:lnTo>
                  <a:lnTo>
                    <a:pt x="553694" y="106768"/>
                  </a:lnTo>
                  <a:close/>
                </a:path>
                <a:path w="669925" h="125730">
                  <a:moveTo>
                    <a:pt x="625322" y="114477"/>
                  </a:moveTo>
                  <a:lnTo>
                    <a:pt x="592531" y="102831"/>
                  </a:lnTo>
                  <a:lnTo>
                    <a:pt x="581126" y="99148"/>
                  </a:lnTo>
                  <a:lnTo>
                    <a:pt x="576554" y="108381"/>
                  </a:lnTo>
                  <a:lnTo>
                    <a:pt x="589673" y="112941"/>
                  </a:lnTo>
                  <a:lnTo>
                    <a:pt x="601510" y="117335"/>
                  </a:lnTo>
                  <a:lnTo>
                    <a:pt x="611911" y="121462"/>
                  </a:lnTo>
                  <a:lnTo>
                    <a:pt x="620750" y="125145"/>
                  </a:lnTo>
                  <a:lnTo>
                    <a:pt x="625322" y="114477"/>
                  </a:lnTo>
                  <a:close/>
                </a:path>
                <a:path w="669925" h="125730">
                  <a:moveTo>
                    <a:pt x="628370" y="86956"/>
                  </a:moveTo>
                  <a:lnTo>
                    <a:pt x="610082" y="86956"/>
                  </a:lnTo>
                  <a:lnTo>
                    <a:pt x="610082" y="76288"/>
                  </a:lnTo>
                  <a:lnTo>
                    <a:pt x="610082" y="67144"/>
                  </a:lnTo>
                  <a:lnTo>
                    <a:pt x="610082" y="6083"/>
                  </a:lnTo>
                  <a:lnTo>
                    <a:pt x="600938" y="6083"/>
                  </a:lnTo>
                  <a:lnTo>
                    <a:pt x="600938" y="86956"/>
                  </a:lnTo>
                  <a:lnTo>
                    <a:pt x="530733" y="86956"/>
                  </a:lnTo>
                  <a:lnTo>
                    <a:pt x="530733" y="76288"/>
                  </a:lnTo>
                  <a:lnTo>
                    <a:pt x="600938" y="76288"/>
                  </a:lnTo>
                  <a:lnTo>
                    <a:pt x="600938" y="67144"/>
                  </a:lnTo>
                  <a:lnTo>
                    <a:pt x="530733" y="67144"/>
                  </a:lnTo>
                  <a:lnTo>
                    <a:pt x="530733" y="54952"/>
                  </a:lnTo>
                  <a:lnTo>
                    <a:pt x="600938" y="54952"/>
                  </a:lnTo>
                  <a:lnTo>
                    <a:pt x="600938" y="47332"/>
                  </a:lnTo>
                  <a:lnTo>
                    <a:pt x="530733" y="47332"/>
                  </a:lnTo>
                  <a:lnTo>
                    <a:pt x="530733" y="35140"/>
                  </a:lnTo>
                  <a:lnTo>
                    <a:pt x="600938" y="35140"/>
                  </a:lnTo>
                  <a:lnTo>
                    <a:pt x="600938" y="27520"/>
                  </a:lnTo>
                  <a:lnTo>
                    <a:pt x="530733" y="27520"/>
                  </a:lnTo>
                  <a:lnTo>
                    <a:pt x="530733" y="15328"/>
                  </a:lnTo>
                  <a:lnTo>
                    <a:pt x="600938" y="15328"/>
                  </a:lnTo>
                  <a:lnTo>
                    <a:pt x="600938" y="6083"/>
                  </a:lnTo>
                  <a:lnTo>
                    <a:pt x="520065" y="6083"/>
                  </a:lnTo>
                  <a:lnTo>
                    <a:pt x="520065" y="86956"/>
                  </a:lnTo>
                  <a:lnTo>
                    <a:pt x="503301" y="86956"/>
                  </a:lnTo>
                  <a:lnTo>
                    <a:pt x="503301" y="96100"/>
                  </a:lnTo>
                  <a:lnTo>
                    <a:pt x="628370" y="96100"/>
                  </a:lnTo>
                  <a:lnTo>
                    <a:pt x="628370" y="86956"/>
                  </a:lnTo>
                  <a:close/>
                </a:path>
                <a:path w="669925" h="125730">
                  <a:moveTo>
                    <a:pt x="669518" y="102196"/>
                  </a:moveTo>
                  <a:lnTo>
                    <a:pt x="667994" y="99148"/>
                  </a:lnTo>
                  <a:lnTo>
                    <a:pt x="664946" y="96100"/>
                  </a:lnTo>
                  <a:lnTo>
                    <a:pt x="661898" y="91528"/>
                  </a:lnTo>
                  <a:lnTo>
                    <a:pt x="660374" y="90766"/>
                  </a:lnTo>
                  <a:lnTo>
                    <a:pt x="660374" y="103720"/>
                  </a:lnTo>
                  <a:lnTo>
                    <a:pt x="660374" y="109918"/>
                  </a:lnTo>
                  <a:lnTo>
                    <a:pt x="657326" y="112966"/>
                  </a:lnTo>
                  <a:lnTo>
                    <a:pt x="651230" y="112966"/>
                  </a:lnTo>
                  <a:lnTo>
                    <a:pt x="646658" y="108394"/>
                  </a:lnTo>
                  <a:lnTo>
                    <a:pt x="646658" y="105244"/>
                  </a:lnTo>
                  <a:lnTo>
                    <a:pt x="652754" y="99148"/>
                  </a:lnTo>
                  <a:lnTo>
                    <a:pt x="655802" y="99148"/>
                  </a:lnTo>
                  <a:lnTo>
                    <a:pt x="660374" y="103720"/>
                  </a:lnTo>
                  <a:lnTo>
                    <a:pt x="660374" y="90766"/>
                  </a:lnTo>
                  <a:lnTo>
                    <a:pt x="658850" y="90004"/>
                  </a:lnTo>
                  <a:lnTo>
                    <a:pt x="649706" y="90004"/>
                  </a:lnTo>
                  <a:lnTo>
                    <a:pt x="646658" y="91528"/>
                  </a:lnTo>
                  <a:lnTo>
                    <a:pt x="640562" y="97624"/>
                  </a:lnTo>
                  <a:lnTo>
                    <a:pt x="637514" y="102196"/>
                  </a:lnTo>
                  <a:lnTo>
                    <a:pt x="637514" y="111442"/>
                  </a:lnTo>
                  <a:lnTo>
                    <a:pt x="639038" y="114490"/>
                  </a:lnTo>
                  <a:lnTo>
                    <a:pt x="643610" y="117538"/>
                  </a:lnTo>
                  <a:lnTo>
                    <a:pt x="646658" y="120586"/>
                  </a:lnTo>
                  <a:lnTo>
                    <a:pt x="649706" y="122110"/>
                  </a:lnTo>
                  <a:lnTo>
                    <a:pt x="658850" y="122110"/>
                  </a:lnTo>
                  <a:lnTo>
                    <a:pt x="661898" y="120586"/>
                  </a:lnTo>
                  <a:lnTo>
                    <a:pt x="667994" y="114490"/>
                  </a:lnTo>
                  <a:lnTo>
                    <a:pt x="668756" y="112966"/>
                  </a:lnTo>
                  <a:lnTo>
                    <a:pt x="669518" y="111442"/>
                  </a:lnTo>
                  <a:lnTo>
                    <a:pt x="669518" y="102196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 descr=""/>
          <p:cNvGrpSpPr/>
          <p:nvPr/>
        </p:nvGrpSpPr>
        <p:grpSpPr>
          <a:xfrm>
            <a:off x="5493067" y="1543621"/>
            <a:ext cx="165100" cy="154305"/>
            <a:chOff x="5493067" y="1543621"/>
            <a:chExt cx="165100" cy="154305"/>
          </a:xfrm>
        </p:grpSpPr>
        <p:pic>
          <p:nvPicPr>
            <p:cNvPr id="43" name="object 4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493067" y="1543621"/>
              <a:ext cx="103632" cy="150971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5625750" y="1665636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21335" y="32003"/>
                  </a:moveTo>
                  <a:lnTo>
                    <a:pt x="16763" y="32003"/>
                  </a:lnTo>
                  <a:lnTo>
                    <a:pt x="12191" y="32003"/>
                  </a:lnTo>
                  <a:lnTo>
                    <a:pt x="7619" y="30479"/>
                  </a:lnTo>
                  <a:lnTo>
                    <a:pt x="1523" y="24383"/>
                  </a:lnTo>
                  <a:lnTo>
                    <a:pt x="0" y="19811"/>
                  </a:lnTo>
                  <a:lnTo>
                    <a:pt x="0" y="10667"/>
                  </a:lnTo>
                  <a:lnTo>
                    <a:pt x="1523" y="7619"/>
                  </a:lnTo>
                  <a:lnTo>
                    <a:pt x="7619" y="1523"/>
                  </a:lnTo>
                  <a:lnTo>
                    <a:pt x="12191" y="0"/>
                  </a:lnTo>
                  <a:lnTo>
                    <a:pt x="21335" y="0"/>
                  </a:lnTo>
                  <a:lnTo>
                    <a:pt x="24383" y="1523"/>
                  </a:lnTo>
                  <a:lnTo>
                    <a:pt x="30479" y="7619"/>
                  </a:lnTo>
                  <a:lnTo>
                    <a:pt x="32003" y="10667"/>
                  </a:lnTo>
                  <a:lnTo>
                    <a:pt x="32003" y="19811"/>
                  </a:lnTo>
                  <a:lnTo>
                    <a:pt x="30479" y="24383"/>
                  </a:lnTo>
                  <a:lnTo>
                    <a:pt x="24383" y="30479"/>
                  </a:lnTo>
                  <a:lnTo>
                    <a:pt x="21335" y="32003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5" name="object 45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726334" y="1523714"/>
            <a:ext cx="1052322" cy="216693"/>
          </a:xfrm>
          <a:prstGeom prst="rect">
            <a:avLst/>
          </a:prstGeom>
        </p:spPr>
      </p:pic>
      <p:pic>
        <p:nvPicPr>
          <p:cNvPr id="46" name="object 46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845807" y="1523714"/>
            <a:ext cx="398049" cy="198405"/>
          </a:xfrm>
          <a:prstGeom prst="rect">
            <a:avLst/>
          </a:prstGeom>
        </p:spPr>
      </p:pic>
      <p:sp>
        <p:nvSpPr>
          <p:cNvPr id="47" name="object 47" descr=""/>
          <p:cNvSpPr/>
          <p:nvPr/>
        </p:nvSpPr>
        <p:spPr>
          <a:xfrm>
            <a:off x="5674519" y="1987486"/>
            <a:ext cx="50800" cy="52069"/>
          </a:xfrm>
          <a:custGeom>
            <a:avLst/>
            <a:gdLst/>
            <a:ahLst/>
            <a:cxnLst/>
            <a:rect l="l" t="t" r="r" b="b"/>
            <a:pathLst>
              <a:path w="50800" h="52069">
                <a:moveTo>
                  <a:pt x="28955" y="51911"/>
                </a:moveTo>
                <a:lnTo>
                  <a:pt x="21335" y="51911"/>
                </a:lnTo>
                <a:lnTo>
                  <a:pt x="9143" y="45815"/>
                </a:lnTo>
                <a:lnTo>
                  <a:pt x="4571" y="41243"/>
                </a:lnTo>
                <a:lnTo>
                  <a:pt x="0" y="32099"/>
                </a:lnTo>
                <a:lnTo>
                  <a:pt x="0" y="18383"/>
                </a:lnTo>
                <a:lnTo>
                  <a:pt x="4571" y="9144"/>
                </a:lnTo>
                <a:lnTo>
                  <a:pt x="7619" y="7620"/>
                </a:lnTo>
                <a:lnTo>
                  <a:pt x="9143" y="4572"/>
                </a:lnTo>
                <a:lnTo>
                  <a:pt x="18287" y="0"/>
                </a:lnTo>
                <a:lnTo>
                  <a:pt x="32003" y="0"/>
                </a:lnTo>
                <a:lnTo>
                  <a:pt x="41147" y="4572"/>
                </a:lnTo>
                <a:lnTo>
                  <a:pt x="45719" y="9144"/>
                </a:lnTo>
                <a:lnTo>
                  <a:pt x="50291" y="18383"/>
                </a:lnTo>
                <a:lnTo>
                  <a:pt x="50291" y="26003"/>
                </a:lnTo>
                <a:lnTo>
                  <a:pt x="50291" y="32099"/>
                </a:lnTo>
                <a:lnTo>
                  <a:pt x="44195" y="44291"/>
                </a:lnTo>
                <a:lnTo>
                  <a:pt x="28955" y="51911"/>
                </a:lnTo>
                <a:close/>
              </a:path>
            </a:pathLst>
          </a:custGeom>
          <a:solidFill>
            <a:srgbClr val="46546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8" name="object 48" descr=""/>
          <p:cNvGrpSpPr/>
          <p:nvPr/>
        </p:nvGrpSpPr>
        <p:grpSpPr>
          <a:xfrm>
            <a:off x="5834634" y="1943131"/>
            <a:ext cx="1049655" cy="114935"/>
            <a:chOff x="5834634" y="1943131"/>
            <a:chExt cx="1049655" cy="114935"/>
          </a:xfrm>
        </p:grpSpPr>
        <p:pic>
          <p:nvPicPr>
            <p:cNvPr id="49" name="object 49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834634" y="1943290"/>
              <a:ext cx="308038" cy="114395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6162573" y="1943138"/>
              <a:ext cx="721360" cy="114935"/>
            </a:xfrm>
            <a:custGeom>
              <a:avLst/>
              <a:gdLst/>
              <a:ahLst/>
              <a:cxnLst/>
              <a:rect l="l" t="t" r="r" b="b"/>
              <a:pathLst>
                <a:path w="721359" h="114935">
                  <a:moveTo>
                    <a:pt x="51816" y="58166"/>
                  </a:moveTo>
                  <a:lnTo>
                    <a:pt x="0" y="58166"/>
                  </a:lnTo>
                  <a:lnTo>
                    <a:pt x="0" y="74930"/>
                  </a:lnTo>
                  <a:lnTo>
                    <a:pt x="51816" y="74930"/>
                  </a:lnTo>
                  <a:lnTo>
                    <a:pt x="51816" y="58166"/>
                  </a:lnTo>
                  <a:close/>
                </a:path>
                <a:path w="721359" h="114935">
                  <a:moveTo>
                    <a:pt x="147929" y="92710"/>
                  </a:moveTo>
                  <a:lnTo>
                    <a:pt x="94488" y="92710"/>
                  </a:lnTo>
                  <a:lnTo>
                    <a:pt x="94488" y="66040"/>
                  </a:lnTo>
                  <a:lnTo>
                    <a:pt x="143357" y="66040"/>
                  </a:lnTo>
                  <a:lnTo>
                    <a:pt x="143357" y="45720"/>
                  </a:lnTo>
                  <a:lnTo>
                    <a:pt x="94488" y="45720"/>
                  </a:lnTo>
                  <a:lnTo>
                    <a:pt x="94488" y="20320"/>
                  </a:lnTo>
                  <a:lnTo>
                    <a:pt x="146405" y="20320"/>
                  </a:lnTo>
                  <a:lnTo>
                    <a:pt x="146405" y="0"/>
                  </a:lnTo>
                  <a:lnTo>
                    <a:pt x="71628" y="0"/>
                  </a:lnTo>
                  <a:lnTo>
                    <a:pt x="71628" y="20320"/>
                  </a:lnTo>
                  <a:lnTo>
                    <a:pt x="71628" y="45720"/>
                  </a:lnTo>
                  <a:lnTo>
                    <a:pt x="71628" y="66040"/>
                  </a:lnTo>
                  <a:lnTo>
                    <a:pt x="71628" y="92710"/>
                  </a:lnTo>
                  <a:lnTo>
                    <a:pt x="71628" y="113030"/>
                  </a:lnTo>
                  <a:lnTo>
                    <a:pt x="147929" y="113030"/>
                  </a:lnTo>
                  <a:lnTo>
                    <a:pt x="147929" y="92710"/>
                  </a:lnTo>
                  <a:close/>
                </a:path>
                <a:path w="721359" h="114935">
                  <a:moveTo>
                    <a:pt x="242417" y="113030"/>
                  </a:moveTo>
                  <a:lnTo>
                    <a:pt x="219735" y="77978"/>
                  </a:lnTo>
                  <a:lnTo>
                    <a:pt x="214261" y="69519"/>
                  </a:lnTo>
                  <a:lnTo>
                    <a:pt x="219532" y="61214"/>
                  </a:lnTo>
                  <a:lnTo>
                    <a:pt x="240893" y="27584"/>
                  </a:lnTo>
                  <a:lnTo>
                    <a:pt x="216509" y="27584"/>
                  </a:lnTo>
                  <a:lnTo>
                    <a:pt x="208889" y="41300"/>
                  </a:lnTo>
                  <a:lnTo>
                    <a:pt x="205841" y="45872"/>
                  </a:lnTo>
                  <a:lnTo>
                    <a:pt x="202793" y="55016"/>
                  </a:lnTo>
                  <a:lnTo>
                    <a:pt x="200952" y="57835"/>
                  </a:lnTo>
                  <a:lnTo>
                    <a:pt x="198221" y="55016"/>
                  </a:lnTo>
                  <a:lnTo>
                    <a:pt x="195173" y="45872"/>
                  </a:lnTo>
                  <a:lnTo>
                    <a:pt x="192125" y="41300"/>
                  </a:lnTo>
                  <a:lnTo>
                    <a:pt x="184505" y="27584"/>
                  </a:lnTo>
                  <a:lnTo>
                    <a:pt x="160121" y="27584"/>
                  </a:lnTo>
                  <a:lnTo>
                    <a:pt x="186093" y="70535"/>
                  </a:lnTo>
                  <a:lnTo>
                    <a:pt x="158597" y="113030"/>
                  </a:lnTo>
                  <a:lnTo>
                    <a:pt x="182981" y="113030"/>
                  </a:lnTo>
                  <a:lnTo>
                    <a:pt x="192125" y="96266"/>
                  </a:lnTo>
                  <a:lnTo>
                    <a:pt x="195173" y="93218"/>
                  </a:lnTo>
                  <a:lnTo>
                    <a:pt x="199745" y="79502"/>
                  </a:lnTo>
                  <a:lnTo>
                    <a:pt x="201269" y="84074"/>
                  </a:lnTo>
                  <a:lnTo>
                    <a:pt x="204317" y="88646"/>
                  </a:lnTo>
                  <a:lnTo>
                    <a:pt x="205841" y="93218"/>
                  </a:lnTo>
                  <a:lnTo>
                    <a:pt x="208889" y="96266"/>
                  </a:lnTo>
                  <a:lnTo>
                    <a:pt x="218033" y="113030"/>
                  </a:lnTo>
                  <a:lnTo>
                    <a:pt x="242417" y="113030"/>
                  </a:lnTo>
                  <a:close/>
                </a:path>
                <a:path w="721359" h="114935">
                  <a:moveTo>
                    <a:pt x="327850" y="56642"/>
                  </a:moveTo>
                  <a:lnTo>
                    <a:pt x="324802" y="50444"/>
                  </a:lnTo>
                  <a:lnTo>
                    <a:pt x="323278" y="45872"/>
                  </a:lnTo>
                  <a:lnTo>
                    <a:pt x="322262" y="44348"/>
                  </a:lnTo>
                  <a:lnTo>
                    <a:pt x="320230" y="41300"/>
                  </a:lnTo>
                  <a:lnTo>
                    <a:pt x="312610" y="33680"/>
                  </a:lnTo>
                  <a:lnTo>
                    <a:pt x="309562" y="32156"/>
                  </a:lnTo>
                  <a:lnTo>
                    <a:pt x="306514" y="31394"/>
                  </a:lnTo>
                  <a:lnTo>
                    <a:pt x="306514" y="58166"/>
                  </a:lnTo>
                  <a:lnTo>
                    <a:pt x="306514" y="62738"/>
                  </a:lnTo>
                  <a:lnTo>
                    <a:pt x="269938" y="62738"/>
                  </a:lnTo>
                  <a:lnTo>
                    <a:pt x="269938" y="61214"/>
                  </a:lnTo>
                  <a:lnTo>
                    <a:pt x="271462" y="58166"/>
                  </a:lnTo>
                  <a:lnTo>
                    <a:pt x="272986" y="55016"/>
                  </a:lnTo>
                  <a:lnTo>
                    <a:pt x="276034" y="48920"/>
                  </a:lnTo>
                  <a:lnTo>
                    <a:pt x="285178" y="44348"/>
                  </a:lnTo>
                  <a:lnTo>
                    <a:pt x="292798" y="44348"/>
                  </a:lnTo>
                  <a:lnTo>
                    <a:pt x="301942" y="48920"/>
                  </a:lnTo>
                  <a:lnTo>
                    <a:pt x="304990" y="55016"/>
                  </a:lnTo>
                  <a:lnTo>
                    <a:pt x="306514" y="58166"/>
                  </a:lnTo>
                  <a:lnTo>
                    <a:pt x="306514" y="31394"/>
                  </a:lnTo>
                  <a:lnTo>
                    <a:pt x="303466" y="30632"/>
                  </a:lnTo>
                  <a:lnTo>
                    <a:pt x="298894" y="27584"/>
                  </a:lnTo>
                  <a:lnTo>
                    <a:pt x="280606" y="27584"/>
                  </a:lnTo>
                  <a:lnTo>
                    <a:pt x="250024" y="55016"/>
                  </a:lnTo>
                  <a:lnTo>
                    <a:pt x="248500" y="62738"/>
                  </a:lnTo>
                  <a:lnTo>
                    <a:pt x="248500" y="79502"/>
                  </a:lnTo>
                  <a:lnTo>
                    <a:pt x="266890" y="108458"/>
                  </a:lnTo>
                  <a:lnTo>
                    <a:pt x="274510" y="113030"/>
                  </a:lnTo>
                  <a:lnTo>
                    <a:pt x="280606" y="114554"/>
                  </a:lnTo>
                  <a:lnTo>
                    <a:pt x="295846" y="114554"/>
                  </a:lnTo>
                  <a:lnTo>
                    <a:pt x="323278" y="99314"/>
                  </a:lnTo>
                  <a:lnTo>
                    <a:pt x="324802" y="97790"/>
                  </a:lnTo>
                  <a:lnTo>
                    <a:pt x="326326" y="96266"/>
                  </a:lnTo>
                  <a:lnTo>
                    <a:pt x="326326" y="91694"/>
                  </a:lnTo>
                  <a:lnTo>
                    <a:pt x="306514" y="87122"/>
                  </a:lnTo>
                  <a:lnTo>
                    <a:pt x="304990" y="90170"/>
                  </a:lnTo>
                  <a:lnTo>
                    <a:pt x="304990" y="91694"/>
                  </a:lnTo>
                  <a:lnTo>
                    <a:pt x="301942" y="94742"/>
                  </a:lnTo>
                  <a:lnTo>
                    <a:pt x="298894" y="94742"/>
                  </a:lnTo>
                  <a:lnTo>
                    <a:pt x="297370" y="96266"/>
                  </a:lnTo>
                  <a:lnTo>
                    <a:pt x="295846" y="96266"/>
                  </a:lnTo>
                  <a:lnTo>
                    <a:pt x="292798" y="97790"/>
                  </a:lnTo>
                  <a:lnTo>
                    <a:pt x="286702" y="97790"/>
                  </a:lnTo>
                  <a:lnTo>
                    <a:pt x="282130" y="96266"/>
                  </a:lnTo>
                  <a:lnTo>
                    <a:pt x="280606" y="94742"/>
                  </a:lnTo>
                  <a:lnTo>
                    <a:pt x="277558" y="93218"/>
                  </a:lnTo>
                  <a:lnTo>
                    <a:pt x="274510" y="90170"/>
                  </a:lnTo>
                  <a:lnTo>
                    <a:pt x="271462" y="84074"/>
                  </a:lnTo>
                  <a:lnTo>
                    <a:pt x="269938" y="79502"/>
                  </a:lnTo>
                  <a:lnTo>
                    <a:pt x="269938" y="76454"/>
                  </a:lnTo>
                  <a:lnTo>
                    <a:pt x="327850" y="76454"/>
                  </a:lnTo>
                  <a:lnTo>
                    <a:pt x="327850" y="65786"/>
                  </a:lnTo>
                  <a:lnTo>
                    <a:pt x="327850" y="62738"/>
                  </a:lnTo>
                  <a:lnTo>
                    <a:pt x="327850" y="56642"/>
                  </a:lnTo>
                  <a:close/>
                </a:path>
                <a:path w="721359" h="114935">
                  <a:moveTo>
                    <a:pt x="419392" y="55016"/>
                  </a:moveTo>
                  <a:lnTo>
                    <a:pt x="417868" y="50444"/>
                  </a:lnTo>
                  <a:lnTo>
                    <a:pt x="414820" y="44348"/>
                  </a:lnTo>
                  <a:lnTo>
                    <a:pt x="411772" y="39776"/>
                  </a:lnTo>
                  <a:lnTo>
                    <a:pt x="410248" y="36728"/>
                  </a:lnTo>
                  <a:lnTo>
                    <a:pt x="407200" y="35204"/>
                  </a:lnTo>
                  <a:lnTo>
                    <a:pt x="402628" y="32156"/>
                  </a:lnTo>
                  <a:lnTo>
                    <a:pt x="399580" y="30632"/>
                  </a:lnTo>
                  <a:lnTo>
                    <a:pt x="390334" y="27584"/>
                  </a:lnTo>
                  <a:lnTo>
                    <a:pt x="373570" y="27584"/>
                  </a:lnTo>
                  <a:lnTo>
                    <a:pt x="341566" y="55016"/>
                  </a:lnTo>
                  <a:lnTo>
                    <a:pt x="340042" y="62738"/>
                  </a:lnTo>
                  <a:lnTo>
                    <a:pt x="340042" y="79502"/>
                  </a:lnTo>
                  <a:lnTo>
                    <a:pt x="359854" y="108458"/>
                  </a:lnTo>
                  <a:lnTo>
                    <a:pt x="365950" y="113030"/>
                  </a:lnTo>
                  <a:lnTo>
                    <a:pt x="373570" y="114554"/>
                  </a:lnTo>
                  <a:lnTo>
                    <a:pt x="381190" y="114554"/>
                  </a:lnTo>
                  <a:lnTo>
                    <a:pt x="385762" y="114554"/>
                  </a:lnTo>
                  <a:lnTo>
                    <a:pt x="390334" y="113030"/>
                  </a:lnTo>
                  <a:lnTo>
                    <a:pt x="395008" y="113030"/>
                  </a:lnTo>
                  <a:lnTo>
                    <a:pt x="399580" y="111506"/>
                  </a:lnTo>
                  <a:lnTo>
                    <a:pt x="404152" y="108458"/>
                  </a:lnTo>
                  <a:lnTo>
                    <a:pt x="407200" y="106934"/>
                  </a:lnTo>
                  <a:lnTo>
                    <a:pt x="413296" y="100838"/>
                  </a:lnTo>
                  <a:lnTo>
                    <a:pt x="416344" y="94742"/>
                  </a:lnTo>
                  <a:lnTo>
                    <a:pt x="419392" y="85598"/>
                  </a:lnTo>
                  <a:lnTo>
                    <a:pt x="398056" y="82550"/>
                  </a:lnTo>
                  <a:lnTo>
                    <a:pt x="398056" y="84074"/>
                  </a:lnTo>
                  <a:lnTo>
                    <a:pt x="396532" y="85598"/>
                  </a:lnTo>
                  <a:lnTo>
                    <a:pt x="396532" y="88646"/>
                  </a:lnTo>
                  <a:lnTo>
                    <a:pt x="391960" y="93218"/>
                  </a:lnTo>
                  <a:lnTo>
                    <a:pt x="390334" y="93218"/>
                  </a:lnTo>
                  <a:lnTo>
                    <a:pt x="387286" y="96266"/>
                  </a:lnTo>
                  <a:lnTo>
                    <a:pt x="378142" y="96266"/>
                  </a:lnTo>
                  <a:lnTo>
                    <a:pt x="373570" y="94742"/>
                  </a:lnTo>
                  <a:lnTo>
                    <a:pt x="372046" y="93218"/>
                  </a:lnTo>
                  <a:lnTo>
                    <a:pt x="368998" y="91694"/>
                  </a:lnTo>
                  <a:lnTo>
                    <a:pt x="365950" y="88646"/>
                  </a:lnTo>
                  <a:lnTo>
                    <a:pt x="365950" y="84074"/>
                  </a:lnTo>
                  <a:lnTo>
                    <a:pt x="364426" y="79502"/>
                  </a:lnTo>
                  <a:lnTo>
                    <a:pt x="362902" y="76454"/>
                  </a:lnTo>
                  <a:lnTo>
                    <a:pt x="362902" y="65786"/>
                  </a:lnTo>
                  <a:lnTo>
                    <a:pt x="364426" y="61214"/>
                  </a:lnTo>
                  <a:lnTo>
                    <a:pt x="365950" y="58166"/>
                  </a:lnTo>
                  <a:lnTo>
                    <a:pt x="365950" y="53492"/>
                  </a:lnTo>
                  <a:lnTo>
                    <a:pt x="368998" y="50444"/>
                  </a:lnTo>
                  <a:lnTo>
                    <a:pt x="372046" y="48920"/>
                  </a:lnTo>
                  <a:lnTo>
                    <a:pt x="373570" y="45872"/>
                  </a:lnTo>
                  <a:lnTo>
                    <a:pt x="378142" y="44348"/>
                  </a:lnTo>
                  <a:lnTo>
                    <a:pt x="384238" y="44348"/>
                  </a:lnTo>
                  <a:lnTo>
                    <a:pt x="385762" y="45872"/>
                  </a:lnTo>
                  <a:lnTo>
                    <a:pt x="387286" y="45872"/>
                  </a:lnTo>
                  <a:lnTo>
                    <a:pt x="388810" y="47396"/>
                  </a:lnTo>
                  <a:lnTo>
                    <a:pt x="390334" y="47396"/>
                  </a:lnTo>
                  <a:lnTo>
                    <a:pt x="396532" y="53492"/>
                  </a:lnTo>
                  <a:lnTo>
                    <a:pt x="396532" y="55016"/>
                  </a:lnTo>
                  <a:lnTo>
                    <a:pt x="398056" y="56642"/>
                  </a:lnTo>
                  <a:lnTo>
                    <a:pt x="398056" y="59690"/>
                  </a:lnTo>
                  <a:lnTo>
                    <a:pt x="419392" y="55016"/>
                  </a:lnTo>
                  <a:close/>
                </a:path>
                <a:path w="721359" h="114935">
                  <a:moveTo>
                    <a:pt x="510819" y="27584"/>
                  </a:moveTo>
                  <a:lnTo>
                    <a:pt x="489483" y="27584"/>
                  </a:lnTo>
                  <a:lnTo>
                    <a:pt x="489483" y="81026"/>
                  </a:lnTo>
                  <a:lnTo>
                    <a:pt x="486435" y="87122"/>
                  </a:lnTo>
                  <a:lnTo>
                    <a:pt x="484911" y="88646"/>
                  </a:lnTo>
                  <a:lnTo>
                    <a:pt x="483387" y="91694"/>
                  </a:lnTo>
                  <a:lnTo>
                    <a:pt x="480339" y="93218"/>
                  </a:lnTo>
                  <a:lnTo>
                    <a:pt x="478815" y="94742"/>
                  </a:lnTo>
                  <a:lnTo>
                    <a:pt x="468147" y="94742"/>
                  </a:lnTo>
                  <a:lnTo>
                    <a:pt x="463575" y="93218"/>
                  </a:lnTo>
                  <a:lnTo>
                    <a:pt x="462051" y="90170"/>
                  </a:lnTo>
                  <a:lnTo>
                    <a:pt x="459003" y="87122"/>
                  </a:lnTo>
                  <a:lnTo>
                    <a:pt x="457479" y="84074"/>
                  </a:lnTo>
                  <a:lnTo>
                    <a:pt x="457479" y="27584"/>
                  </a:lnTo>
                  <a:lnTo>
                    <a:pt x="434619" y="27584"/>
                  </a:lnTo>
                  <a:lnTo>
                    <a:pt x="434619" y="88646"/>
                  </a:lnTo>
                  <a:lnTo>
                    <a:pt x="436143" y="94742"/>
                  </a:lnTo>
                  <a:lnTo>
                    <a:pt x="437667" y="99314"/>
                  </a:lnTo>
                  <a:lnTo>
                    <a:pt x="440715" y="103886"/>
                  </a:lnTo>
                  <a:lnTo>
                    <a:pt x="443763" y="106934"/>
                  </a:lnTo>
                  <a:lnTo>
                    <a:pt x="452907" y="113030"/>
                  </a:lnTo>
                  <a:lnTo>
                    <a:pt x="471195" y="113030"/>
                  </a:lnTo>
                  <a:lnTo>
                    <a:pt x="475767" y="111506"/>
                  </a:lnTo>
                  <a:lnTo>
                    <a:pt x="480339" y="108458"/>
                  </a:lnTo>
                  <a:lnTo>
                    <a:pt x="489483" y="99314"/>
                  </a:lnTo>
                  <a:lnTo>
                    <a:pt x="489483" y="113030"/>
                  </a:lnTo>
                  <a:lnTo>
                    <a:pt x="510819" y="113030"/>
                  </a:lnTo>
                  <a:lnTo>
                    <a:pt x="510819" y="91694"/>
                  </a:lnTo>
                  <a:lnTo>
                    <a:pt x="510819" y="27584"/>
                  </a:lnTo>
                  <a:close/>
                </a:path>
                <a:path w="721359" h="114935">
                  <a:moveTo>
                    <a:pt x="574929" y="111506"/>
                  </a:moveTo>
                  <a:lnTo>
                    <a:pt x="572160" y="96266"/>
                  </a:lnTo>
                  <a:lnTo>
                    <a:pt x="571881" y="94742"/>
                  </a:lnTo>
                  <a:lnTo>
                    <a:pt x="570357" y="94742"/>
                  </a:lnTo>
                  <a:lnTo>
                    <a:pt x="568833" y="96266"/>
                  </a:lnTo>
                  <a:lnTo>
                    <a:pt x="561213" y="96266"/>
                  </a:lnTo>
                  <a:lnTo>
                    <a:pt x="558165" y="93218"/>
                  </a:lnTo>
                  <a:lnTo>
                    <a:pt x="556641" y="90170"/>
                  </a:lnTo>
                  <a:lnTo>
                    <a:pt x="556641" y="45872"/>
                  </a:lnTo>
                  <a:lnTo>
                    <a:pt x="573405" y="45872"/>
                  </a:lnTo>
                  <a:lnTo>
                    <a:pt x="573405" y="27584"/>
                  </a:lnTo>
                  <a:lnTo>
                    <a:pt x="556641" y="27584"/>
                  </a:lnTo>
                  <a:lnTo>
                    <a:pt x="556641" y="7772"/>
                  </a:lnTo>
                  <a:lnTo>
                    <a:pt x="533781" y="7772"/>
                  </a:lnTo>
                  <a:lnTo>
                    <a:pt x="533781" y="27584"/>
                  </a:lnTo>
                  <a:lnTo>
                    <a:pt x="523024" y="27584"/>
                  </a:lnTo>
                  <a:lnTo>
                    <a:pt x="523024" y="45872"/>
                  </a:lnTo>
                  <a:lnTo>
                    <a:pt x="533781" y="45872"/>
                  </a:lnTo>
                  <a:lnTo>
                    <a:pt x="533781" y="97790"/>
                  </a:lnTo>
                  <a:lnTo>
                    <a:pt x="536829" y="103886"/>
                  </a:lnTo>
                  <a:lnTo>
                    <a:pt x="541401" y="108458"/>
                  </a:lnTo>
                  <a:lnTo>
                    <a:pt x="545973" y="111506"/>
                  </a:lnTo>
                  <a:lnTo>
                    <a:pt x="552069" y="114554"/>
                  </a:lnTo>
                  <a:lnTo>
                    <a:pt x="562737" y="114554"/>
                  </a:lnTo>
                  <a:lnTo>
                    <a:pt x="564261" y="113030"/>
                  </a:lnTo>
                  <a:lnTo>
                    <a:pt x="571881" y="113030"/>
                  </a:lnTo>
                  <a:lnTo>
                    <a:pt x="574929" y="111506"/>
                  </a:lnTo>
                  <a:close/>
                </a:path>
                <a:path w="721359" h="114935">
                  <a:moveTo>
                    <a:pt x="661797" y="56642"/>
                  </a:moveTo>
                  <a:lnTo>
                    <a:pt x="658749" y="50444"/>
                  </a:lnTo>
                  <a:lnTo>
                    <a:pt x="657225" y="45872"/>
                  </a:lnTo>
                  <a:lnTo>
                    <a:pt x="656209" y="44348"/>
                  </a:lnTo>
                  <a:lnTo>
                    <a:pt x="654177" y="41300"/>
                  </a:lnTo>
                  <a:lnTo>
                    <a:pt x="646557" y="33680"/>
                  </a:lnTo>
                  <a:lnTo>
                    <a:pt x="643509" y="32156"/>
                  </a:lnTo>
                  <a:lnTo>
                    <a:pt x="640461" y="31140"/>
                  </a:lnTo>
                  <a:lnTo>
                    <a:pt x="640461" y="58166"/>
                  </a:lnTo>
                  <a:lnTo>
                    <a:pt x="640461" y="62738"/>
                  </a:lnTo>
                  <a:lnTo>
                    <a:pt x="605409" y="62738"/>
                  </a:lnTo>
                  <a:lnTo>
                    <a:pt x="605409" y="58166"/>
                  </a:lnTo>
                  <a:lnTo>
                    <a:pt x="606933" y="55016"/>
                  </a:lnTo>
                  <a:lnTo>
                    <a:pt x="609981" y="48920"/>
                  </a:lnTo>
                  <a:lnTo>
                    <a:pt x="619125" y="44348"/>
                  </a:lnTo>
                  <a:lnTo>
                    <a:pt x="626745" y="44348"/>
                  </a:lnTo>
                  <a:lnTo>
                    <a:pt x="635889" y="48920"/>
                  </a:lnTo>
                  <a:lnTo>
                    <a:pt x="638937" y="55016"/>
                  </a:lnTo>
                  <a:lnTo>
                    <a:pt x="640461" y="58166"/>
                  </a:lnTo>
                  <a:lnTo>
                    <a:pt x="640461" y="31140"/>
                  </a:lnTo>
                  <a:lnTo>
                    <a:pt x="638937" y="30632"/>
                  </a:lnTo>
                  <a:lnTo>
                    <a:pt x="632841" y="27584"/>
                  </a:lnTo>
                  <a:lnTo>
                    <a:pt x="614553" y="27584"/>
                  </a:lnTo>
                  <a:lnTo>
                    <a:pt x="584073" y="55016"/>
                  </a:lnTo>
                  <a:lnTo>
                    <a:pt x="582549" y="62738"/>
                  </a:lnTo>
                  <a:lnTo>
                    <a:pt x="582549" y="79502"/>
                  </a:lnTo>
                  <a:lnTo>
                    <a:pt x="602361" y="108458"/>
                  </a:lnTo>
                  <a:lnTo>
                    <a:pt x="608457" y="113030"/>
                  </a:lnTo>
                  <a:lnTo>
                    <a:pt x="616077" y="114554"/>
                  </a:lnTo>
                  <a:lnTo>
                    <a:pt x="629793" y="114554"/>
                  </a:lnTo>
                  <a:lnTo>
                    <a:pt x="657225" y="99314"/>
                  </a:lnTo>
                  <a:lnTo>
                    <a:pt x="658749" y="97790"/>
                  </a:lnTo>
                  <a:lnTo>
                    <a:pt x="660273" y="96266"/>
                  </a:lnTo>
                  <a:lnTo>
                    <a:pt x="661797" y="91694"/>
                  </a:lnTo>
                  <a:lnTo>
                    <a:pt x="640461" y="87122"/>
                  </a:lnTo>
                  <a:lnTo>
                    <a:pt x="640461" y="90170"/>
                  </a:lnTo>
                  <a:lnTo>
                    <a:pt x="635889" y="94742"/>
                  </a:lnTo>
                  <a:lnTo>
                    <a:pt x="634365" y="94742"/>
                  </a:lnTo>
                  <a:lnTo>
                    <a:pt x="631317" y="96266"/>
                  </a:lnTo>
                  <a:lnTo>
                    <a:pt x="629793" y="96266"/>
                  </a:lnTo>
                  <a:lnTo>
                    <a:pt x="626745" y="97790"/>
                  </a:lnTo>
                  <a:lnTo>
                    <a:pt x="620649" y="97790"/>
                  </a:lnTo>
                  <a:lnTo>
                    <a:pt x="611505" y="93218"/>
                  </a:lnTo>
                  <a:lnTo>
                    <a:pt x="608457" y="90170"/>
                  </a:lnTo>
                  <a:lnTo>
                    <a:pt x="605409" y="84074"/>
                  </a:lnTo>
                  <a:lnTo>
                    <a:pt x="605409" y="76454"/>
                  </a:lnTo>
                  <a:lnTo>
                    <a:pt x="661797" y="76454"/>
                  </a:lnTo>
                  <a:lnTo>
                    <a:pt x="661797" y="65786"/>
                  </a:lnTo>
                  <a:lnTo>
                    <a:pt x="661797" y="62738"/>
                  </a:lnTo>
                  <a:lnTo>
                    <a:pt x="661797" y="56642"/>
                  </a:lnTo>
                  <a:close/>
                </a:path>
                <a:path w="721359" h="114935">
                  <a:moveTo>
                    <a:pt x="721321" y="99314"/>
                  </a:moveTo>
                  <a:lnTo>
                    <a:pt x="719797" y="96266"/>
                  </a:lnTo>
                  <a:lnTo>
                    <a:pt x="713701" y="90170"/>
                  </a:lnTo>
                  <a:lnTo>
                    <a:pt x="699985" y="90170"/>
                  </a:lnTo>
                  <a:lnTo>
                    <a:pt x="693889" y="96266"/>
                  </a:lnTo>
                  <a:lnTo>
                    <a:pt x="692365" y="99314"/>
                  </a:lnTo>
                  <a:lnTo>
                    <a:pt x="692365" y="105410"/>
                  </a:lnTo>
                  <a:lnTo>
                    <a:pt x="693889" y="108458"/>
                  </a:lnTo>
                  <a:lnTo>
                    <a:pt x="696937" y="111506"/>
                  </a:lnTo>
                  <a:lnTo>
                    <a:pt x="703033" y="114554"/>
                  </a:lnTo>
                  <a:lnTo>
                    <a:pt x="710653" y="114554"/>
                  </a:lnTo>
                  <a:lnTo>
                    <a:pt x="716749" y="111506"/>
                  </a:lnTo>
                  <a:lnTo>
                    <a:pt x="719797" y="108458"/>
                  </a:lnTo>
                  <a:lnTo>
                    <a:pt x="721321" y="105410"/>
                  </a:lnTo>
                  <a:lnTo>
                    <a:pt x="721321" y="99314"/>
                  </a:lnTo>
                  <a:close/>
                </a:path>
                <a:path w="721359" h="114935">
                  <a:moveTo>
                    <a:pt x="721321" y="36728"/>
                  </a:moveTo>
                  <a:lnTo>
                    <a:pt x="719797" y="33680"/>
                  </a:lnTo>
                  <a:lnTo>
                    <a:pt x="716749" y="32156"/>
                  </a:lnTo>
                  <a:lnTo>
                    <a:pt x="713701" y="29108"/>
                  </a:lnTo>
                  <a:lnTo>
                    <a:pt x="710653" y="27584"/>
                  </a:lnTo>
                  <a:lnTo>
                    <a:pt x="703033" y="27584"/>
                  </a:lnTo>
                  <a:lnTo>
                    <a:pt x="699985" y="29108"/>
                  </a:lnTo>
                  <a:lnTo>
                    <a:pt x="696937" y="32156"/>
                  </a:lnTo>
                  <a:lnTo>
                    <a:pt x="693889" y="33680"/>
                  </a:lnTo>
                  <a:lnTo>
                    <a:pt x="692365" y="36728"/>
                  </a:lnTo>
                  <a:lnTo>
                    <a:pt x="692365" y="44348"/>
                  </a:lnTo>
                  <a:lnTo>
                    <a:pt x="693889" y="47396"/>
                  </a:lnTo>
                  <a:lnTo>
                    <a:pt x="696937" y="48920"/>
                  </a:lnTo>
                  <a:lnTo>
                    <a:pt x="699985" y="51968"/>
                  </a:lnTo>
                  <a:lnTo>
                    <a:pt x="703033" y="53492"/>
                  </a:lnTo>
                  <a:lnTo>
                    <a:pt x="710653" y="53492"/>
                  </a:lnTo>
                  <a:lnTo>
                    <a:pt x="713701" y="51968"/>
                  </a:lnTo>
                  <a:lnTo>
                    <a:pt x="716749" y="48920"/>
                  </a:lnTo>
                  <a:lnTo>
                    <a:pt x="719797" y="47396"/>
                  </a:lnTo>
                  <a:lnTo>
                    <a:pt x="721321" y="44348"/>
                  </a:lnTo>
                  <a:lnTo>
                    <a:pt x="721321" y="36728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1" name="object 51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030307" y="1926526"/>
            <a:ext cx="1837753" cy="150971"/>
          </a:xfrm>
          <a:prstGeom prst="rect">
            <a:avLst/>
          </a:prstGeom>
        </p:spPr>
      </p:pic>
      <p:grpSp>
        <p:nvGrpSpPr>
          <p:cNvPr id="52" name="object 52" descr=""/>
          <p:cNvGrpSpPr/>
          <p:nvPr/>
        </p:nvGrpSpPr>
        <p:grpSpPr>
          <a:xfrm>
            <a:off x="8990076" y="1959610"/>
            <a:ext cx="526415" cy="98425"/>
            <a:chOff x="8990076" y="1959610"/>
            <a:chExt cx="526415" cy="98425"/>
          </a:xfrm>
        </p:grpSpPr>
        <p:sp>
          <p:nvSpPr>
            <p:cNvPr id="53" name="object 53" descr=""/>
            <p:cNvSpPr/>
            <p:nvPr/>
          </p:nvSpPr>
          <p:spPr>
            <a:xfrm>
              <a:off x="8990076" y="1960054"/>
              <a:ext cx="59690" cy="96520"/>
            </a:xfrm>
            <a:custGeom>
              <a:avLst/>
              <a:gdLst/>
              <a:ahLst/>
              <a:cxnLst/>
              <a:rect l="l" t="t" r="r" b="b"/>
              <a:pathLst>
                <a:path w="59690" h="96519">
                  <a:moveTo>
                    <a:pt x="10668" y="96107"/>
                  </a:moveTo>
                  <a:lnTo>
                    <a:pt x="0" y="96107"/>
                  </a:lnTo>
                  <a:lnTo>
                    <a:pt x="0" y="0"/>
                  </a:lnTo>
                  <a:lnTo>
                    <a:pt x="36576" y="0"/>
                  </a:lnTo>
                  <a:lnTo>
                    <a:pt x="45720" y="3048"/>
                  </a:lnTo>
                  <a:lnTo>
                    <a:pt x="50292" y="6096"/>
                  </a:lnTo>
                  <a:lnTo>
                    <a:pt x="53340" y="9144"/>
                  </a:lnTo>
                  <a:lnTo>
                    <a:pt x="54356" y="10668"/>
                  </a:lnTo>
                  <a:lnTo>
                    <a:pt x="10668" y="10668"/>
                  </a:lnTo>
                  <a:lnTo>
                    <a:pt x="10668" y="45815"/>
                  </a:lnTo>
                  <a:lnTo>
                    <a:pt x="54356" y="45815"/>
                  </a:lnTo>
                  <a:lnTo>
                    <a:pt x="53340" y="47339"/>
                  </a:lnTo>
                  <a:lnTo>
                    <a:pt x="50292" y="50387"/>
                  </a:lnTo>
                  <a:lnTo>
                    <a:pt x="45720" y="53435"/>
                  </a:lnTo>
                  <a:lnTo>
                    <a:pt x="36576" y="56483"/>
                  </a:lnTo>
                  <a:lnTo>
                    <a:pt x="10668" y="56483"/>
                  </a:lnTo>
                  <a:lnTo>
                    <a:pt x="10668" y="96107"/>
                  </a:lnTo>
                  <a:close/>
                </a:path>
                <a:path w="59690" h="96519">
                  <a:moveTo>
                    <a:pt x="54356" y="45815"/>
                  </a:moveTo>
                  <a:lnTo>
                    <a:pt x="35052" y="45815"/>
                  </a:lnTo>
                  <a:lnTo>
                    <a:pt x="39624" y="44291"/>
                  </a:lnTo>
                  <a:lnTo>
                    <a:pt x="42672" y="41243"/>
                  </a:lnTo>
                  <a:lnTo>
                    <a:pt x="45720" y="38100"/>
                  </a:lnTo>
                  <a:lnTo>
                    <a:pt x="47244" y="33528"/>
                  </a:lnTo>
                  <a:lnTo>
                    <a:pt x="47244" y="22860"/>
                  </a:lnTo>
                  <a:lnTo>
                    <a:pt x="45720" y="18288"/>
                  </a:lnTo>
                  <a:lnTo>
                    <a:pt x="39624" y="12192"/>
                  </a:lnTo>
                  <a:lnTo>
                    <a:pt x="35052" y="10668"/>
                  </a:lnTo>
                  <a:lnTo>
                    <a:pt x="54356" y="10668"/>
                  </a:lnTo>
                  <a:lnTo>
                    <a:pt x="56388" y="13716"/>
                  </a:lnTo>
                  <a:lnTo>
                    <a:pt x="57912" y="16764"/>
                  </a:lnTo>
                  <a:lnTo>
                    <a:pt x="59436" y="22860"/>
                  </a:lnTo>
                  <a:lnTo>
                    <a:pt x="59436" y="33528"/>
                  </a:lnTo>
                  <a:lnTo>
                    <a:pt x="57912" y="38100"/>
                  </a:lnTo>
                  <a:lnTo>
                    <a:pt x="56388" y="42767"/>
                  </a:lnTo>
                  <a:lnTo>
                    <a:pt x="54356" y="45815"/>
                  </a:lnTo>
                  <a:close/>
                </a:path>
              </a:pathLst>
            </a:custGeom>
            <a:solidFill>
              <a:srgbClr val="BD18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070847" y="1959610"/>
              <a:ext cx="210502" cy="96551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9320974" y="1960054"/>
              <a:ext cx="195580" cy="97790"/>
            </a:xfrm>
            <a:custGeom>
              <a:avLst/>
              <a:gdLst/>
              <a:ahLst/>
              <a:cxnLst/>
              <a:rect l="l" t="t" r="r" b="b"/>
              <a:pathLst>
                <a:path w="195579" h="97789">
                  <a:moveTo>
                    <a:pt x="21336" y="80873"/>
                  </a:moveTo>
                  <a:lnTo>
                    <a:pt x="16764" y="76301"/>
                  </a:lnTo>
                  <a:lnTo>
                    <a:pt x="13716" y="74777"/>
                  </a:lnTo>
                  <a:lnTo>
                    <a:pt x="7620" y="74777"/>
                  </a:lnTo>
                  <a:lnTo>
                    <a:pt x="4572" y="76301"/>
                  </a:lnTo>
                  <a:lnTo>
                    <a:pt x="3048" y="77825"/>
                  </a:lnTo>
                  <a:lnTo>
                    <a:pt x="1524" y="80873"/>
                  </a:lnTo>
                  <a:lnTo>
                    <a:pt x="0" y="82397"/>
                  </a:lnTo>
                  <a:lnTo>
                    <a:pt x="0" y="90017"/>
                  </a:lnTo>
                  <a:lnTo>
                    <a:pt x="1524" y="91541"/>
                  </a:lnTo>
                  <a:lnTo>
                    <a:pt x="3048" y="94589"/>
                  </a:lnTo>
                  <a:lnTo>
                    <a:pt x="4572" y="96113"/>
                  </a:lnTo>
                  <a:lnTo>
                    <a:pt x="7620" y="97637"/>
                  </a:lnTo>
                  <a:lnTo>
                    <a:pt x="10668" y="97637"/>
                  </a:lnTo>
                  <a:lnTo>
                    <a:pt x="13716" y="97637"/>
                  </a:lnTo>
                  <a:lnTo>
                    <a:pt x="16764" y="96113"/>
                  </a:lnTo>
                  <a:lnTo>
                    <a:pt x="21336" y="91541"/>
                  </a:lnTo>
                  <a:lnTo>
                    <a:pt x="21336" y="80873"/>
                  </a:lnTo>
                  <a:close/>
                </a:path>
                <a:path w="195579" h="97789">
                  <a:moveTo>
                    <a:pt x="120484" y="35052"/>
                  </a:moveTo>
                  <a:lnTo>
                    <a:pt x="119468" y="32004"/>
                  </a:lnTo>
                  <a:lnTo>
                    <a:pt x="118960" y="30480"/>
                  </a:lnTo>
                  <a:lnTo>
                    <a:pt x="117436" y="27432"/>
                  </a:lnTo>
                  <a:lnTo>
                    <a:pt x="114388" y="24384"/>
                  </a:lnTo>
                  <a:lnTo>
                    <a:pt x="111340" y="22860"/>
                  </a:lnTo>
                  <a:lnTo>
                    <a:pt x="99148" y="22860"/>
                  </a:lnTo>
                  <a:lnTo>
                    <a:pt x="97624" y="25908"/>
                  </a:lnTo>
                  <a:lnTo>
                    <a:pt x="94576" y="27432"/>
                  </a:lnTo>
                  <a:lnTo>
                    <a:pt x="94576" y="32004"/>
                  </a:lnTo>
                  <a:lnTo>
                    <a:pt x="94068" y="32004"/>
                  </a:lnTo>
                  <a:lnTo>
                    <a:pt x="93052" y="28956"/>
                  </a:lnTo>
                  <a:lnTo>
                    <a:pt x="88480" y="24384"/>
                  </a:lnTo>
                  <a:lnTo>
                    <a:pt x="85432" y="22860"/>
                  </a:lnTo>
                  <a:lnTo>
                    <a:pt x="74764" y="22860"/>
                  </a:lnTo>
                  <a:lnTo>
                    <a:pt x="73240" y="25908"/>
                  </a:lnTo>
                  <a:lnTo>
                    <a:pt x="71716" y="27432"/>
                  </a:lnTo>
                  <a:lnTo>
                    <a:pt x="70104" y="32004"/>
                  </a:lnTo>
                  <a:lnTo>
                    <a:pt x="68580" y="32004"/>
                  </a:lnTo>
                  <a:lnTo>
                    <a:pt x="68580" y="22860"/>
                  </a:lnTo>
                  <a:lnTo>
                    <a:pt x="59436" y="22860"/>
                  </a:lnTo>
                  <a:lnTo>
                    <a:pt x="59436" y="96113"/>
                  </a:lnTo>
                  <a:lnTo>
                    <a:pt x="70104" y="96113"/>
                  </a:lnTo>
                  <a:lnTo>
                    <a:pt x="70104" y="35052"/>
                  </a:lnTo>
                  <a:lnTo>
                    <a:pt x="71716" y="33528"/>
                  </a:lnTo>
                  <a:lnTo>
                    <a:pt x="73240" y="32004"/>
                  </a:lnTo>
                  <a:lnTo>
                    <a:pt x="80860" y="32004"/>
                  </a:lnTo>
                  <a:lnTo>
                    <a:pt x="83908" y="35052"/>
                  </a:lnTo>
                  <a:lnTo>
                    <a:pt x="85432" y="38100"/>
                  </a:lnTo>
                  <a:lnTo>
                    <a:pt x="85432" y="96113"/>
                  </a:lnTo>
                  <a:lnTo>
                    <a:pt x="94576" y="96113"/>
                  </a:lnTo>
                  <a:lnTo>
                    <a:pt x="94576" y="39725"/>
                  </a:lnTo>
                  <a:lnTo>
                    <a:pt x="94576" y="35052"/>
                  </a:lnTo>
                  <a:lnTo>
                    <a:pt x="97624" y="32004"/>
                  </a:lnTo>
                  <a:lnTo>
                    <a:pt x="106768" y="32004"/>
                  </a:lnTo>
                  <a:lnTo>
                    <a:pt x="108292" y="33528"/>
                  </a:lnTo>
                  <a:lnTo>
                    <a:pt x="108292" y="35052"/>
                  </a:lnTo>
                  <a:lnTo>
                    <a:pt x="109816" y="38100"/>
                  </a:lnTo>
                  <a:lnTo>
                    <a:pt x="109816" y="96113"/>
                  </a:lnTo>
                  <a:lnTo>
                    <a:pt x="120484" y="96113"/>
                  </a:lnTo>
                  <a:lnTo>
                    <a:pt x="120484" y="35052"/>
                  </a:lnTo>
                  <a:close/>
                </a:path>
                <a:path w="195579" h="97789">
                  <a:moveTo>
                    <a:pt x="195160" y="0"/>
                  </a:moveTo>
                  <a:lnTo>
                    <a:pt x="184492" y="0"/>
                  </a:lnTo>
                  <a:lnTo>
                    <a:pt x="184492" y="35052"/>
                  </a:lnTo>
                  <a:lnTo>
                    <a:pt x="184492" y="44297"/>
                  </a:lnTo>
                  <a:lnTo>
                    <a:pt x="184492" y="74777"/>
                  </a:lnTo>
                  <a:lnTo>
                    <a:pt x="182968" y="79349"/>
                  </a:lnTo>
                  <a:lnTo>
                    <a:pt x="176872" y="85445"/>
                  </a:lnTo>
                  <a:lnTo>
                    <a:pt x="173824" y="86969"/>
                  </a:lnTo>
                  <a:lnTo>
                    <a:pt x="163156" y="86969"/>
                  </a:lnTo>
                  <a:lnTo>
                    <a:pt x="158584" y="85445"/>
                  </a:lnTo>
                  <a:lnTo>
                    <a:pt x="157060" y="82397"/>
                  </a:lnTo>
                  <a:lnTo>
                    <a:pt x="154012" y="79349"/>
                  </a:lnTo>
                  <a:lnTo>
                    <a:pt x="152488" y="74777"/>
                  </a:lnTo>
                  <a:lnTo>
                    <a:pt x="152488" y="44297"/>
                  </a:lnTo>
                  <a:lnTo>
                    <a:pt x="154012" y="39725"/>
                  </a:lnTo>
                  <a:lnTo>
                    <a:pt x="157060" y="36576"/>
                  </a:lnTo>
                  <a:lnTo>
                    <a:pt x="158584" y="33528"/>
                  </a:lnTo>
                  <a:lnTo>
                    <a:pt x="163156" y="32004"/>
                  </a:lnTo>
                  <a:lnTo>
                    <a:pt x="173824" y="32004"/>
                  </a:lnTo>
                  <a:lnTo>
                    <a:pt x="176872" y="33528"/>
                  </a:lnTo>
                  <a:lnTo>
                    <a:pt x="179920" y="36576"/>
                  </a:lnTo>
                  <a:lnTo>
                    <a:pt x="182968" y="39725"/>
                  </a:lnTo>
                  <a:lnTo>
                    <a:pt x="184492" y="44297"/>
                  </a:lnTo>
                  <a:lnTo>
                    <a:pt x="184492" y="35052"/>
                  </a:lnTo>
                  <a:lnTo>
                    <a:pt x="182460" y="32004"/>
                  </a:lnTo>
                  <a:lnTo>
                    <a:pt x="181444" y="30480"/>
                  </a:lnTo>
                  <a:lnTo>
                    <a:pt x="175348" y="24384"/>
                  </a:lnTo>
                  <a:lnTo>
                    <a:pt x="170776" y="22860"/>
                  </a:lnTo>
                  <a:lnTo>
                    <a:pt x="157060" y="22860"/>
                  </a:lnTo>
                  <a:lnTo>
                    <a:pt x="150964" y="24384"/>
                  </a:lnTo>
                  <a:lnTo>
                    <a:pt x="141820" y="33528"/>
                  </a:lnTo>
                  <a:lnTo>
                    <a:pt x="140296" y="41249"/>
                  </a:lnTo>
                  <a:lnTo>
                    <a:pt x="140296" y="77825"/>
                  </a:lnTo>
                  <a:lnTo>
                    <a:pt x="141820" y="85445"/>
                  </a:lnTo>
                  <a:lnTo>
                    <a:pt x="150964" y="94589"/>
                  </a:lnTo>
                  <a:lnTo>
                    <a:pt x="157060" y="97637"/>
                  </a:lnTo>
                  <a:lnTo>
                    <a:pt x="170776" y="97637"/>
                  </a:lnTo>
                  <a:lnTo>
                    <a:pt x="175348" y="96113"/>
                  </a:lnTo>
                  <a:lnTo>
                    <a:pt x="178396" y="93065"/>
                  </a:lnTo>
                  <a:lnTo>
                    <a:pt x="181444" y="88493"/>
                  </a:lnTo>
                  <a:lnTo>
                    <a:pt x="182968" y="86969"/>
                  </a:lnTo>
                  <a:lnTo>
                    <a:pt x="184492" y="85445"/>
                  </a:lnTo>
                  <a:lnTo>
                    <a:pt x="184492" y="96113"/>
                  </a:lnTo>
                  <a:lnTo>
                    <a:pt x="195160" y="96113"/>
                  </a:lnTo>
                  <a:lnTo>
                    <a:pt x="195160" y="79349"/>
                  </a:lnTo>
                  <a:lnTo>
                    <a:pt x="195160" y="39725"/>
                  </a:lnTo>
                  <a:lnTo>
                    <a:pt x="195160" y="0"/>
                  </a:lnTo>
                  <a:close/>
                </a:path>
              </a:pathLst>
            </a:custGeom>
            <a:solidFill>
              <a:srgbClr val="BD185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/>
          <p:nvPr/>
        </p:nvSpPr>
        <p:spPr>
          <a:xfrm>
            <a:off x="9590913" y="2034825"/>
            <a:ext cx="36830" cy="38100"/>
          </a:xfrm>
          <a:custGeom>
            <a:avLst/>
            <a:gdLst/>
            <a:ahLst/>
            <a:cxnLst/>
            <a:rect l="l" t="t" r="r" b="b"/>
            <a:pathLst>
              <a:path w="36829" h="38100">
                <a:moveTo>
                  <a:pt x="22860" y="38100"/>
                </a:moveTo>
                <a:lnTo>
                  <a:pt x="13716" y="38100"/>
                </a:lnTo>
                <a:lnTo>
                  <a:pt x="9144" y="36576"/>
                </a:lnTo>
                <a:lnTo>
                  <a:pt x="4572" y="33528"/>
                </a:lnTo>
                <a:lnTo>
                  <a:pt x="1524" y="28956"/>
                </a:lnTo>
                <a:lnTo>
                  <a:pt x="0" y="24384"/>
                </a:lnTo>
                <a:lnTo>
                  <a:pt x="0" y="13716"/>
                </a:lnTo>
                <a:lnTo>
                  <a:pt x="1524" y="9144"/>
                </a:lnTo>
                <a:lnTo>
                  <a:pt x="9144" y="1524"/>
                </a:lnTo>
                <a:lnTo>
                  <a:pt x="13716" y="0"/>
                </a:lnTo>
                <a:lnTo>
                  <a:pt x="24384" y="0"/>
                </a:lnTo>
                <a:lnTo>
                  <a:pt x="27432" y="1524"/>
                </a:lnTo>
                <a:lnTo>
                  <a:pt x="35052" y="9144"/>
                </a:lnTo>
                <a:lnTo>
                  <a:pt x="35560" y="10668"/>
                </a:lnTo>
                <a:lnTo>
                  <a:pt x="16764" y="10668"/>
                </a:lnTo>
                <a:lnTo>
                  <a:pt x="13716" y="12192"/>
                </a:lnTo>
                <a:lnTo>
                  <a:pt x="10668" y="15240"/>
                </a:lnTo>
                <a:lnTo>
                  <a:pt x="10668" y="24384"/>
                </a:lnTo>
                <a:lnTo>
                  <a:pt x="13716" y="25908"/>
                </a:lnTo>
                <a:lnTo>
                  <a:pt x="15240" y="27432"/>
                </a:lnTo>
                <a:lnTo>
                  <a:pt x="35560" y="27432"/>
                </a:lnTo>
                <a:lnTo>
                  <a:pt x="35052" y="28956"/>
                </a:lnTo>
                <a:lnTo>
                  <a:pt x="32004" y="33528"/>
                </a:lnTo>
                <a:lnTo>
                  <a:pt x="27432" y="36576"/>
                </a:lnTo>
                <a:lnTo>
                  <a:pt x="22860" y="38100"/>
                </a:lnTo>
                <a:close/>
              </a:path>
              <a:path w="36829" h="38100">
                <a:moveTo>
                  <a:pt x="35560" y="27432"/>
                </a:moveTo>
                <a:lnTo>
                  <a:pt x="22860" y="27432"/>
                </a:lnTo>
                <a:lnTo>
                  <a:pt x="25908" y="24384"/>
                </a:lnTo>
                <a:lnTo>
                  <a:pt x="25908" y="15240"/>
                </a:lnTo>
                <a:lnTo>
                  <a:pt x="22860" y="12192"/>
                </a:lnTo>
                <a:lnTo>
                  <a:pt x="19812" y="10668"/>
                </a:lnTo>
                <a:lnTo>
                  <a:pt x="35560" y="10668"/>
                </a:lnTo>
                <a:lnTo>
                  <a:pt x="36576" y="13716"/>
                </a:lnTo>
                <a:lnTo>
                  <a:pt x="36576" y="24384"/>
                </a:lnTo>
                <a:lnTo>
                  <a:pt x="35560" y="27432"/>
                </a:lnTo>
                <a:close/>
              </a:path>
            </a:pathLst>
          </a:custGeom>
          <a:solidFill>
            <a:srgbClr val="46546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5674519" y="2236184"/>
            <a:ext cx="50800" cy="52069"/>
          </a:xfrm>
          <a:custGeom>
            <a:avLst/>
            <a:gdLst/>
            <a:ahLst/>
            <a:cxnLst/>
            <a:rect l="l" t="t" r="r" b="b"/>
            <a:pathLst>
              <a:path w="50800" h="52069">
                <a:moveTo>
                  <a:pt x="28955" y="51911"/>
                </a:moveTo>
                <a:lnTo>
                  <a:pt x="21335" y="51911"/>
                </a:lnTo>
                <a:lnTo>
                  <a:pt x="15239" y="48863"/>
                </a:lnTo>
                <a:lnTo>
                  <a:pt x="12191" y="48863"/>
                </a:lnTo>
                <a:lnTo>
                  <a:pt x="4571" y="41148"/>
                </a:lnTo>
                <a:lnTo>
                  <a:pt x="0" y="32004"/>
                </a:lnTo>
                <a:lnTo>
                  <a:pt x="0" y="18288"/>
                </a:lnTo>
                <a:lnTo>
                  <a:pt x="4571" y="9144"/>
                </a:lnTo>
                <a:lnTo>
                  <a:pt x="7619" y="7620"/>
                </a:lnTo>
                <a:lnTo>
                  <a:pt x="9143" y="4572"/>
                </a:lnTo>
                <a:lnTo>
                  <a:pt x="18287" y="0"/>
                </a:lnTo>
                <a:lnTo>
                  <a:pt x="32003" y="0"/>
                </a:lnTo>
                <a:lnTo>
                  <a:pt x="41147" y="4572"/>
                </a:lnTo>
                <a:lnTo>
                  <a:pt x="45719" y="9144"/>
                </a:lnTo>
                <a:lnTo>
                  <a:pt x="50291" y="18288"/>
                </a:lnTo>
                <a:lnTo>
                  <a:pt x="50291" y="25908"/>
                </a:lnTo>
                <a:lnTo>
                  <a:pt x="50291" y="32004"/>
                </a:lnTo>
                <a:lnTo>
                  <a:pt x="44195" y="44291"/>
                </a:lnTo>
                <a:lnTo>
                  <a:pt x="41147" y="45815"/>
                </a:lnTo>
                <a:lnTo>
                  <a:pt x="38099" y="48863"/>
                </a:lnTo>
                <a:lnTo>
                  <a:pt x="35051" y="48863"/>
                </a:lnTo>
                <a:lnTo>
                  <a:pt x="28955" y="51911"/>
                </a:lnTo>
                <a:close/>
              </a:path>
            </a:pathLst>
          </a:custGeom>
          <a:solidFill>
            <a:srgbClr val="46546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5834621" y="2191994"/>
            <a:ext cx="613410" cy="114935"/>
          </a:xfrm>
          <a:custGeom>
            <a:avLst/>
            <a:gdLst/>
            <a:ahLst/>
            <a:cxnLst/>
            <a:rect l="l" t="t" r="r" b="b"/>
            <a:pathLst>
              <a:path w="613410" h="114935">
                <a:moveTo>
                  <a:pt x="85445" y="71628"/>
                </a:moveTo>
                <a:lnTo>
                  <a:pt x="82397" y="67056"/>
                </a:lnTo>
                <a:lnTo>
                  <a:pt x="79349" y="64008"/>
                </a:lnTo>
                <a:lnTo>
                  <a:pt x="73253" y="57912"/>
                </a:lnTo>
                <a:lnTo>
                  <a:pt x="70205" y="56388"/>
                </a:lnTo>
                <a:lnTo>
                  <a:pt x="65633" y="54864"/>
                </a:lnTo>
                <a:lnTo>
                  <a:pt x="62585" y="54864"/>
                </a:lnTo>
                <a:lnTo>
                  <a:pt x="62585" y="76200"/>
                </a:lnTo>
                <a:lnTo>
                  <a:pt x="62585" y="83820"/>
                </a:lnTo>
                <a:lnTo>
                  <a:pt x="61061" y="86956"/>
                </a:lnTo>
                <a:lnTo>
                  <a:pt x="54965" y="93052"/>
                </a:lnTo>
                <a:lnTo>
                  <a:pt x="48869" y="94576"/>
                </a:lnTo>
                <a:lnTo>
                  <a:pt x="22860" y="94576"/>
                </a:lnTo>
                <a:lnTo>
                  <a:pt x="22860" y="64008"/>
                </a:lnTo>
                <a:lnTo>
                  <a:pt x="50393" y="64008"/>
                </a:lnTo>
                <a:lnTo>
                  <a:pt x="56489" y="67056"/>
                </a:lnTo>
                <a:lnTo>
                  <a:pt x="58013" y="68580"/>
                </a:lnTo>
                <a:lnTo>
                  <a:pt x="59537" y="71628"/>
                </a:lnTo>
                <a:lnTo>
                  <a:pt x="61061" y="73152"/>
                </a:lnTo>
                <a:lnTo>
                  <a:pt x="62585" y="76200"/>
                </a:lnTo>
                <a:lnTo>
                  <a:pt x="62585" y="54864"/>
                </a:lnTo>
                <a:lnTo>
                  <a:pt x="61061" y="54864"/>
                </a:lnTo>
                <a:lnTo>
                  <a:pt x="61061" y="53340"/>
                </a:lnTo>
                <a:lnTo>
                  <a:pt x="65633" y="51816"/>
                </a:lnTo>
                <a:lnTo>
                  <a:pt x="74777" y="47244"/>
                </a:lnTo>
                <a:lnTo>
                  <a:pt x="77825" y="44196"/>
                </a:lnTo>
                <a:lnTo>
                  <a:pt x="80873" y="38100"/>
                </a:lnTo>
                <a:lnTo>
                  <a:pt x="80873" y="19812"/>
                </a:lnTo>
                <a:lnTo>
                  <a:pt x="80873" y="18288"/>
                </a:lnTo>
                <a:lnTo>
                  <a:pt x="77825" y="13716"/>
                </a:lnTo>
                <a:lnTo>
                  <a:pt x="70205" y="6096"/>
                </a:lnTo>
                <a:lnTo>
                  <a:pt x="65633" y="4572"/>
                </a:lnTo>
                <a:lnTo>
                  <a:pt x="59537" y="1524"/>
                </a:lnTo>
                <a:lnTo>
                  <a:pt x="58013" y="1219"/>
                </a:lnTo>
                <a:lnTo>
                  <a:pt x="58013" y="28956"/>
                </a:lnTo>
                <a:lnTo>
                  <a:pt x="58013" y="38100"/>
                </a:lnTo>
                <a:lnTo>
                  <a:pt x="56489" y="41148"/>
                </a:lnTo>
                <a:lnTo>
                  <a:pt x="54965" y="42672"/>
                </a:lnTo>
                <a:lnTo>
                  <a:pt x="51917" y="44196"/>
                </a:lnTo>
                <a:lnTo>
                  <a:pt x="50393" y="45720"/>
                </a:lnTo>
                <a:lnTo>
                  <a:pt x="47345" y="47244"/>
                </a:lnTo>
                <a:lnTo>
                  <a:pt x="22860" y="47244"/>
                </a:lnTo>
                <a:lnTo>
                  <a:pt x="22860" y="19812"/>
                </a:lnTo>
                <a:lnTo>
                  <a:pt x="50393" y="19812"/>
                </a:lnTo>
                <a:lnTo>
                  <a:pt x="56489" y="25908"/>
                </a:lnTo>
                <a:lnTo>
                  <a:pt x="58013" y="28956"/>
                </a:lnTo>
                <a:lnTo>
                  <a:pt x="58013" y="1219"/>
                </a:lnTo>
                <a:lnTo>
                  <a:pt x="51917" y="0"/>
                </a:lnTo>
                <a:lnTo>
                  <a:pt x="0" y="0"/>
                </a:lnTo>
                <a:lnTo>
                  <a:pt x="0" y="112864"/>
                </a:lnTo>
                <a:lnTo>
                  <a:pt x="56489" y="112864"/>
                </a:lnTo>
                <a:lnTo>
                  <a:pt x="62585" y="111340"/>
                </a:lnTo>
                <a:lnTo>
                  <a:pt x="68681" y="108292"/>
                </a:lnTo>
                <a:lnTo>
                  <a:pt x="74777" y="106768"/>
                </a:lnTo>
                <a:lnTo>
                  <a:pt x="79349" y="102196"/>
                </a:lnTo>
                <a:lnTo>
                  <a:pt x="80873" y="97624"/>
                </a:lnTo>
                <a:lnTo>
                  <a:pt x="82905" y="94576"/>
                </a:lnTo>
                <a:lnTo>
                  <a:pt x="83921" y="93052"/>
                </a:lnTo>
                <a:lnTo>
                  <a:pt x="85445" y="86956"/>
                </a:lnTo>
                <a:lnTo>
                  <a:pt x="85445" y="71628"/>
                </a:lnTo>
                <a:close/>
              </a:path>
              <a:path w="613410" h="114935">
                <a:moveTo>
                  <a:pt x="152501" y="27432"/>
                </a:moveTo>
                <a:lnTo>
                  <a:pt x="140309" y="27432"/>
                </a:lnTo>
                <a:lnTo>
                  <a:pt x="135737" y="28956"/>
                </a:lnTo>
                <a:lnTo>
                  <a:pt x="132689" y="32004"/>
                </a:lnTo>
                <a:lnTo>
                  <a:pt x="128117" y="33528"/>
                </a:lnTo>
                <a:lnTo>
                  <a:pt x="125069" y="38100"/>
                </a:lnTo>
                <a:lnTo>
                  <a:pt x="123545" y="42672"/>
                </a:lnTo>
                <a:lnTo>
                  <a:pt x="123545" y="28956"/>
                </a:lnTo>
                <a:lnTo>
                  <a:pt x="102209" y="28956"/>
                </a:lnTo>
                <a:lnTo>
                  <a:pt x="102209" y="112864"/>
                </a:lnTo>
                <a:lnTo>
                  <a:pt x="123545" y="112864"/>
                </a:lnTo>
                <a:lnTo>
                  <a:pt x="123545" y="60960"/>
                </a:lnTo>
                <a:lnTo>
                  <a:pt x="126593" y="54864"/>
                </a:lnTo>
                <a:lnTo>
                  <a:pt x="128117" y="53340"/>
                </a:lnTo>
                <a:lnTo>
                  <a:pt x="129641" y="50292"/>
                </a:lnTo>
                <a:lnTo>
                  <a:pt x="135737" y="47244"/>
                </a:lnTo>
                <a:lnTo>
                  <a:pt x="150977" y="47244"/>
                </a:lnTo>
                <a:lnTo>
                  <a:pt x="152501" y="48768"/>
                </a:lnTo>
                <a:lnTo>
                  <a:pt x="152501" y="47244"/>
                </a:lnTo>
                <a:lnTo>
                  <a:pt x="152501" y="42672"/>
                </a:lnTo>
                <a:lnTo>
                  <a:pt x="152501" y="27432"/>
                </a:lnTo>
                <a:close/>
              </a:path>
              <a:path w="613410" h="114935">
                <a:moveTo>
                  <a:pt x="239471" y="62484"/>
                </a:moveTo>
                <a:lnTo>
                  <a:pt x="237947" y="54864"/>
                </a:lnTo>
                <a:lnTo>
                  <a:pt x="234899" y="48768"/>
                </a:lnTo>
                <a:lnTo>
                  <a:pt x="233680" y="45720"/>
                </a:lnTo>
                <a:lnTo>
                  <a:pt x="231851" y="41148"/>
                </a:lnTo>
                <a:lnTo>
                  <a:pt x="225755" y="36576"/>
                </a:lnTo>
                <a:lnTo>
                  <a:pt x="219659" y="33528"/>
                </a:lnTo>
                <a:lnTo>
                  <a:pt x="216611" y="31242"/>
                </a:lnTo>
                <a:lnTo>
                  <a:pt x="216611" y="60960"/>
                </a:lnTo>
                <a:lnTo>
                  <a:pt x="216611" y="80772"/>
                </a:lnTo>
                <a:lnTo>
                  <a:pt x="215087" y="83820"/>
                </a:lnTo>
                <a:lnTo>
                  <a:pt x="213563" y="88480"/>
                </a:lnTo>
                <a:lnTo>
                  <a:pt x="205943" y="96100"/>
                </a:lnTo>
                <a:lnTo>
                  <a:pt x="190703" y="96100"/>
                </a:lnTo>
                <a:lnTo>
                  <a:pt x="183083" y="88480"/>
                </a:lnTo>
                <a:lnTo>
                  <a:pt x="181559" y="83820"/>
                </a:lnTo>
                <a:lnTo>
                  <a:pt x="181559" y="80772"/>
                </a:lnTo>
                <a:lnTo>
                  <a:pt x="180035" y="76200"/>
                </a:lnTo>
                <a:lnTo>
                  <a:pt x="180035" y="65532"/>
                </a:lnTo>
                <a:lnTo>
                  <a:pt x="181559" y="60960"/>
                </a:lnTo>
                <a:lnTo>
                  <a:pt x="181559" y="57912"/>
                </a:lnTo>
                <a:lnTo>
                  <a:pt x="183083" y="53340"/>
                </a:lnTo>
                <a:lnTo>
                  <a:pt x="190703" y="45720"/>
                </a:lnTo>
                <a:lnTo>
                  <a:pt x="205943" y="45720"/>
                </a:lnTo>
                <a:lnTo>
                  <a:pt x="213563" y="53340"/>
                </a:lnTo>
                <a:lnTo>
                  <a:pt x="215087" y="57912"/>
                </a:lnTo>
                <a:lnTo>
                  <a:pt x="216611" y="60960"/>
                </a:lnTo>
                <a:lnTo>
                  <a:pt x="216611" y="31242"/>
                </a:lnTo>
                <a:lnTo>
                  <a:pt x="213563" y="28956"/>
                </a:lnTo>
                <a:lnTo>
                  <a:pt x="207467" y="27432"/>
                </a:lnTo>
                <a:lnTo>
                  <a:pt x="189179" y="27432"/>
                </a:lnTo>
                <a:lnTo>
                  <a:pt x="183083" y="28956"/>
                </a:lnTo>
                <a:lnTo>
                  <a:pt x="176885" y="33528"/>
                </a:lnTo>
                <a:lnTo>
                  <a:pt x="170789" y="36576"/>
                </a:lnTo>
                <a:lnTo>
                  <a:pt x="164693" y="41148"/>
                </a:lnTo>
                <a:lnTo>
                  <a:pt x="161645" y="48768"/>
                </a:lnTo>
                <a:lnTo>
                  <a:pt x="158597" y="54864"/>
                </a:lnTo>
                <a:lnTo>
                  <a:pt x="157073" y="62484"/>
                </a:lnTo>
                <a:lnTo>
                  <a:pt x="157073" y="79248"/>
                </a:lnTo>
                <a:lnTo>
                  <a:pt x="158597" y="86956"/>
                </a:lnTo>
                <a:lnTo>
                  <a:pt x="161645" y="93052"/>
                </a:lnTo>
                <a:lnTo>
                  <a:pt x="164693" y="100672"/>
                </a:lnTo>
                <a:lnTo>
                  <a:pt x="170789" y="105244"/>
                </a:lnTo>
                <a:lnTo>
                  <a:pt x="176885" y="108292"/>
                </a:lnTo>
                <a:lnTo>
                  <a:pt x="183083" y="112864"/>
                </a:lnTo>
                <a:lnTo>
                  <a:pt x="189179" y="114388"/>
                </a:lnTo>
                <a:lnTo>
                  <a:pt x="207467" y="114388"/>
                </a:lnTo>
                <a:lnTo>
                  <a:pt x="213563" y="112864"/>
                </a:lnTo>
                <a:lnTo>
                  <a:pt x="219659" y="108292"/>
                </a:lnTo>
                <a:lnTo>
                  <a:pt x="225755" y="105244"/>
                </a:lnTo>
                <a:lnTo>
                  <a:pt x="231851" y="100672"/>
                </a:lnTo>
                <a:lnTo>
                  <a:pt x="233680" y="96100"/>
                </a:lnTo>
                <a:lnTo>
                  <a:pt x="234899" y="93052"/>
                </a:lnTo>
                <a:lnTo>
                  <a:pt x="237947" y="86956"/>
                </a:lnTo>
                <a:lnTo>
                  <a:pt x="239471" y="79248"/>
                </a:lnTo>
                <a:lnTo>
                  <a:pt x="239471" y="62484"/>
                </a:lnTo>
                <a:close/>
              </a:path>
              <a:path w="613410" h="114935">
                <a:moveTo>
                  <a:pt x="372148" y="28956"/>
                </a:moveTo>
                <a:lnTo>
                  <a:pt x="347764" y="28956"/>
                </a:lnTo>
                <a:lnTo>
                  <a:pt x="341668" y="59436"/>
                </a:lnTo>
                <a:lnTo>
                  <a:pt x="335572" y="83820"/>
                </a:lnTo>
                <a:lnTo>
                  <a:pt x="334060" y="91490"/>
                </a:lnTo>
                <a:lnTo>
                  <a:pt x="335572" y="99148"/>
                </a:lnTo>
                <a:lnTo>
                  <a:pt x="334048" y="91490"/>
                </a:lnTo>
                <a:lnTo>
                  <a:pt x="332524" y="83820"/>
                </a:lnTo>
                <a:lnTo>
                  <a:pt x="327952" y="65532"/>
                </a:lnTo>
                <a:lnTo>
                  <a:pt x="327952" y="59436"/>
                </a:lnTo>
                <a:lnTo>
                  <a:pt x="324523" y="45720"/>
                </a:lnTo>
                <a:lnTo>
                  <a:pt x="320332" y="28956"/>
                </a:lnTo>
                <a:lnTo>
                  <a:pt x="298894" y="28956"/>
                </a:lnTo>
                <a:lnTo>
                  <a:pt x="285178" y="83820"/>
                </a:lnTo>
                <a:lnTo>
                  <a:pt x="283654" y="91490"/>
                </a:lnTo>
                <a:lnTo>
                  <a:pt x="282130" y="83820"/>
                </a:lnTo>
                <a:lnTo>
                  <a:pt x="277558" y="65532"/>
                </a:lnTo>
                <a:lnTo>
                  <a:pt x="277558" y="59436"/>
                </a:lnTo>
                <a:lnTo>
                  <a:pt x="269938" y="28956"/>
                </a:lnTo>
                <a:lnTo>
                  <a:pt x="245554" y="28956"/>
                </a:lnTo>
                <a:lnTo>
                  <a:pt x="271462" y="112864"/>
                </a:lnTo>
                <a:lnTo>
                  <a:pt x="294322" y="112864"/>
                </a:lnTo>
                <a:lnTo>
                  <a:pt x="298234" y="99148"/>
                </a:lnTo>
                <a:lnTo>
                  <a:pt x="303466" y="80772"/>
                </a:lnTo>
                <a:lnTo>
                  <a:pt x="303466" y="77724"/>
                </a:lnTo>
                <a:lnTo>
                  <a:pt x="304990" y="73152"/>
                </a:lnTo>
                <a:lnTo>
                  <a:pt x="306514" y="70104"/>
                </a:lnTo>
                <a:lnTo>
                  <a:pt x="306514" y="65532"/>
                </a:lnTo>
                <a:lnTo>
                  <a:pt x="308038" y="60960"/>
                </a:lnTo>
                <a:lnTo>
                  <a:pt x="308038" y="57912"/>
                </a:lnTo>
                <a:lnTo>
                  <a:pt x="309562" y="53340"/>
                </a:lnTo>
                <a:lnTo>
                  <a:pt x="309562" y="57912"/>
                </a:lnTo>
                <a:lnTo>
                  <a:pt x="311086" y="60960"/>
                </a:lnTo>
                <a:lnTo>
                  <a:pt x="311086" y="65532"/>
                </a:lnTo>
                <a:lnTo>
                  <a:pt x="312610" y="70104"/>
                </a:lnTo>
                <a:lnTo>
                  <a:pt x="312610" y="73152"/>
                </a:lnTo>
                <a:lnTo>
                  <a:pt x="314134" y="76200"/>
                </a:lnTo>
                <a:lnTo>
                  <a:pt x="315760" y="80772"/>
                </a:lnTo>
                <a:lnTo>
                  <a:pt x="324904" y="112864"/>
                </a:lnTo>
                <a:lnTo>
                  <a:pt x="347764" y="112864"/>
                </a:lnTo>
                <a:lnTo>
                  <a:pt x="351751" y="99148"/>
                </a:lnTo>
                <a:lnTo>
                  <a:pt x="372148" y="28956"/>
                </a:lnTo>
                <a:close/>
              </a:path>
              <a:path w="613410" h="114935">
                <a:moveTo>
                  <a:pt x="456057" y="80772"/>
                </a:moveTo>
                <a:lnTo>
                  <a:pt x="416344" y="60960"/>
                </a:lnTo>
                <a:lnTo>
                  <a:pt x="411772" y="59436"/>
                </a:lnTo>
                <a:lnTo>
                  <a:pt x="410248" y="59436"/>
                </a:lnTo>
                <a:lnTo>
                  <a:pt x="408724" y="57912"/>
                </a:lnTo>
                <a:lnTo>
                  <a:pt x="405676" y="56388"/>
                </a:lnTo>
                <a:lnTo>
                  <a:pt x="405676" y="50292"/>
                </a:lnTo>
                <a:lnTo>
                  <a:pt x="407200" y="47244"/>
                </a:lnTo>
                <a:lnTo>
                  <a:pt x="408724" y="45720"/>
                </a:lnTo>
                <a:lnTo>
                  <a:pt x="411772" y="44196"/>
                </a:lnTo>
                <a:lnTo>
                  <a:pt x="425488" y="44196"/>
                </a:lnTo>
                <a:lnTo>
                  <a:pt x="428536" y="45720"/>
                </a:lnTo>
                <a:lnTo>
                  <a:pt x="433108" y="50292"/>
                </a:lnTo>
                <a:lnTo>
                  <a:pt x="433108" y="53340"/>
                </a:lnTo>
                <a:lnTo>
                  <a:pt x="453009" y="50292"/>
                </a:lnTo>
                <a:lnTo>
                  <a:pt x="453009" y="45720"/>
                </a:lnTo>
                <a:lnTo>
                  <a:pt x="449961" y="41148"/>
                </a:lnTo>
                <a:lnTo>
                  <a:pt x="440728" y="32004"/>
                </a:lnTo>
                <a:lnTo>
                  <a:pt x="436156" y="30480"/>
                </a:lnTo>
                <a:lnTo>
                  <a:pt x="430060" y="28956"/>
                </a:lnTo>
                <a:lnTo>
                  <a:pt x="425488" y="27432"/>
                </a:lnTo>
                <a:lnTo>
                  <a:pt x="411772" y="27432"/>
                </a:lnTo>
                <a:lnTo>
                  <a:pt x="399580" y="30480"/>
                </a:lnTo>
                <a:lnTo>
                  <a:pt x="395008" y="32004"/>
                </a:lnTo>
                <a:lnTo>
                  <a:pt x="390436" y="35052"/>
                </a:lnTo>
                <a:lnTo>
                  <a:pt x="387388" y="39624"/>
                </a:lnTo>
                <a:lnTo>
                  <a:pt x="384340" y="42672"/>
                </a:lnTo>
                <a:lnTo>
                  <a:pt x="382816" y="48768"/>
                </a:lnTo>
                <a:lnTo>
                  <a:pt x="382816" y="59436"/>
                </a:lnTo>
                <a:lnTo>
                  <a:pt x="384340" y="65532"/>
                </a:lnTo>
                <a:lnTo>
                  <a:pt x="388912" y="68580"/>
                </a:lnTo>
                <a:lnTo>
                  <a:pt x="393484" y="73152"/>
                </a:lnTo>
                <a:lnTo>
                  <a:pt x="399580" y="76200"/>
                </a:lnTo>
                <a:lnTo>
                  <a:pt x="422440" y="80772"/>
                </a:lnTo>
                <a:lnTo>
                  <a:pt x="425488" y="80772"/>
                </a:lnTo>
                <a:lnTo>
                  <a:pt x="428536" y="82296"/>
                </a:lnTo>
                <a:lnTo>
                  <a:pt x="433108" y="86956"/>
                </a:lnTo>
                <a:lnTo>
                  <a:pt x="433108" y="91528"/>
                </a:lnTo>
                <a:lnTo>
                  <a:pt x="427012" y="97624"/>
                </a:lnTo>
                <a:lnTo>
                  <a:pt x="414820" y="97624"/>
                </a:lnTo>
                <a:lnTo>
                  <a:pt x="410248" y="96100"/>
                </a:lnTo>
                <a:lnTo>
                  <a:pt x="404152" y="93052"/>
                </a:lnTo>
                <a:lnTo>
                  <a:pt x="402628" y="90004"/>
                </a:lnTo>
                <a:lnTo>
                  <a:pt x="401104" y="85344"/>
                </a:lnTo>
                <a:lnTo>
                  <a:pt x="381292" y="90004"/>
                </a:lnTo>
                <a:lnTo>
                  <a:pt x="381292" y="94576"/>
                </a:lnTo>
                <a:lnTo>
                  <a:pt x="387388" y="103720"/>
                </a:lnTo>
                <a:lnTo>
                  <a:pt x="390436" y="106768"/>
                </a:lnTo>
                <a:lnTo>
                  <a:pt x="395008" y="109816"/>
                </a:lnTo>
                <a:lnTo>
                  <a:pt x="399580" y="111340"/>
                </a:lnTo>
                <a:lnTo>
                  <a:pt x="411772" y="114388"/>
                </a:lnTo>
                <a:lnTo>
                  <a:pt x="417868" y="114388"/>
                </a:lnTo>
                <a:lnTo>
                  <a:pt x="425488" y="114388"/>
                </a:lnTo>
                <a:lnTo>
                  <a:pt x="437680" y="111340"/>
                </a:lnTo>
                <a:lnTo>
                  <a:pt x="443776" y="108292"/>
                </a:lnTo>
                <a:lnTo>
                  <a:pt x="448348" y="105244"/>
                </a:lnTo>
                <a:lnTo>
                  <a:pt x="451485" y="100672"/>
                </a:lnTo>
                <a:lnTo>
                  <a:pt x="454533" y="97624"/>
                </a:lnTo>
                <a:lnTo>
                  <a:pt x="456057" y="91528"/>
                </a:lnTo>
                <a:lnTo>
                  <a:pt x="456057" y="80772"/>
                </a:lnTo>
                <a:close/>
              </a:path>
              <a:path w="613410" h="114935">
                <a:moveTo>
                  <a:pt x="547497" y="62484"/>
                </a:moveTo>
                <a:lnTo>
                  <a:pt x="545973" y="56388"/>
                </a:lnTo>
                <a:lnTo>
                  <a:pt x="544449" y="51816"/>
                </a:lnTo>
                <a:lnTo>
                  <a:pt x="542925" y="45720"/>
                </a:lnTo>
                <a:lnTo>
                  <a:pt x="541909" y="44196"/>
                </a:lnTo>
                <a:lnTo>
                  <a:pt x="539877" y="41148"/>
                </a:lnTo>
                <a:lnTo>
                  <a:pt x="535305" y="38100"/>
                </a:lnTo>
                <a:lnTo>
                  <a:pt x="532257" y="35052"/>
                </a:lnTo>
                <a:lnTo>
                  <a:pt x="527685" y="32004"/>
                </a:lnTo>
                <a:lnTo>
                  <a:pt x="526161" y="31496"/>
                </a:lnTo>
                <a:lnTo>
                  <a:pt x="526161" y="60960"/>
                </a:lnTo>
                <a:lnTo>
                  <a:pt x="526161" y="62484"/>
                </a:lnTo>
                <a:lnTo>
                  <a:pt x="489585" y="62484"/>
                </a:lnTo>
                <a:lnTo>
                  <a:pt x="489585" y="60960"/>
                </a:lnTo>
                <a:lnTo>
                  <a:pt x="495681" y="48768"/>
                </a:lnTo>
                <a:lnTo>
                  <a:pt x="498729" y="47244"/>
                </a:lnTo>
                <a:lnTo>
                  <a:pt x="500253" y="45720"/>
                </a:lnTo>
                <a:lnTo>
                  <a:pt x="504825" y="44196"/>
                </a:lnTo>
                <a:lnTo>
                  <a:pt x="512445" y="44196"/>
                </a:lnTo>
                <a:lnTo>
                  <a:pt x="518541" y="47244"/>
                </a:lnTo>
                <a:lnTo>
                  <a:pt x="523113" y="51816"/>
                </a:lnTo>
                <a:lnTo>
                  <a:pt x="524637" y="54864"/>
                </a:lnTo>
                <a:lnTo>
                  <a:pt x="524637" y="57912"/>
                </a:lnTo>
                <a:lnTo>
                  <a:pt x="526161" y="60960"/>
                </a:lnTo>
                <a:lnTo>
                  <a:pt x="526161" y="31496"/>
                </a:lnTo>
                <a:lnTo>
                  <a:pt x="513969" y="27432"/>
                </a:lnTo>
                <a:lnTo>
                  <a:pt x="500253" y="27432"/>
                </a:lnTo>
                <a:lnTo>
                  <a:pt x="492633" y="28956"/>
                </a:lnTo>
                <a:lnTo>
                  <a:pt x="486537" y="33528"/>
                </a:lnTo>
                <a:lnTo>
                  <a:pt x="480441" y="36576"/>
                </a:lnTo>
                <a:lnTo>
                  <a:pt x="475869" y="41148"/>
                </a:lnTo>
                <a:lnTo>
                  <a:pt x="472821" y="48768"/>
                </a:lnTo>
                <a:lnTo>
                  <a:pt x="469773" y="54864"/>
                </a:lnTo>
                <a:lnTo>
                  <a:pt x="468249" y="62484"/>
                </a:lnTo>
                <a:lnTo>
                  <a:pt x="468249" y="79248"/>
                </a:lnTo>
                <a:lnTo>
                  <a:pt x="492633" y="112864"/>
                </a:lnTo>
                <a:lnTo>
                  <a:pt x="500253" y="114388"/>
                </a:lnTo>
                <a:lnTo>
                  <a:pt x="515493" y="114388"/>
                </a:lnTo>
                <a:lnTo>
                  <a:pt x="521589" y="112864"/>
                </a:lnTo>
                <a:lnTo>
                  <a:pt x="526161" y="111340"/>
                </a:lnTo>
                <a:lnTo>
                  <a:pt x="532257" y="109816"/>
                </a:lnTo>
                <a:lnTo>
                  <a:pt x="535305" y="106768"/>
                </a:lnTo>
                <a:lnTo>
                  <a:pt x="539877" y="103720"/>
                </a:lnTo>
                <a:lnTo>
                  <a:pt x="542925" y="100672"/>
                </a:lnTo>
                <a:lnTo>
                  <a:pt x="543941" y="97624"/>
                </a:lnTo>
                <a:lnTo>
                  <a:pt x="545973" y="91528"/>
                </a:lnTo>
                <a:lnTo>
                  <a:pt x="526161" y="86956"/>
                </a:lnTo>
                <a:lnTo>
                  <a:pt x="524637" y="90004"/>
                </a:lnTo>
                <a:lnTo>
                  <a:pt x="518541" y="96100"/>
                </a:lnTo>
                <a:lnTo>
                  <a:pt x="517017" y="96100"/>
                </a:lnTo>
                <a:lnTo>
                  <a:pt x="513969" y="97624"/>
                </a:lnTo>
                <a:lnTo>
                  <a:pt x="506349" y="97624"/>
                </a:lnTo>
                <a:lnTo>
                  <a:pt x="501777" y="96100"/>
                </a:lnTo>
                <a:lnTo>
                  <a:pt x="495681" y="93052"/>
                </a:lnTo>
                <a:lnTo>
                  <a:pt x="492633" y="86956"/>
                </a:lnTo>
                <a:lnTo>
                  <a:pt x="491109" y="83820"/>
                </a:lnTo>
                <a:lnTo>
                  <a:pt x="489585" y="79248"/>
                </a:lnTo>
                <a:lnTo>
                  <a:pt x="489585" y="76200"/>
                </a:lnTo>
                <a:lnTo>
                  <a:pt x="547497" y="76200"/>
                </a:lnTo>
                <a:lnTo>
                  <a:pt x="547497" y="65532"/>
                </a:lnTo>
                <a:lnTo>
                  <a:pt x="547497" y="62484"/>
                </a:lnTo>
                <a:close/>
              </a:path>
              <a:path w="613410" h="114935">
                <a:moveTo>
                  <a:pt x="613130" y="27432"/>
                </a:moveTo>
                <a:lnTo>
                  <a:pt x="600938" y="27432"/>
                </a:lnTo>
                <a:lnTo>
                  <a:pt x="597890" y="28956"/>
                </a:lnTo>
                <a:lnTo>
                  <a:pt x="593318" y="32004"/>
                </a:lnTo>
                <a:lnTo>
                  <a:pt x="590270" y="33528"/>
                </a:lnTo>
                <a:lnTo>
                  <a:pt x="587222" y="38100"/>
                </a:lnTo>
                <a:lnTo>
                  <a:pt x="585698" y="42672"/>
                </a:lnTo>
                <a:lnTo>
                  <a:pt x="585698" y="28956"/>
                </a:lnTo>
                <a:lnTo>
                  <a:pt x="562749" y="28956"/>
                </a:lnTo>
                <a:lnTo>
                  <a:pt x="562749" y="112864"/>
                </a:lnTo>
                <a:lnTo>
                  <a:pt x="585698" y="112864"/>
                </a:lnTo>
                <a:lnTo>
                  <a:pt x="585698" y="60960"/>
                </a:lnTo>
                <a:lnTo>
                  <a:pt x="588746" y="54864"/>
                </a:lnTo>
                <a:lnTo>
                  <a:pt x="590270" y="53340"/>
                </a:lnTo>
                <a:lnTo>
                  <a:pt x="591794" y="50292"/>
                </a:lnTo>
                <a:lnTo>
                  <a:pt x="597890" y="47244"/>
                </a:lnTo>
                <a:lnTo>
                  <a:pt x="613130" y="47244"/>
                </a:lnTo>
                <a:lnTo>
                  <a:pt x="613130" y="42672"/>
                </a:lnTo>
                <a:lnTo>
                  <a:pt x="613130" y="27432"/>
                </a:lnTo>
                <a:close/>
              </a:path>
            </a:pathLst>
          </a:custGeom>
          <a:solidFill>
            <a:srgbClr val="46546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9" name="object 59" descr=""/>
          <p:cNvGrpSpPr/>
          <p:nvPr/>
        </p:nvGrpSpPr>
        <p:grpSpPr>
          <a:xfrm>
            <a:off x="6493478" y="2191480"/>
            <a:ext cx="369570" cy="114935"/>
            <a:chOff x="6493478" y="2191480"/>
            <a:chExt cx="369570" cy="114935"/>
          </a:xfrm>
        </p:grpSpPr>
        <p:pic>
          <p:nvPicPr>
            <p:cNvPr id="60" name="object 60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493478" y="2191480"/>
              <a:ext cx="306514" cy="114903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6835139" y="2219420"/>
              <a:ext cx="27940" cy="86995"/>
            </a:xfrm>
            <a:custGeom>
              <a:avLst/>
              <a:gdLst/>
              <a:ahLst/>
              <a:cxnLst/>
              <a:rect l="l" t="t" r="r" b="b"/>
              <a:pathLst>
                <a:path w="27940" h="86994">
                  <a:moveTo>
                    <a:pt x="16764" y="25908"/>
                  </a:moveTo>
                  <a:lnTo>
                    <a:pt x="9144" y="25908"/>
                  </a:lnTo>
                  <a:lnTo>
                    <a:pt x="3048" y="22860"/>
                  </a:lnTo>
                  <a:lnTo>
                    <a:pt x="0" y="16764"/>
                  </a:lnTo>
                  <a:lnTo>
                    <a:pt x="0" y="9144"/>
                  </a:lnTo>
                  <a:lnTo>
                    <a:pt x="1524" y="7620"/>
                  </a:lnTo>
                  <a:lnTo>
                    <a:pt x="3048" y="4572"/>
                  </a:lnTo>
                  <a:lnTo>
                    <a:pt x="6096" y="1524"/>
                  </a:lnTo>
                  <a:lnTo>
                    <a:pt x="9144" y="0"/>
                  </a:lnTo>
                  <a:lnTo>
                    <a:pt x="16764" y="0"/>
                  </a:lnTo>
                  <a:lnTo>
                    <a:pt x="19812" y="1524"/>
                  </a:lnTo>
                  <a:lnTo>
                    <a:pt x="22860" y="4572"/>
                  </a:lnTo>
                  <a:lnTo>
                    <a:pt x="25908" y="6096"/>
                  </a:lnTo>
                  <a:lnTo>
                    <a:pt x="27432" y="9144"/>
                  </a:lnTo>
                  <a:lnTo>
                    <a:pt x="27432" y="16764"/>
                  </a:lnTo>
                  <a:lnTo>
                    <a:pt x="25908" y="19812"/>
                  </a:lnTo>
                  <a:lnTo>
                    <a:pt x="22860" y="22860"/>
                  </a:lnTo>
                  <a:lnTo>
                    <a:pt x="16764" y="25908"/>
                  </a:lnTo>
                  <a:close/>
                </a:path>
                <a:path w="27940" h="86994">
                  <a:moveTo>
                    <a:pt x="16764" y="86963"/>
                  </a:moveTo>
                  <a:lnTo>
                    <a:pt x="9144" y="86963"/>
                  </a:lnTo>
                  <a:lnTo>
                    <a:pt x="3048" y="83915"/>
                  </a:lnTo>
                  <a:lnTo>
                    <a:pt x="0" y="77819"/>
                  </a:lnTo>
                  <a:lnTo>
                    <a:pt x="0" y="71723"/>
                  </a:lnTo>
                  <a:lnTo>
                    <a:pt x="3048" y="65627"/>
                  </a:lnTo>
                  <a:lnTo>
                    <a:pt x="9144" y="62579"/>
                  </a:lnTo>
                  <a:lnTo>
                    <a:pt x="16764" y="62579"/>
                  </a:lnTo>
                  <a:lnTo>
                    <a:pt x="22860" y="65627"/>
                  </a:lnTo>
                  <a:lnTo>
                    <a:pt x="25908" y="68675"/>
                  </a:lnTo>
                  <a:lnTo>
                    <a:pt x="27432" y="71723"/>
                  </a:lnTo>
                  <a:lnTo>
                    <a:pt x="27432" y="77819"/>
                  </a:lnTo>
                  <a:lnTo>
                    <a:pt x="25908" y="80867"/>
                  </a:lnTo>
                  <a:lnTo>
                    <a:pt x="22860" y="83915"/>
                  </a:lnTo>
                  <a:lnTo>
                    <a:pt x="16764" y="86963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2" name="object 62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7027259" y="2173604"/>
            <a:ext cx="1830133" cy="152590"/>
          </a:xfrm>
          <a:prstGeom prst="rect">
            <a:avLst/>
          </a:prstGeom>
        </p:spPr>
      </p:pic>
      <p:pic>
        <p:nvPicPr>
          <p:cNvPr id="63" name="object 63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8962549" y="2176652"/>
            <a:ext cx="196786" cy="154114"/>
          </a:xfrm>
          <a:prstGeom prst="rect">
            <a:avLst/>
          </a:prstGeom>
        </p:spPr>
      </p:pic>
      <p:pic>
        <p:nvPicPr>
          <p:cNvPr id="64" name="object 64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9223343" y="2175129"/>
            <a:ext cx="980693" cy="152590"/>
          </a:xfrm>
          <a:prstGeom prst="rect">
            <a:avLst/>
          </a:prstGeom>
        </p:spPr>
      </p:pic>
      <p:pic>
        <p:nvPicPr>
          <p:cNvPr id="65" name="object 65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827013" y="2432970"/>
            <a:ext cx="205930" cy="146494"/>
          </a:xfrm>
          <a:prstGeom prst="rect">
            <a:avLst/>
          </a:prstGeom>
        </p:spPr>
      </p:pic>
      <p:sp>
        <p:nvSpPr>
          <p:cNvPr id="66" name="object 66" descr=""/>
          <p:cNvSpPr/>
          <p:nvPr/>
        </p:nvSpPr>
        <p:spPr>
          <a:xfrm>
            <a:off x="6142672" y="2532126"/>
            <a:ext cx="38735" cy="40005"/>
          </a:xfrm>
          <a:custGeom>
            <a:avLst/>
            <a:gdLst/>
            <a:ahLst/>
            <a:cxnLst/>
            <a:rect l="l" t="t" r="r" b="b"/>
            <a:pathLst>
              <a:path w="38735" h="40005">
                <a:moveTo>
                  <a:pt x="24479" y="39719"/>
                </a:moveTo>
                <a:lnTo>
                  <a:pt x="13811" y="39719"/>
                </a:lnTo>
                <a:lnTo>
                  <a:pt x="9239" y="36671"/>
                </a:lnTo>
                <a:lnTo>
                  <a:pt x="6096" y="33623"/>
                </a:lnTo>
                <a:lnTo>
                  <a:pt x="1524" y="30575"/>
                </a:lnTo>
                <a:lnTo>
                  <a:pt x="0" y="26003"/>
                </a:lnTo>
                <a:lnTo>
                  <a:pt x="0" y="13716"/>
                </a:lnTo>
                <a:lnTo>
                  <a:pt x="3048" y="9144"/>
                </a:lnTo>
                <a:lnTo>
                  <a:pt x="6096" y="6096"/>
                </a:lnTo>
                <a:lnTo>
                  <a:pt x="10763" y="3048"/>
                </a:lnTo>
                <a:lnTo>
                  <a:pt x="15335" y="0"/>
                </a:lnTo>
                <a:lnTo>
                  <a:pt x="24479" y="0"/>
                </a:lnTo>
                <a:lnTo>
                  <a:pt x="29051" y="3048"/>
                </a:lnTo>
                <a:lnTo>
                  <a:pt x="36671" y="10668"/>
                </a:lnTo>
                <a:lnTo>
                  <a:pt x="37179" y="12192"/>
                </a:lnTo>
                <a:lnTo>
                  <a:pt x="15335" y="12192"/>
                </a:lnTo>
                <a:lnTo>
                  <a:pt x="12287" y="15240"/>
                </a:lnTo>
                <a:lnTo>
                  <a:pt x="10763" y="18288"/>
                </a:lnTo>
                <a:lnTo>
                  <a:pt x="10763" y="22860"/>
                </a:lnTo>
                <a:lnTo>
                  <a:pt x="12287" y="24384"/>
                </a:lnTo>
                <a:lnTo>
                  <a:pt x="13811" y="26003"/>
                </a:lnTo>
                <a:lnTo>
                  <a:pt x="15335" y="27527"/>
                </a:lnTo>
                <a:lnTo>
                  <a:pt x="37687" y="27527"/>
                </a:lnTo>
                <a:lnTo>
                  <a:pt x="36671" y="30575"/>
                </a:lnTo>
                <a:lnTo>
                  <a:pt x="32099" y="33623"/>
                </a:lnTo>
                <a:lnTo>
                  <a:pt x="29051" y="36671"/>
                </a:lnTo>
                <a:lnTo>
                  <a:pt x="24479" y="39719"/>
                </a:lnTo>
                <a:close/>
              </a:path>
              <a:path w="38735" h="40005">
                <a:moveTo>
                  <a:pt x="37687" y="27527"/>
                </a:moveTo>
                <a:lnTo>
                  <a:pt x="22955" y="27527"/>
                </a:lnTo>
                <a:lnTo>
                  <a:pt x="24479" y="26003"/>
                </a:lnTo>
                <a:lnTo>
                  <a:pt x="26003" y="24384"/>
                </a:lnTo>
                <a:lnTo>
                  <a:pt x="27527" y="22860"/>
                </a:lnTo>
                <a:lnTo>
                  <a:pt x="27527" y="15240"/>
                </a:lnTo>
                <a:lnTo>
                  <a:pt x="24479" y="13716"/>
                </a:lnTo>
                <a:lnTo>
                  <a:pt x="22955" y="12192"/>
                </a:lnTo>
                <a:lnTo>
                  <a:pt x="37179" y="12192"/>
                </a:lnTo>
                <a:lnTo>
                  <a:pt x="38195" y="15240"/>
                </a:lnTo>
                <a:lnTo>
                  <a:pt x="38195" y="26003"/>
                </a:lnTo>
                <a:lnTo>
                  <a:pt x="37687" y="27527"/>
                </a:lnTo>
                <a:close/>
              </a:path>
            </a:pathLst>
          </a:custGeom>
          <a:solidFill>
            <a:srgbClr val="46546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5674519" y="272586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32003" y="50387"/>
                </a:moveTo>
                <a:lnTo>
                  <a:pt x="18287" y="50387"/>
                </a:lnTo>
                <a:lnTo>
                  <a:pt x="9143" y="45815"/>
                </a:lnTo>
                <a:lnTo>
                  <a:pt x="7619" y="42767"/>
                </a:lnTo>
                <a:lnTo>
                  <a:pt x="4571" y="41243"/>
                </a:lnTo>
                <a:lnTo>
                  <a:pt x="0" y="32099"/>
                </a:lnTo>
                <a:lnTo>
                  <a:pt x="0" y="18383"/>
                </a:lnTo>
                <a:lnTo>
                  <a:pt x="4571" y="9144"/>
                </a:lnTo>
                <a:lnTo>
                  <a:pt x="7619" y="7620"/>
                </a:lnTo>
                <a:lnTo>
                  <a:pt x="9143" y="4572"/>
                </a:lnTo>
                <a:lnTo>
                  <a:pt x="18287" y="0"/>
                </a:lnTo>
                <a:lnTo>
                  <a:pt x="32003" y="0"/>
                </a:lnTo>
                <a:lnTo>
                  <a:pt x="41147" y="4572"/>
                </a:lnTo>
                <a:lnTo>
                  <a:pt x="45719" y="9144"/>
                </a:lnTo>
                <a:lnTo>
                  <a:pt x="50291" y="18383"/>
                </a:lnTo>
                <a:lnTo>
                  <a:pt x="50291" y="24479"/>
                </a:lnTo>
                <a:lnTo>
                  <a:pt x="50291" y="32099"/>
                </a:lnTo>
                <a:lnTo>
                  <a:pt x="45719" y="41243"/>
                </a:lnTo>
                <a:lnTo>
                  <a:pt x="41147" y="45815"/>
                </a:lnTo>
                <a:lnTo>
                  <a:pt x="32003" y="50387"/>
                </a:lnTo>
                <a:close/>
              </a:path>
            </a:pathLst>
          </a:custGeom>
          <a:solidFill>
            <a:srgbClr val="46546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8" name="object 68" descr=""/>
          <p:cNvGrpSpPr/>
          <p:nvPr/>
        </p:nvGrpSpPr>
        <p:grpSpPr>
          <a:xfrm>
            <a:off x="5834633" y="2664904"/>
            <a:ext cx="657860" cy="149860"/>
            <a:chOff x="5834633" y="2664904"/>
            <a:chExt cx="657860" cy="149860"/>
          </a:xfrm>
        </p:grpSpPr>
        <p:pic>
          <p:nvPicPr>
            <p:cNvPr id="69" name="object 69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834633" y="2675572"/>
              <a:ext cx="257746" cy="118967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132004" y="2664904"/>
              <a:ext cx="305085" cy="149447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6464522" y="2709100"/>
              <a:ext cx="27940" cy="86995"/>
            </a:xfrm>
            <a:custGeom>
              <a:avLst/>
              <a:gdLst/>
              <a:ahLst/>
              <a:cxnLst/>
              <a:rect l="l" t="t" r="r" b="b"/>
              <a:pathLst>
                <a:path w="27939" h="86994">
                  <a:moveTo>
                    <a:pt x="18288" y="25908"/>
                  </a:moveTo>
                  <a:lnTo>
                    <a:pt x="9144" y="25908"/>
                  </a:lnTo>
                  <a:lnTo>
                    <a:pt x="6096" y="24384"/>
                  </a:lnTo>
                  <a:lnTo>
                    <a:pt x="4572" y="21336"/>
                  </a:lnTo>
                  <a:lnTo>
                    <a:pt x="1524" y="19812"/>
                  </a:lnTo>
                  <a:lnTo>
                    <a:pt x="0" y="16764"/>
                  </a:lnTo>
                  <a:lnTo>
                    <a:pt x="0" y="9144"/>
                  </a:lnTo>
                  <a:lnTo>
                    <a:pt x="1524" y="6096"/>
                  </a:lnTo>
                  <a:lnTo>
                    <a:pt x="4572" y="4572"/>
                  </a:lnTo>
                  <a:lnTo>
                    <a:pt x="6096" y="1524"/>
                  </a:lnTo>
                  <a:lnTo>
                    <a:pt x="9144" y="0"/>
                  </a:lnTo>
                  <a:lnTo>
                    <a:pt x="16764" y="0"/>
                  </a:lnTo>
                  <a:lnTo>
                    <a:pt x="21336" y="1524"/>
                  </a:lnTo>
                  <a:lnTo>
                    <a:pt x="22860" y="4572"/>
                  </a:lnTo>
                  <a:lnTo>
                    <a:pt x="25908" y="6096"/>
                  </a:lnTo>
                  <a:lnTo>
                    <a:pt x="27432" y="9144"/>
                  </a:lnTo>
                  <a:lnTo>
                    <a:pt x="27432" y="16764"/>
                  </a:lnTo>
                  <a:lnTo>
                    <a:pt x="25908" y="19812"/>
                  </a:lnTo>
                  <a:lnTo>
                    <a:pt x="22860" y="21336"/>
                  </a:lnTo>
                  <a:lnTo>
                    <a:pt x="21336" y="24384"/>
                  </a:lnTo>
                  <a:lnTo>
                    <a:pt x="18288" y="25908"/>
                  </a:lnTo>
                  <a:close/>
                </a:path>
                <a:path w="27939" h="86994">
                  <a:moveTo>
                    <a:pt x="16764" y="86963"/>
                  </a:moveTo>
                  <a:lnTo>
                    <a:pt x="9144" y="86963"/>
                  </a:lnTo>
                  <a:lnTo>
                    <a:pt x="6096" y="85439"/>
                  </a:lnTo>
                  <a:lnTo>
                    <a:pt x="1524" y="80867"/>
                  </a:lnTo>
                  <a:lnTo>
                    <a:pt x="0" y="77819"/>
                  </a:lnTo>
                  <a:lnTo>
                    <a:pt x="0" y="70199"/>
                  </a:lnTo>
                  <a:lnTo>
                    <a:pt x="1524" y="67151"/>
                  </a:lnTo>
                  <a:lnTo>
                    <a:pt x="4572" y="65627"/>
                  </a:lnTo>
                  <a:lnTo>
                    <a:pt x="6096" y="62579"/>
                  </a:lnTo>
                  <a:lnTo>
                    <a:pt x="9144" y="61055"/>
                  </a:lnTo>
                  <a:lnTo>
                    <a:pt x="16764" y="61055"/>
                  </a:lnTo>
                  <a:lnTo>
                    <a:pt x="21336" y="62579"/>
                  </a:lnTo>
                  <a:lnTo>
                    <a:pt x="22860" y="65627"/>
                  </a:lnTo>
                  <a:lnTo>
                    <a:pt x="25908" y="67151"/>
                  </a:lnTo>
                  <a:lnTo>
                    <a:pt x="27432" y="70199"/>
                  </a:lnTo>
                  <a:lnTo>
                    <a:pt x="27432" y="77819"/>
                  </a:lnTo>
                  <a:lnTo>
                    <a:pt x="25908" y="80867"/>
                  </a:lnTo>
                  <a:lnTo>
                    <a:pt x="21336" y="85439"/>
                  </a:lnTo>
                  <a:lnTo>
                    <a:pt x="16764" y="86963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2" name="object 72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638352" y="2663380"/>
            <a:ext cx="972979" cy="152495"/>
          </a:xfrm>
          <a:prstGeom prst="rect">
            <a:avLst/>
          </a:prstGeom>
        </p:spPr>
      </p:pic>
      <p:pic>
        <p:nvPicPr>
          <p:cNvPr id="73" name="object 73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7721155" y="2663380"/>
            <a:ext cx="1769078" cy="150971"/>
          </a:xfrm>
          <a:prstGeom prst="rect">
            <a:avLst/>
          </a:prstGeom>
        </p:spPr>
      </p:pic>
      <p:sp>
        <p:nvSpPr>
          <p:cNvPr id="74" name="object 74" descr=""/>
          <p:cNvSpPr/>
          <p:nvPr/>
        </p:nvSpPr>
        <p:spPr>
          <a:xfrm>
            <a:off x="387095" y="6123432"/>
            <a:ext cx="9939655" cy="9525"/>
          </a:xfrm>
          <a:custGeom>
            <a:avLst/>
            <a:gdLst/>
            <a:ahLst/>
            <a:cxnLst/>
            <a:rect l="l" t="t" r="r" b="b"/>
            <a:pathLst>
              <a:path w="9939655" h="9525">
                <a:moveTo>
                  <a:pt x="9939528" y="9144"/>
                </a:moveTo>
                <a:lnTo>
                  <a:pt x="0" y="9144"/>
                </a:lnTo>
                <a:lnTo>
                  <a:pt x="0" y="0"/>
                </a:lnTo>
                <a:lnTo>
                  <a:pt x="9939528" y="0"/>
                </a:lnTo>
                <a:lnTo>
                  <a:pt x="9939528" y="9144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5" name="object 75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85572" y="6243827"/>
            <a:ext cx="440721" cy="109823"/>
          </a:xfrm>
          <a:prstGeom prst="rect">
            <a:avLst/>
          </a:prstGeom>
        </p:spPr>
      </p:pic>
      <p:grpSp>
        <p:nvGrpSpPr>
          <p:cNvPr id="76" name="object 76" descr=""/>
          <p:cNvGrpSpPr/>
          <p:nvPr/>
        </p:nvGrpSpPr>
        <p:grpSpPr>
          <a:xfrm>
            <a:off x="9920286" y="6251447"/>
            <a:ext cx="256540" cy="102235"/>
            <a:chOff x="9920286" y="6251447"/>
            <a:chExt cx="256540" cy="102235"/>
          </a:xfrm>
        </p:grpSpPr>
        <p:pic>
          <p:nvPicPr>
            <p:cNvPr id="77" name="object 77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920286" y="6251447"/>
              <a:ext cx="215074" cy="102203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10162793" y="6277355"/>
              <a:ext cx="13970" cy="62865"/>
            </a:xfrm>
            <a:custGeom>
              <a:avLst/>
              <a:gdLst/>
              <a:ahLst/>
              <a:cxnLst/>
              <a:rect l="l" t="t" r="r" b="b"/>
              <a:pathLst>
                <a:path w="13970" h="62864">
                  <a:moveTo>
                    <a:pt x="13716" y="10763"/>
                  </a:moveTo>
                  <a:lnTo>
                    <a:pt x="0" y="10763"/>
                  </a:lnTo>
                  <a:lnTo>
                    <a:pt x="0" y="3143"/>
                  </a:lnTo>
                  <a:lnTo>
                    <a:pt x="1524" y="1619"/>
                  </a:lnTo>
                  <a:lnTo>
                    <a:pt x="3048" y="0"/>
                  </a:lnTo>
                  <a:lnTo>
                    <a:pt x="10668" y="0"/>
                  </a:lnTo>
                  <a:lnTo>
                    <a:pt x="12192" y="1619"/>
                  </a:lnTo>
                  <a:lnTo>
                    <a:pt x="12192" y="3143"/>
                  </a:lnTo>
                  <a:lnTo>
                    <a:pt x="13716" y="4667"/>
                  </a:lnTo>
                  <a:lnTo>
                    <a:pt x="13716" y="10763"/>
                  </a:lnTo>
                  <a:close/>
                </a:path>
                <a:path w="13970" h="62864">
                  <a:moveTo>
                    <a:pt x="9144" y="13811"/>
                  </a:moveTo>
                  <a:lnTo>
                    <a:pt x="4572" y="13811"/>
                  </a:lnTo>
                  <a:lnTo>
                    <a:pt x="1524" y="10763"/>
                  </a:lnTo>
                  <a:lnTo>
                    <a:pt x="12192" y="10763"/>
                  </a:lnTo>
                  <a:lnTo>
                    <a:pt x="9144" y="13811"/>
                  </a:lnTo>
                  <a:close/>
                </a:path>
                <a:path w="13970" h="62864">
                  <a:moveTo>
                    <a:pt x="10668" y="62579"/>
                  </a:moveTo>
                  <a:lnTo>
                    <a:pt x="3048" y="62579"/>
                  </a:lnTo>
                  <a:lnTo>
                    <a:pt x="0" y="59531"/>
                  </a:lnTo>
                  <a:lnTo>
                    <a:pt x="0" y="51911"/>
                  </a:lnTo>
                  <a:lnTo>
                    <a:pt x="3048" y="48863"/>
                  </a:lnTo>
                  <a:lnTo>
                    <a:pt x="10668" y="48863"/>
                  </a:lnTo>
                  <a:lnTo>
                    <a:pt x="12192" y="50387"/>
                  </a:lnTo>
                  <a:lnTo>
                    <a:pt x="12192" y="51911"/>
                  </a:lnTo>
                  <a:lnTo>
                    <a:pt x="13716" y="53435"/>
                  </a:lnTo>
                  <a:lnTo>
                    <a:pt x="13716" y="59531"/>
                  </a:lnTo>
                  <a:lnTo>
                    <a:pt x="10668" y="62579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 descr=""/>
          <p:cNvSpPr/>
          <p:nvPr/>
        </p:nvSpPr>
        <p:spPr>
          <a:xfrm>
            <a:off x="10261948" y="6256020"/>
            <a:ext cx="52069" cy="82550"/>
          </a:xfrm>
          <a:custGeom>
            <a:avLst/>
            <a:gdLst/>
            <a:ahLst/>
            <a:cxnLst/>
            <a:rect l="l" t="t" r="r" b="b"/>
            <a:pathLst>
              <a:path w="52070" h="82550">
                <a:moveTo>
                  <a:pt x="9144" y="24479"/>
                </a:moveTo>
                <a:lnTo>
                  <a:pt x="0" y="24479"/>
                </a:lnTo>
                <a:lnTo>
                  <a:pt x="0" y="19812"/>
                </a:lnTo>
                <a:lnTo>
                  <a:pt x="1524" y="15240"/>
                </a:lnTo>
                <a:lnTo>
                  <a:pt x="3048" y="12192"/>
                </a:lnTo>
                <a:lnTo>
                  <a:pt x="4572" y="7620"/>
                </a:lnTo>
                <a:lnTo>
                  <a:pt x="7620" y="6096"/>
                </a:lnTo>
                <a:lnTo>
                  <a:pt x="12192" y="3048"/>
                </a:lnTo>
                <a:lnTo>
                  <a:pt x="15240" y="1524"/>
                </a:lnTo>
                <a:lnTo>
                  <a:pt x="19812" y="0"/>
                </a:lnTo>
                <a:lnTo>
                  <a:pt x="30480" y="0"/>
                </a:lnTo>
                <a:lnTo>
                  <a:pt x="33528" y="1524"/>
                </a:lnTo>
                <a:lnTo>
                  <a:pt x="38100" y="3048"/>
                </a:lnTo>
                <a:lnTo>
                  <a:pt x="41148" y="6096"/>
                </a:lnTo>
                <a:lnTo>
                  <a:pt x="44196" y="7620"/>
                </a:lnTo>
                <a:lnTo>
                  <a:pt x="45212" y="9144"/>
                </a:lnTo>
                <a:lnTo>
                  <a:pt x="21336" y="9144"/>
                </a:lnTo>
                <a:lnTo>
                  <a:pt x="18288" y="10668"/>
                </a:lnTo>
                <a:lnTo>
                  <a:pt x="16764" y="10668"/>
                </a:lnTo>
                <a:lnTo>
                  <a:pt x="13716" y="12192"/>
                </a:lnTo>
                <a:lnTo>
                  <a:pt x="12192" y="13716"/>
                </a:lnTo>
                <a:lnTo>
                  <a:pt x="10668" y="16764"/>
                </a:lnTo>
                <a:lnTo>
                  <a:pt x="10668" y="18288"/>
                </a:lnTo>
                <a:lnTo>
                  <a:pt x="9144" y="21336"/>
                </a:lnTo>
                <a:lnTo>
                  <a:pt x="9144" y="24479"/>
                </a:lnTo>
                <a:close/>
              </a:path>
              <a:path w="52070" h="82550">
                <a:moveTo>
                  <a:pt x="51816" y="82391"/>
                </a:moveTo>
                <a:lnTo>
                  <a:pt x="0" y="82391"/>
                </a:lnTo>
                <a:lnTo>
                  <a:pt x="0" y="74771"/>
                </a:lnTo>
                <a:lnTo>
                  <a:pt x="25908" y="45815"/>
                </a:lnTo>
                <a:lnTo>
                  <a:pt x="32004" y="39719"/>
                </a:lnTo>
                <a:lnTo>
                  <a:pt x="33528" y="36671"/>
                </a:lnTo>
                <a:lnTo>
                  <a:pt x="36576" y="35147"/>
                </a:lnTo>
                <a:lnTo>
                  <a:pt x="38100" y="32099"/>
                </a:lnTo>
                <a:lnTo>
                  <a:pt x="38100" y="30575"/>
                </a:lnTo>
                <a:lnTo>
                  <a:pt x="39624" y="27527"/>
                </a:lnTo>
                <a:lnTo>
                  <a:pt x="39624" y="18288"/>
                </a:lnTo>
                <a:lnTo>
                  <a:pt x="38100" y="15240"/>
                </a:lnTo>
                <a:lnTo>
                  <a:pt x="35052" y="12192"/>
                </a:lnTo>
                <a:lnTo>
                  <a:pt x="32004" y="10668"/>
                </a:lnTo>
                <a:lnTo>
                  <a:pt x="30480" y="9144"/>
                </a:lnTo>
                <a:lnTo>
                  <a:pt x="45212" y="9144"/>
                </a:lnTo>
                <a:lnTo>
                  <a:pt x="47244" y="12192"/>
                </a:lnTo>
                <a:lnTo>
                  <a:pt x="50292" y="18288"/>
                </a:lnTo>
                <a:lnTo>
                  <a:pt x="50292" y="26003"/>
                </a:lnTo>
                <a:lnTo>
                  <a:pt x="48768" y="29051"/>
                </a:lnTo>
                <a:lnTo>
                  <a:pt x="48768" y="32099"/>
                </a:lnTo>
                <a:lnTo>
                  <a:pt x="45720" y="38195"/>
                </a:lnTo>
                <a:lnTo>
                  <a:pt x="39624" y="44291"/>
                </a:lnTo>
                <a:lnTo>
                  <a:pt x="36576" y="48863"/>
                </a:lnTo>
                <a:lnTo>
                  <a:pt x="32004" y="53435"/>
                </a:lnTo>
                <a:lnTo>
                  <a:pt x="13716" y="73247"/>
                </a:lnTo>
                <a:lnTo>
                  <a:pt x="51816" y="73247"/>
                </a:lnTo>
                <a:lnTo>
                  <a:pt x="51816" y="82391"/>
                </a:lnTo>
                <a:close/>
              </a:path>
            </a:pathLst>
          </a:custGeom>
          <a:solidFill>
            <a:srgbClr val="465469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41108" y="783818"/>
            <a:ext cx="1450975" cy="282575"/>
          </a:xfrm>
          <a:custGeom>
            <a:avLst/>
            <a:gdLst/>
            <a:ahLst/>
            <a:cxnLst/>
            <a:rect l="l" t="t" r="r" b="b"/>
            <a:pathLst>
              <a:path w="1450975" h="282575">
                <a:moveTo>
                  <a:pt x="90017" y="53428"/>
                </a:moveTo>
                <a:lnTo>
                  <a:pt x="67157" y="53428"/>
                </a:lnTo>
                <a:lnTo>
                  <a:pt x="67157" y="3048"/>
                </a:lnTo>
                <a:lnTo>
                  <a:pt x="30480" y="3048"/>
                </a:lnTo>
                <a:lnTo>
                  <a:pt x="30480" y="53428"/>
                </a:lnTo>
                <a:lnTo>
                  <a:pt x="1524" y="53428"/>
                </a:lnTo>
                <a:lnTo>
                  <a:pt x="1524" y="88480"/>
                </a:lnTo>
                <a:lnTo>
                  <a:pt x="30480" y="88480"/>
                </a:lnTo>
                <a:lnTo>
                  <a:pt x="30480" y="137350"/>
                </a:lnTo>
                <a:lnTo>
                  <a:pt x="0" y="143446"/>
                </a:lnTo>
                <a:lnTo>
                  <a:pt x="63" y="144399"/>
                </a:lnTo>
                <a:lnTo>
                  <a:pt x="3048" y="186118"/>
                </a:lnTo>
                <a:lnTo>
                  <a:pt x="30480" y="178498"/>
                </a:lnTo>
                <a:lnTo>
                  <a:pt x="30480" y="238023"/>
                </a:lnTo>
                <a:lnTo>
                  <a:pt x="27432" y="242595"/>
                </a:lnTo>
                <a:lnTo>
                  <a:pt x="1524" y="242595"/>
                </a:lnTo>
                <a:lnTo>
                  <a:pt x="3594" y="252907"/>
                </a:lnTo>
                <a:lnTo>
                  <a:pt x="5143" y="262026"/>
                </a:lnTo>
                <a:lnTo>
                  <a:pt x="6553" y="271551"/>
                </a:lnTo>
                <a:lnTo>
                  <a:pt x="7620" y="279171"/>
                </a:lnTo>
                <a:lnTo>
                  <a:pt x="25095" y="278625"/>
                </a:lnTo>
                <a:lnTo>
                  <a:pt x="38862" y="277075"/>
                </a:lnTo>
                <a:lnTo>
                  <a:pt x="49606" y="274586"/>
                </a:lnTo>
                <a:lnTo>
                  <a:pt x="49415" y="274586"/>
                </a:lnTo>
                <a:lnTo>
                  <a:pt x="56388" y="271551"/>
                </a:lnTo>
                <a:lnTo>
                  <a:pt x="60680" y="267246"/>
                </a:lnTo>
                <a:lnTo>
                  <a:pt x="64096" y="261073"/>
                </a:lnTo>
                <a:lnTo>
                  <a:pt x="64147" y="260883"/>
                </a:lnTo>
                <a:lnTo>
                  <a:pt x="66344" y="252907"/>
                </a:lnTo>
                <a:lnTo>
                  <a:pt x="66370" y="252603"/>
                </a:lnTo>
                <a:lnTo>
                  <a:pt x="67030" y="244119"/>
                </a:lnTo>
                <a:lnTo>
                  <a:pt x="67157" y="178498"/>
                </a:lnTo>
                <a:lnTo>
                  <a:pt x="67157" y="167830"/>
                </a:lnTo>
                <a:lnTo>
                  <a:pt x="88493" y="161734"/>
                </a:lnTo>
                <a:lnTo>
                  <a:pt x="86969" y="123634"/>
                </a:lnTo>
                <a:lnTo>
                  <a:pt x="67157" y="129730"/>
                </a:lnTo>
                <a:lnTo>
                  <a:pt x="67157" y="88480"/>
                </a:lnTo>
                <a:lnTo>
                  <a:pt x="90017" y="88480"/>
                </a:lnTo>
                <a:lnTo>
                  <a:pt x="90017" y="53428"/>
                </a:lnTo>
                <a:close/>
              </a:path>
              <a:path w="1450975" h="282575">
                <a:moveTo>
                  <a:pt x="263842" y="7708"/>
                </a:moveTo>
                <a:lnTo>
                  <a:pt x="228790" y="7708"/>
                </a:lnTo>
                <a:lnTo>
                  <a:pt x="228790" y="39712"/>
                </a:lnTo>
                <a:lnTo>
                  <a:pt x="228790" y="54952"/>
                </a:lnTo>
                <a:lnTo>
                  <a:pt x="228790" y="79336"/>
                </a:lnTo>
                <a:lnTo>
                  <a:pt x="228790" y="96100"/>
                </a:lnTo>
                <a:lnTo>
                  <a:pt x="146405" y="96100"/>
                </a:lnTo>
                <a:lnTo>
                  <a:pt x="146405" y="79336"/>
                </a:lnTo>
                <a:lnTo>
                  <a:pt x="228790" y="79336"/>
                </a:lnTo>
                <a:lnTo>
                  <a:pt x="228790" y="54952"/>
                </a:lnTo>
                <a:lnTo>
                  <a:pt x="146405" y="54952"/>
                </a:lnTo>
                <a:lnTo>
                  <a:pt x="146405" y="39712"/>
                </a:lnTo>
                <a:lnTo>
                  <a:pt x="228790" y="39712"/>
                </a:lnTo>
                <a:lnTo>
                  <a:pt x="228790" y="7708"/>
                </a:lnTo>
                <a:lnTo>
                  <a:pt x="109829" y="7708"/>
                </a:lnTo>
                <a:lnTo>
                  <a:pt x="109829" y="126682"/>
                </a:lnTo>
                <a:lnTo>
                  <a:pt x="263842" y="126682"/>
                </a:lnTo>
                <a:lnTo>
                  <a:pt x="263842" y="96100"/>
                </a:lnTo>
                <a:lnTo>
                  <a:pt x="263842" y="79336"/>
                </a:lnTo>
                <a:lnTo>
                  <a:pt x="263842" y="54952"/>
                </a:lnTo>
                <a:lnTo>
                  <a:pt x="263842" y="39712"/>
                </a:lnTo>
                <a:lnTo>
                  <a:pt x="263842" y="7708"/>
                </a:lnTo>
                <a:close/>
              </a:path>
              <a:path w="1450975" h="282575">
                <a:moveTo>
                  <a:pt x="285178" y="241071"/>
                </a:moveTo>
                <a:lnTo>
                  <a:pt x="208978" y="241071"/>
                </a:lnTo>
                <a:lnTo>
                  <a:pt x="208978" y="236499"/>
                </a:lnTo>
                <a:lnTo>
                  <a:pt x="208978" y="221259"/>
                </a:lnTo>
                <a:lnTo>
                  <a:pt x="272986" y="221259"/>
                </a:lnTo>
                <a:lnTo>
                  <a:pt x="272986" y="190690"/>
                </a:lnTo>
                <a:lnTo>
                  <a:pt x="208978" y="190690"/>
                </a:lnTo>
                <a:lnTo>
                  <a:pt x="208978" y="173926"/>
                </a:lnTo>
                <a:lnTo>
                  <a:pt x="283654" y="173926"/>
                </a:lnTo>
                <a:lnTo>
                  <a:pt x="283654" y="140398"/>
                </a:lnTo>
                <a:lnTo>
                  <a:pt x="94589" y="140398"/>
                </a:lnTo>
                <a:lnTo>
                  <a:pt x="94589" y="173926"/>
                </a:lnTo>
                <a:lnTo>
                  <a:pt x="172313" y="173926"/>
                </a:lnTo>
                <a:lnTo>
                  <a:pt x="172313" y="236499"/>
                </a:lnTo>
                <a:lnTo>
                  <a:pt x="166065" y="233070"/>
                </a:lnTo>
                <a:lnTo>
                  <a:pt x="158978" y="227355"/>
                </a:lnTo>
                <a:lnTo>
                  <a:pt x="151307" y="219354"/>
                </a:lnTo>
                <a:lnTo>
                  <a:pt x="143357" y="209067"/>
                </a:lnTo>
                <a:lnTo>
                  <a:pt x="146405" y="193827"/>
                </a:lnTo>
                <a:lnTo>
                  <a:pt x="146405" y="184594"/>
                </a:lnTo>
                <a:lnTo>
                  <a:pt x="112877" y="178498"/>
                </a:lnTo>
                <a:lnTo>
                  <a:pt x="108915" y="202552"/>
                </a:lnTo>
                <a:lnTo>
                  <a:pt x="101828" y="224307"/>
                </a:lnTo>
                <a:lnTo>
                  <a:pt x="91871" y="243738"/>
                </a:lnTo>
                <a:lnTo>
                  <a:pt x="79349" y="260883"/>
                </a:lnTo>
                <a:lnTo>
                  <a:pt x="83896" y="264007"/>
                </a:lnTo>
                <a:lnTo>
                  <a:pt x="109829" y="282219"/>
                </a:lnTo>
                <a:lnTo>
                  <a:pt x="116395" y="273697"/>
                </a:lnTo>
                <a:lnTo>
                  <a:pt x="122402" y="264312"/>
                </a:lnTo>
                <a:lnTo>
                  <a:pt x="127825" y="254368"/>
                </a:lnTo>
                <a:lnTo>
                  <a:pt x="132689" y="244119"/>
                </a:lnTo>
                <a:lnTo>
                  <a:pt x="144068" y="256146"/>
                </a:lnTo>
                <a:lnTo>
                  <a:pt x="189077" y="273075"/>
                </a:lnTo>
                <a:lnTo>
                  <a:pt x="227634" y="274408"/>
                </a:lnTo>
                <a:lnTo>
                  <a:pt x="251320" y="274586"/>
                </a:lnTo>
                <a:lnTo>
                  <a:pt x="277558" y="274586"/>
                </a:lnTo>
                <a:lnTo>
                  <a:pt x="277596" y="274408"/>
                </a:lnTo>
                <a:lnTo>
                  <a:pt x="277685" y="273964"/>
                </a:lnTo>
                <a:lnTo>
                  <a:pt x="277749" y="273697"/>
                </a:lnTo>
                <a:lnTo>
                  <a:pt x="279730" y="264007"/>
                </a:lnTo>
                <a:lnTo>
                  <a:pt x="281368" y="255549"/>
                </a:lnTo>
                <a:lnTo>
                  <a:pt x="283133" y="247599"/>
                </a:lnTo>
                <a:lnTo>
                  <a:pt x="284226" y="244119"/>
                </a:lnTo>
                <a:lnTo>
                  <a:pt x="284340" y="243738"/>
                </a:lnTo>
                <a:lnTo>
                  <a:pt x="285178" y="241071"/>
                </a:lnTo>
                <a:close/>
              </a:path>
              <a:path w="1450975" h="282575">
                <a:moveTo>
                  <a:pt x="390436" y="164782"/>
                </a:moveTo>
                <a:lnTo>
                  <a:pt x="353860" y="146494"/>
                </a:lnTo>
                <a:lnTo>
                  <a:pt x="339813" y="169087"/>
                </a:lnTo>
                <a:lnTo>
                  <a:pt x="325043" y="191122"/>
                </a:lnTo>
                <a:lnTo>
                  <a:pt x="309410" y="212585"/>
                </a:lnTo>
                <a:lnTo>
                  <a:pt x="292798" y="233451"/>
                </a:lnTo>
                <a:lnTo>
                  <a:pt x="301891" y="240055"/>
                </a:lnTo>
                <a:lnTo>
                  <a:pt x="310705" y="246214"/>
                </a:lnTo>
                <a:lnTo>
                  <a:pt x="318947" y="252107"/>
                </a:lnTo>
                <a:lnTo>
                  <a:pt x="326326" y="257835"/>
                </a:lnTo>
                <a:lnTo>
                  <a:pt x="341553" y="238340"/>
                </a:lnTo>
                <a:lnTo>
                  <a:pt x="357276" y="216496"/>
                </a:lnTo>
                <a:lnTo>
                  <a:pt x="373570" y="192011"/>
                </a:lnTo>
                <a:lnTo>
                  <a:pt x="390436" y="164782"/>
                </a:lnTo>
                <a:close/>
              </a:path>
              <a:path w="1450975" h="282575">
                <a:moveTo>
                  <a:pt x="547497" y="15328"/>
                </a:moveTo>
                <a:lnTo>
                  <a:pt x="323278" y="15328"/>
                </a:lnTo>
                <a:lnTo>
                  <a:pt x="323278" y="56476"/>
                </a:lnTo>
                <a:lnTo>
                  <a:pt x="547497" y="56476"/>
                </a:lnTo>
                <a:lnTo>
                  <a:pt x="547497" y="15328"/>
                </a:lnTo>
                <a:close/>
              </a:path>
              <a:path w="1450975" h="282575">
                <a:moveTo>
                  <a:pt x="571881" y="93052"/>
                </a:moveTo>
                <a:lnTo>
                  <a:pt x="297370" y="93052"/>
                </a:lnTo>
                <a:lnTo>
                  <a:pt x="297370" y="134302"/>
                </a:lnTo>
                <a:lnTo>
                  <a:pt x="417868" y="134302"/>
                </a:lnTo>
                <a:lnTo>
                  <a:pt x="417868" y="231927"/>
                </a:lnTo>
                <a:lnTo>
                  <a:pt x="411797" y="236486"/>
                </a:lnTo>
                <a:lnTo>
                  <a:pt x="392150" y="236486"/>
                </a:lnTo>
                <a:lnTo>
                  <a:pt x="383578" y="236308"/>
                </a:lnTo>
                <a:lnTo>
                  <a:pt x="373862" y="235864"/>
                </a:lnTo>
                <a:lnTo>
                  <a:pt x="363004" y="234975"/>
                </a:lnTo>
                <a:lnTo>
                  <a:pt x="365290" y="244436"/>
                </a:lnTo>
                <a:lnTo>
                  <a:pt x="367576" y="254596"/>
                </a:lnTo>
                <a:lnTo>
                  <a:pt x="369862" y="265633"/>
                </a:lnTo>
                <a:lnTo>
                  <a:pt x="372148" y="277647"/>
                </a:lnTo>
                <a:lnTo>
                  <a:pt x="394741" y="277393"/>
                </a:lnTo>
                <a:lnTo>
                  <a:pt x="433108" y="274599"/>
                </a:lnTo>
                <a:lnTo>
                  <a:pt x="452920" y="260883"/>
                </a:lnTo>
                <a:lnTo>
                  <a:pt x="456933" y="255460"/>
                </a:lnTo>
                <a:lnTo>
                  <a:pt x="461810" y="234975"/>
                </a:lnTo>
                <a:lnTo>
                  <a:pt x="461899" y="233451"/>
                </a:lnTo>
                <a:lnTo>
                  <a:pt x="461987" y="231927"/>
                </a:lnTo>
                <a:lnTo>
                  <a:pt x="462153" y="228879"/>
                </a:lnTo>
                <a:lnTo>
                  <a:pt x="462153" y="134302"/>
                </a:lnTo>
                <a:lnTo>
                  <a:pt x="571881" y="134302"/>
                </a:lnTo>
                <a:lnTo>
                  <a:pt x="571881" y="93052"/>
                </a:lnTo>
                <a:close/>
              </a:path>
              <a:path w="1450975" h="282575">
                <a:moveTo>
                  <a:pt x="576453" y="233451"/>
                </a:moveTo>
                <a:lnTo>
                  <a:pt x="560209" y="211112"/>
                </a:lnTo>
                <a:lnTo>
                  <a:pt x="543687" y="189598"/>
                </a:lnTo>
                <a:lnTo>
                  <a:pt x="510921" y="148018"/>
                </a:lnTo>
                <a:lnTo>
                  <a:pt x="478917" y="169354"/>
                </a:lnTo>
                <a:lnTo>
                  <a:pt x="495731" y="192227"/>
                </a:lnTo>
                <a:lnTo>
                  <a:pt x="511683" y="214782"/>
                </a:lnTo>
                <a:lnTo>
                  <a:pt x="526313" y="236486"/>
                </a:lnTo>
                <a:lnTo>
                  <a:pt x="539877" y="257835"/>
                </a:lnTo>
                <a:lnTo>
                  <a:pt x="549884" y="250393"/>
                </a:lnTo>
                <a:lnTo>
                  <a:pt x="559308" y="243928"/>
                </a:lnTo>
                <a:lnTo>
                  <a:pt x="568172" y="238340"/>
                </a:lnTo>
                <a:lnTo>
                  <a:pt x="576453" y="233451"/>
                </a:lnTo>
                <a:close/>
              </a:path>
              <a:path w="1450975" h="282575">
                <a:moveTo>
                  <a:pt x="664933" y="51904"/>
                </a:moveTo>
                <a:lnTo>
                  <a:pt x="656653" y="38455"/>
                </a:lnTo>
                <a:lnTo>
                  <a:pt x="647788" y="25425"/>
                </a:lnTo>
                <a:lnTo>
                  <a:pt x="638365" y="12649"/>
                </a:lnTo>
                <a:lnTo>
                  <a:pt x="628357" y="0"/>
                </a:lnTo>
                <a:lnTo>
                  <a:pt x="593217" y="19900"/>
                </a:lnTo>
                <a:lnTo>
                  <a:pt x="602386" y="32740"/>
                </a:lnTo>
                <a:lnTo>
                  <a:pt x="611403" y="45999"/>
                </a:lnTo>
                <a:lnTo>
                  <a:pt x="620102" y="59550"/>
                </a:lnTo>
                <a:lnTo>
                  <a:pt x="628357" y="73240"/>
                </a:lnTo>
                <a:lnTo>
                  <a:pt x="664933" y="51904"/>
                </a:lnTo>
                <a:close/>
              </a:path>
              <a:path w="1450975" h="282575">
                <a:moveTo>
                  <a:pt x="671029" y="234975"/>
                </a:moveTo>
                <a:lnTo>
                  <a:pt x="667981" y="190690"/>
                </a:lnTo>
                <a:lnTo>
                  <a:pt x="646645" y="207543"/>
                </a:lnTo>
                <a:lnTo>
                  <a:pt x="646645" y="94576"/>
                </a:lnTo>
                <a:lnTo>
                  <a:pt x="585597" y="94576"/>
                </a:lnTo>
                <a:lnTo>
                  <a:pt x="585597" y="131254"/>
                </a:lnTo>
                <a:lnTo>
                  <a:pt x="608545" y="131254"/>
                </a:lnTo>
                <a:lnTo>
                  <a:pt x="608545" y="234975"/>
                </a:lnTo>
                <a:lnTo>
                  <a:pt x="605497" y="242595"/>
                </a:lnTo>
                <a:lnTo>
                  <a:pt x="600925" y="248691"/>
                </a:lnTo>
                <a:lnTo>
                  <a:pt x="623785" y="277647"/>
                </a:lnTo>
                <a:lnTo>
                  <a:pt x="634390" y="267347"/>
                </a:lnTo>
                <a:lnTo>
                  <a:pt x="645693" y="256882"/>
                </a:lnTo>
                <a:lnTo>
                  <a:pt x="657872" y="246151"/>
                </a:lnTo>
                <a:lnTo>
                  <a:pt x="671029" y="234975"/>
                </a:lnTo>
                <a:close/>
              </a:path>
              <a:path w="1450975" h="282575">
                <a:moveTo>
                  <a:pt x="791527" y="120586"/>
                </a:moveTo>
                <a:lnTo>
                  <a:pt x="754951" y="120586"/>
                </a:lnTo>
                <a:lnTo>
                  <a:pt x="754951" y="154114"/>
                </a:lnTo>
                <a:lnTo>
                  <a:pt x="754951" y="187642"/>
                </a:lnTo>
                <a:lnTo>
                  <a:pt x="713701" y="187642"/>
                </a:lnTo>
                <a:lnTo>
                  <a:pt x="713701" y="154114"/>
                </a:lnTo>
                <a:lnTo>
                  <a:pt x="754951" y="154114"/>
                </a:lnTo>
                <a:lnTo>
                  <a:pt x="754951" y="120586"/>
                </a:lnTo>
                <a:lnTo>
                  <a:pt x="677125" y="120586"/>
                </a:lnTo>
                <a:lnTo>
                  <a:pt x="677125" y="238023"/>
                </a:lnTo>
                <a:lnTo>
                  <a:pt x="713701" y="238023"/>
                </a:lnTo>
                <a:lnTo>
                  <a:pt x="713701" y="221259"/>
                </a:lnTo>
                <a:lnTo>
                  <a:pt x="791527" y="221259"/>
                </a:lnTo>
                <a:lnTo>
                  <a:pt x="791527" y="187642"/>
                </a:lnTo>
                <a:lnTo>
                  <a:pt x="791527" y="154114"/>
                </a:lnTo>
                <a:lnTo>
                  <a:pt x="791527" y="120586"/>
                </a:lnTo>
                <a:close/>
              </a:path>
              <a:path w="1450975" h="282575">
                <a:moveTo>
                  <a:pt x="800671" y="65620"/>
                </a:moveTo>
                <a:lnTo>
                  <a:pt x="669505" y="65620"/>
                </a:lnTo>
                <a:lnTo>
                  <a:pt x="669505" y="102298"/>
                </a:lnTo>
                <a:lnTo>
                  <a:pt x="800671" y="102298"/>
                </a:lnTo>
                <a:lnTo>
                  <a:pt x="800671" y="65620"/>
                </a:lnTo>
                <a:close/>
              </a:path>
              <a:path w="1450975" h="282575">
                <a:moveTo>
                  <a:pt x="855535" y="10756"/>
                </a:moveTo>
                <a:lnTo>
                  <a:pt x="677125" y="10756"/>
                </a:lnTo>
                <a:lnTo>
                  <a:pt x="677125" y="47332"/>
                </a:lnTo>
                <a:lnTo>
                  <a:pt x="815911" y="47332"/>
                </a:lnTo>
                <a:lnTo>
                  <a:pt x="815911" y="219735"/>
                </a:lnTo>
                <a:lnTo>
                  <a:pt x="814387" y="225831"/>
                </a:lnTo>
                <a:lnTo>
                  <a:pt x="809815" y="230403"/>
                </a:lnTo>
                <a:lnTo>
                  <a:pt x="806767" y="234975"/>
                </a:lnTo>
                <a:lnTo>
                  <a:pt x="799147" y="238023"/>
                </a:lnTo>
                <a:lnTo>
                  <a:pt x="788479" y="238023"/>
                </a:lnTo>
                <a:lnTo>
                  <a:pt x="780211" y="237794"/>
                </a:lnTo>
                <a:lnTo>
                  <a:pt x="762546" y="236740"/>
                </a:lnTo>
                <a:lnTo>
                  <a:pt x="753427" y="236499"/>
                </a:lnTo>
                <a:lnTo>
                  <a:pt x="753478" y="236740"/>
                </a:lnTo>
                <a:lnTo>
                  <a:pt x="755688" y="247027"/>
                </a:lnTo>
                <a:lnTo>
                  <a:pt x="757809" y="257835"/>
                </a:lnTo>
                <a:lnTo>
                  <a:pt x="759637" y="268655"/>
                </a:lnTo>
                <a:lnTo>
                  <a:pt x="759701" y="269074"/>
                </a:lnTo>
                <a:lnTo>
                  <a:pt x="761047" y="279171"/>
                </a:lnTo>
                <a:lnTo>
                  <a:pt x="785025" y="278028"/>
                </a:lnTo>
                <a:lnTo>
                  <a:pt x="828103" y="274599"/>
                </a:lnTo>
                <a:lnTo>
                  <a:pt x="853440" y="243166"/>
                </a:lnTo>
                <a:lnTo>
                  <a:pt x="853528" y="242595"/>
                </a:lnTo>
                <a:lnTo>
                  <a:pt x="854278" y="238023"/>
                </a:lnTo>
                <a:lnTo>
                  <a:pt x="854316" y="237794"/>
                </a:lnTo>
                <a:lnTo>
                  <a:pt x="854989" y="233629"/>
                </a:lnTo>
                <a:lnTo>
                  <a:pt x="855408" y="225285"/>
                </a:lnTo>
                <a:lnTo>
                  <a:pt x="855535" y="10756"/>
                </a:lnTo>
                <a:close/>
              </a:path>
              <a:path w="1450975" h="282575">
                <a:moveTo>
                  <a:pt x="942505" y="149542"/>
                </a:moveTo>
                <a:lnTo>
                  <a:pt x="896785" y="116014"/>
                </a:lnTo>
                <a:lnTo>
                  <a:pt x="875449" y="143446"/>
                </a:lnTo>
                <a:lnTo>
                  <a:pt x="885748" y="151726"/>
                </a:lnTo>
                <a:lnTo>
                  <a:pt x="896213" y="160591"/>
                </a:lnTo>
                <a:lnTo>
                  <a:pt x="906945" y="170014"/>
                </a:lnTo>
                <a:lnTo>
                  <a:pt x="918121" y="180022"/>
                </a:lnTo>
                <a:lnTo>
                  <a:pt x="942505" y="149542"/>
                </a:lnTo>
                <a:close/>
              </a:path>
              <a:path w="1450975" h="282575">
                <a:moveTo>
                  <a:pt x="959269" y="190690"/>
                </a:moveTo>
                <a:lnTo>
                  <a:pt x="924217" y="175450"/>
                </a:lnTo>
                <a:lnTo>
                  <a:pt x="924102" y="175831"/>
                </a:lnTo>
                <a:lnTo>
                  <a:pt x="917943" y="196621"/>
                </a:lnTo>
                <a:lnTo>
                  <a:pt x="910691" y="218782"/>
                </a:lnTo>
                <a:lnTo>
                  <a:pt x="902563" y="241769"/>
                </a:lnTo>
                <a:lnTo>
                  <a:pt x="893737" y="265442"/>
                </a:lnTo>
                <a:lnTo>
                  <a:pt x="903109" y="269151"/>
                </a:lnTo>
                <a:lnTo>
                  <a:pt x="912787" y="273265"/>
                </a:lnTo>
                <a:lnTo>
                  <a:pt x="922451" y="277672"/>
                </a:lnTo>
                <a:lnTo>
                  <a:pt x="931837" y="282219"/>
                </a:lnTo>
                <a:lnTo>
                  <a:pt x="941260" y="251650"/>
                </a:lnTo>
                <a:lnTo>
                  <a:pt x="948982" y="226212"/>
                </a:lnTo>
                <a:lnTo>
                  <a:pt x="954976" y="205892"/>
                </a:lnTo>
                <a:lnTo>
                  <a:pt x="959269" y="190690"/>
                </a:lnTo>
                <a:close/>
              </a:path>
              <a:path w="1450975" h="282575">
                <a:moveTo>
                  <a:pt x="966889" y="100774"/>
                </a:moveTo>
                <a:lnTo>
                  <a:pt x="959091" y="94411"/>
                </a:lnTo>
                <a:lnTo>
                  <a:pt x="949172" y="86779"/>
                </a:lnTo>
                <a:lnTo>
                  <a:pt x="936663" y="77749"/>
                </a:lnTo>
                <a:lnTo>
                  <a:pt x="921169" y="67144"/>
                </a:lnTo>
                <a:lnTo>
                  <a:pt x="898309" y="94576"/>
                </a:lnTo>
                <a:lnTo>
                  <a:pt x="911428" y="103759"/>
                </a:lnTo>
                <a:lnTo>
                  <a:pt x="923264" y="112763"/>
                </a:lnTo>
                <a:lnTo>
                  <a:pt x="933665" y="121462"/>
                </a:lnTo>
                <a:lnTo>
                  <a:pt x="942505" y="129730"/>
                </a:lnTo>
                <a:lnTo>
                  <a:pt x="966889" y="100774"/>
                </a:lnTo>
                <a:close/>
              </a:path>
              <a:path w="1450975" h="282575">
                <a:moveTo>
                  <a:pt x="1159103" y="206019"/>
                </a:moveTo>
                <a:lnTo>
                  <a:pt x="1151623" y="203428"/>
                </a:lnTo>
                <a:lnTo>
                  <a:pt x="1142707" y="200113"/>
                </a:lnTo>
                <a:lnTo>
                  <a:pt x="1132052" y="195910"/>
                </a:lnTo>
                <a:lnTo>
                  <a:pt x="1119378" y="190690"/>
                </a:lnTo>
                <a:lnTo>
                  <a:pt x="1118184" y="202590"/>
                </a:lnTo>
                <a:lnTo>
                  <a:pt x="1104138" y="233451"/>
                </a:lnTo>
                <a:lnTo>
                  <a:pt x="1099566" y="236499"/>
                </a:lnTo>
                <a:lnTo>
                  <a:pt x="1035558" y="236499"/>
                </a:lnTo>
                <a:lnTo>
                  <a:pt x="1026439" y="235381"/>
                </a:lnTo>
                <a:lnTo>
                  <a:pt x="1019746" y="232117"/>
                </a:lnTo>
                <a:lnTo>
                  <a:pt x="1015631" y="226860"/>
                </a:lnTo>
                <a:lnTo>
                  <a:pt x="1014222" y="219735"/>
                </a:lnTo>
                <a:lnTo>
                  <a:pt x="1014222" y="123634"/>
                </a:lnTo>
                <a:lnTo>
                  <a:pt x="1087374" y="123634"/>
                </a:lnTo>
                <a:lnTo>
                  <a:pt x="1087272" y="129730"/>
                </a:lnTo>
                <a:lnTo>
                  <a:pt x="1087107" y="140157"/>
                </a:lnTo>
                <a:lnTo>
                  <a:pt x="1075182" y="170878"/>
                </a:lnTo>
                <a:lnTo>
                  <a:pt x="1066038" y="170878"/>
                </a:lnTo>
                <a:lnTo>
                  <a:pt x="1059726" y="170637"/>
                </a:lnTo>
                <a:lnTo>
                  <a:pt x="1050747" y="170014"/>
                </a:lnTo>
                <a:lnTo>
                  <a:pt x="1050493" y="170014"/>
                </a:lnTo>
                <a:lnTo>
                  <a:pt x="1043101" y="169595"/>
                </a:lnTo>
                <a:lnTo>
                  <a:pt x="1032510" y="169354"/>
                </a:lnTo>
                <a:lnTo>
                  <a:pt x="1032598" y="169595"/>
                </a:lnTo>
                <a:lnTo>
                  <a:pt x="1035659" y="177888"/>
                </a:lnTo>
                <a:lnTo>
                  <a:pt x="1038225" y="187312"/>
                </a:lnTo>
                <a:lnTo>
                  <a:pt x="1040231" y="197294"/>
                </a:lnTo>
                <a:lnTo>
                  <a:pt x="1041654" y="207543"/>
                </a:lnTo>
                <a:lnTo>
                  <a:pt x="1085850" y="206019"/>
                </a:lnTo>
                <a:lnTo>
                  <a:pt x="1119047" y="184734"/>
                </a:lnTo>
                <a:lnTo>
                  <a:pt x="1122502" y="175450"/>
                </a:lnTo>
                <a:lnTo>
                  <a:pt x="1123467" y="170878"/>
                </a:lnTo>
                <a:lnTo>
                  <a:pt x="1123518" y="170637"/>
                </a:lnTo>
                <a:lnTo>
                  <a:pt x="1124661" y="165214"/>
                </a:lnTo>
                <a:lnTo>
                  <a:pt x="1125448" y="152971"/>
                </a:lnTo>
                <a:lnTo>
                  <a:pt x="1125550" y="149542"/>
                </a:lnTo>
                <a:lnTo>
                  <a:pt x="1126159" y="123634"/>
                </a:lnTo>
                <a:lnTo>
                  <a:pt x="1126210" y="121462"/>
                </a:lnTo>
                <a:lnTo>
                  <a:pt x="1126998" y="88480"/>
                </a:lnTo>
                <a:lnTo>
                  <a:pt x="972985" y="88480"/>
                </a:lnTo>
                <a:lnTo>
                  <a:pt x="972985" y="222783"/>
                </a:lnTo>
                <a:lnTo>
                  <a:pt x="976388" y="244792"/>
                </a:lnTo>
                <a:lnTo>
                  <a:pt x="986510" y="260502"/>
                </a:lnTo>
                <a:lnTo>
                  <a:pt x="1003236" y="269938"/>
                </a:lnTo>
                <a:lnTo>
                  <a:pt x="1026414" y="273075"/>
                </a:lnTo>
                <a:lnTo>
                  <a:pt x="1085850" y="273075"/>
                </a:lnTo>
                <a:lnTo>
                  <a:pt x="1126998" y="268503"/>
                </a:lnTo>
                <a:lnTo>
                  <a:pt x="1150848" y="241769"/>
                </a:lnTo>
                <a:lnTo>
                  <a:pt x="1152131" y="236499"/>
                </a:lnTo>
                <a:lnTo>
                  <a:pt x="1153198" y="232117"/>
                </a:lnTo>
                <a:lnTo>
                  <a:pt x="1159103" y="206019"/>
                </a:lnTo>
                <a:close/>
              </a:path>
              <a:path w="1450975" h="282575">
                <a:moveTo>
                  <a:pt x="1159103" y="21424"/>
                </a:moveTo>
                <a:lnTo>
                  <a:pt x="1088898" y="21424"/>
                </a:lnTo>
                <a:lnTo>
                  <a:pt x="1088898" y="0"/>
                </a:lnTo>
                <a:lnTo>
                  <a:pt x="1049274" y="0"/>
                </a:lnTo>
                <a:lnTo>
                  <a:pt x="1049274" y="21424"/>
                </a:lnTo>
                <a:lnTo>
                  <a:pt x="986701" y="21424"/>
                </a:lnTo>
                <a:lnTo>
                  <a:pt x="986701" y="0"/>
                </a:lnTo>
                <a:lnTo>
                  <a:pt x="948601" y="0"/>
                </a:lnTo>
                <a:lnTo>
                  <a:pt x="948601" y="21424"/>
                </a:lnTo>
                <a:lnTo>
                  <a:pt x="876973" y="21424"/>
                </a:lnTo>
                <a:lnTo>
                  <a:pt x="876973" y="56476"/>
                </a:lnTo>
                <a:lnTo>
                  <a:pt x="948601" y="56476"/>
                </a:lnTo>
                <a:lnTo>
                  <a:pt x="948601" y="74764"/>
                </a:lnTo>
                <a:lnTo>
                  <a:pt x="986701" y="74764"/>
                </a:lnTo>
                <a:lnTo>
                  <a:pt x="986701" y="56476"/>
                </a:lnTo>
                <a:lnTo>
                  <a:pt x="1049274" y="56476"/>
                </a:lnTo>
                <a:lnTo>
                  <a:pt x="1049274" y="74764"/>
                </a:lnTo>
                <a:lnTo>
                  <a:pt x="1088898" y="74764"/>
                </a:lnTo>
                <a:lnTo>
                  <a:pt x="1088898" y="56476"/>
                </a:lnTo>
                <a:lnTo>
                  <a:pt x="1159103" y="56476"/>
                </a:lnTo>
                <a:lnTo>
                  <a:pt x="1159103" y="21424"/>
                </a:lnTo>
                <a:close/>
              </a:path>
              <a:path w="1450975" h="282575">
                <a:moveTo>
                  <a:pt x="1323784" y="202971"/>
                </a:moveTo>
                <a:lnTo>
                  <a:pt x="1267396" y="210591"/>
                </a:lnTo>
                <a:lnTo>
                  <a:pt x="1267396" y="155638"/>
                </a:lnTo>
                <a:lnTo>
                  <a:pt x="1310068" y="155638"/>
                </a:lnTo>
                <a:lnTo>
                  <a:pt x="1310068" y="117538"/>
                </a:lnTo>
                <a:lnTo>
                  <a:pt x="1180439" y="117538"/>
                </a:lnTo>
                <a:lnTo>
                  <a:pt x="1180439" y="155638"/>
                </a:lnTo>
                <a:lnTo>
                  <a:pt x="1226159" y="155638"/>
                </a:lnTo>
                <a:lnTo>
                  <a:pt x="1226159" y="216687"/>
                </a:lnTo>
                <a:lnTo>
                  <a:pt x="1168247" y="222783"/>
                </a:lnTo>
                <a:lnTo>
                  <a:pt x="1172819" y="265455"/>
                </a:lnTo>
                <a:lnTo>
                  <a:pt x="1322260" y="244119"/>
                </a:lnTo>
                <a:lnTo>
                  <a:pt x="1322336" y="233451"/>
                </a:lnTo>
                <a:lnTo>
                  <a:pt x="1322438" y="227355"/>
                </a:lnTo>
                <a:lnTo>
                  <a:pt x="1322552" y="224548"/>
                </a:lnTo>
                <a:lnTo>
                  <a:pt x="1322654" y="221957"/>
                </a:lnTo>
                <a:lnTo>
                  <a:pt x="1322908" y="215836"/>
                </a:lnTo>
                <a:lnTo>
                  <a:pt x="1323263" y="210591"/>
                </a:lnTo>
                <a:lnTo>
                  <a:pt x="1323365" y="209067"/>
                </a:lnTo>
                <a:lnTo>
                  <a:pt x="1323784" y="202971"/>
                </a:lnTo>
                <a:close/>
              </a:path>
              <a:path w="1450975" h="282575">
                <a:moveTo>
                  <a:pt x="1450378" y="199923"/>
                </a:moveTo>
                <a:lnTo>
                  <a:pt x="1442085" y="196176"/>
                </a:lnTo>
                <a:lnTo>
                  <a:pt x="1433233" y="191693"/>
                </a:lnTo>
                <a:lnTo>
                  <a:pt x="1423797" y="186347"/>
                </a:lnTo>
                <a:lnTo>
                  <a:pt x="1413802" y="180022"/>
                </a:lnTo>
                <a:lnTo>
                  <a:pt x="1412646" y="191693"/>
                </a:lnTo>
                <a:lnTo>
                  <a:pt x="1411325" y="202018"/>
                </a:lnTo>
                <a:lnTo>
                  <a:pt x="1409725" y="210769"/>
                </a:lnTo>
                <a:lnTo>
                  <a:pt x="1407706" y="218211"/>
                </a:lnTo>
                <a:lnTo>
                  <a:pt x="1406182" y="227355"/>
                </a:lnTo>
                <a:lnTo>
                  <a:pt x="1404658" y="233451"/>
                </a:lnTo>
                <a:lnTo>
                  <a:pt x="1400086" y="238023"/>
                </a:lnTo>
                <a:lnTo>
                  <a:pt x="1398562" y="238023"/>
                </a:lnTo>
                <a:lnTo>
                  <a:pt x="1373225" y="190398"/>
                </a:lnTo>
                <a:lnTo>
                  <a:pt x="1364081" y="129641"/>
                </a:lnTo>
                <a:lnTo>
                  <a:pt x="1360360" y="86956"/>
                </a:lnTo>
                <a:lnTo>
                  <a:pt x="1445806" y="86956"/>
                </a:lnTo>
                <a:lnTo>
                  <a:pt x="1445806" y="48856"/>
                </a:lnTo>
                <a:lnTo>
                  <a:pt x="1416850" y="48856"/>
                </a:lnTo>
                <a:lnTo>
                  <a:pt x="1430566" y="38188"/>
                </a:lnTo>
                <a:lnTo>
                  <a:pt x="1423200" y="29044"/>
                </a:lnTo>
                <a:lnTo>
                  <a:pt x="1415135" y="19900"/>
                </a:lnTo>
                <a:lnTo>
                  <a:pt x="1406766" y="10718"/>
                </a:lnTo>
                <a:lnTo>
                  <a:pt x="1398562" y="1524"/>
                </a:lnTo>
                <a:lnTo>
                  <a:pt x="1372552" y="21424"/>
                </a:lnTo>
                <a:lnTo>
                  <a:pt x="1379143" y="27647"/>
                </a:lnTo>
                <a:lnTo>
                  <a:pt x="1385316" y="34569"/>
                </a:lnTo>
                <a:lnTo>
                  <a:pt x="1396936" y="48856"/>
                </a:lnTo>
                <a:lnTo>
                  <a:pt x="1358836" y="48856"/>
                </a:lnTo>
                <a:lnTo>
                  <a:pt x="1357934" y="37172"/>
                </a:lnTo>
                <a:lnTo>
                  <a:pt x="1356690" y="12598"/>
                </a:lnTo>
                <a:lnTo>
                  <a:pt x="1355788" y="0"/>
                </a:lnTo>
                <a:lnTo>
                  <a:pt x="1313116" y="0"/>
                </a:lnTo>
                <a:lnTo>
                  <a:pt x="1313205" y="1524"/>
                </a:lnTo>
                <a:lnTo>
                  <a:pt x="1316164" y="48856"/>
                </a:lnTo>
                <a:lnTo>
                  <a:pt x="1168247" y="48856"/>
                </a:lnTo>
                <a:lnTo>
                  <a:pt x="1168247" y="86956"/>
                </a:lnTo>
                <a:lnTo>
                  <a:pt x="1319212" y="86956"/>
                </a:lnTo>
                <a:lnTo>
                  <a:pt x="1323213" y="135661"/>
                </a:lnTo>
                <a:lnTo>
                  <a:pt x="1328356" y="176631"/>
                </a:lnTo>
                <a:lnTo>
                  <a:pt x="1334643" y="210146"/>
                </a:lnTo>
                <a:lnTo>
                  <a:pt x="1334770" y="210591"/>
                </a:lnTo>
                <a:lnTo>
                  <a:pt x="1334820" y="210769"/>
                </a:lnTo>
                <a:lnTo>
                  <a:pt x="1351737" y="256273"/>
                </a:lnTo>
                <a:lnTo>
                  <a:pt x="1398562" y="280695"/>
                </a:lnTo>
                <a:lnTo>
                  <a:pt x="1409153" y="279844"/>
                </a:lnTo>
                <a:lnTo>
                  <a:pt x="1442377" y="243738"/>
                </a:lnTo>
                <a:lnTo>
                  <a:pt x="1443647" y="238023"/>
                </a:lnTo>
                <a:lnTo>
                  <a:pt x="1446657" y="224548"/>
                </a:lnTo>
                <a:lnTo>
                  <a:pt x="1450378" y="199923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043302" y="866203"/>
            <a:ext cx="52069" cy="163830"/>
          </a:xfrm>
          <a:custGeom>
            <a:avLst/>
            <a:gdLst/>
            <a:ahLst/>
            <a:cxnLst/>
            <a:rect l="l" t="t" r="r" b="b"/>
            <a:pathLst>
              <a:path w="52069" h="163830">
                <a:moveTo>
                  <a:pt x="33623" y="47339"/>
                </a:moveTo>
                <a:lnTo>
                  <a:pt x="18288" y="47339"/>
                </a:lnTo>
                <a:lnTo>
                  <a:pt x="12192" y="45815"/>
                </a:lnTo>
                <a:lnTo>
                  <a:pt x="7620" y="39719"/>
                </a:lnTo>
                <a:lnTo>
                  <a:pt x="3048" y="35147"/>
                </a:lnTo>
                <a:lnTo>
                  <a:pt x="0" y="30575"/>
                </a:lnTo>
                <a:lnTo>
                  <a:pt x="0" y="16764"/>
                </a:lnTo>
                <a:lnTo>
                  <a:pt x="3048" y="12192"/>
                </a:lnTo>
                <a:lnTo>
                  <a:pt x="7620" y="6096"/>
                </a:lnTo>
                <a:lnTo>
                  <a:pt x="12192" y="1524"/>
                </a:lnTo>
                <a:lnTo>
                  <a:pt x="18288" y="0"/>
                </a:lnTo>
                <a:lnTo>
                  <a:pt x="33623" y="0"/>
                </a:lnTo>
                <a:lnTo>
                  <a:pt x="39719" y="1524"/>
                </a:lnTo>
                <a:lnTo>
                  <a:pt x="44291" y="6096"/>
                </a:lnTo>
                <a:lnTo>
                  <a:pt x="50387" y="10668"/>
                </a:lnTo>
                <a:lnTo>
                  <a:pt x="51911" y="16764"/>
                </a:lnTo>
                <a:lnTo>
                  <a:pt x="51911" y="30575"/>
                </a:lnTo>
                <a:lnTo>
                  <a:pt x="50387" y="35147"/>
                </a:lnTo>
                <a:lnTo>
                  <a:pt x="39719" y="45815"/>
                </a:lnTo>
                <a:lnTo>
                  <a:pt x="33623" y="47339"/>
                </a:lnTo>
                <a:close/>
              </a:path>
              <a:path w="52069" h="163830">
                <a:moveTo>
                  <a:pt x="33623" y="163258"/>
                </a:moveTo>
                <a:lnTo>
                  <a:pt x="18288" y="163258"/>
                </a:lnTo>
                <a:lnTo>
                  <a:pt x="12192" y="161734"/>
                </a:lnTo>
                <a:lnTo>
                  <a:pt x="3048" y="152590"/>
                </a:lnTo>
                <a:lnTo>
                  <a:pt x="0" y="146494"/>
                </a:lnTo>
                <a:lnTo>
                  <a:pt x="0" y="132778"/>
                </a:lnTo>
                <a:lnTo>
                  <a:pt x="3048" y="128206"/>
                </a:lnTo>
                <a:lnTo>
                  <a:pt x="12192" y="119062"/>
                </a:lnTo>
                <a:lnTo>
                  <a:pt x="18288" y="116014"/>
                </a:lnTo>
                <a:lnTo>
                  <a:pt x="33623" y="116014"/>
                </a:lnTo>
                <a:lnTo>
                  <a:pt x="39719" y="117538"/>
                </a:lnTo>
                <a:lnTo>
                  <a:pt x="44291" y="123634"/>
                </a:lnTo>
                <a:lnTo>
                  <a:pt x="50387" y="128206"/>
                </a:lnTo>
                <a:lnTo>
                  <a:pt x="51911" y="132778"/>
                </a:lnTo>
                <a:lnTo>
                  <a:pt x="51911" y="146494"/>
                </a:lnTo>
                <a:lnTo>
                  <a:pt x="50387" y="152590"/>
                </a:lnTo>
                <a:lnTo>
                  <a:pt x="44291" y="157162"/>
                </a:lnTo>
                <a:lnTo>
                  <a:pt x="39719" y="161734"/>
                </a:lnTo>
                <a:lnTo>
                  <a:pt x="33623" y="163258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6477" y="780764"/>
            <a:ext cx="2322766" cy="286797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2469761" y="1446275"/>
            <a:ext cx="5767705" cy="27940"/>
          </a:xfrm>
          <a:custGeom>
            <a:avLst/>
            <a:gdLst/>
            <a:ahLst/>
            <a:cxnLst/>
            <a:rect l="l" t="t" r="r" b="b"/>
            <a:pathLst>
              <a:path w="5767705" h="27940">
                <a:moveTo>
                  <a:pt x="5739818" y="12630"/>
                </a:moveTo>
                <a:lnTo>
                  <a:pt x="5733930" y="10668"/>
                </a:lnTo>
                <a:lnTo>
                  <a:pt x="5733358" y="10382"/>
                </a:lnTo>
                <a:lnTo>
                  <a:pt x="5731643" y="10382"/>
                </a:lnTo>
                <a:lnTo>
                  <a:pt x="5721738" y="9144"/>
                </a:lnTo>
                <a:lnTo>
                  <a:pt x="5718119" y="9144"/>
                </a:lnTo>
                <a:lnTo>
                  <a:pt x="5718119" y="0"/>
                </a:lnTo>
                <a:lnTo>
                  <a:pt x="5721738" y="0"/>
                </a:lnTo>
                <a:lnTo>
                  <a:pt x="5733931" y="1524"/>
                </a:lnTo>
                <a:lnTo>
                  <a:pt x="5743074" y="4572"/>
                </a:lnTo>
                <a:lnTo>
                  <a:pt x="5743406" y="4737"/>
                </a:lnTo>
                <a:lnTo>
                  <a:pt x="5739818" y="12630"/>
                </a:lnTo>
                <a:close/>
              </a:path>
              <a:path w="5767705" h="27940">
                <a:moveTo>
                  <a:pt x="5762886" y="27432"/>
                </a:moveTo>
                <a:lnTo>
                  <a:pt x="5756790" y="21336"/>
                </a:lnTo>
                <a:lnTo>
                  <a:pt x="5753966" y="19924"/>
                </a:lnTo>
                <a:lnTo>
                  <a:pt x="5758966" y="12843"/>
                </a:lnTo>
                <a:lnTo>
                  <a:pt x="5767458" y="21336"/>
                </a:lnTo>
                <a:lnTo>
                  <a:pt x="5762886" y="25908"/>
                </a:lnTo>
                <a:lnTo>
                  <a:pt x="5762886" y="27432"/>
                </a:lnTo>
                <a:close/>
              </a:path>
              <a:path w="5767705" h="27940">
                <a:moveTo>
                  <a:pt x="114942" y="9144"/>
                </a:moveTo>
                <a:lnTo>
                  <a:pt x="89034" y="9144"/>
                </a:lnTo>
                <a:lnTo>
                  <a:pt x="89034" y="0"/>
                </a:lnTo>
                <a:lnTo>
                  <a:pt x="114942" y="0"/>
                </a:lnTo>
                <a:lnTo>
                  <a:pt x="114942" y="9144"/>
                </a:lnTo>
                <a:close/>
              </a:path>
              <a:path w="5767705" h="27940">
                <a:moveTo>
                  <a:pt x="157709" y="9144"/>
                </a:moveTo>
                <a:lnTo>
                  <a:pt x="131706" y="9144"/>
                </a:lnTo>
                <a:lnTo>
                  <a:pt x="131706" y="0"/>
                </a:lnTo>
                <a:lnTo>
                  <a:pt x="157709" y="0"/>
                </a:lnTo>
                <a:lnTo>
                  <a:pt x="157709" y="9144"/>
                </a:lnTo>
                <a:close/>
              </a:path>
              <a:path w="5767705" h="27940">
                <a:moveTo>
                  <a:pt x="200381" y="9144"/>
                </a:moveTo>
                <a:lnTo>
                  <a:pt x="174473" y="9144"/>
                </a:lnTo>
                <a:lnTo>
                  <a:pt x="174473" y="0"/>
                </a:lnTo>
                <a:lnTo>
                  <a:pt x="200381" y="0"/>
                </a:lnTo>
                <a:lnTo>
                  <a:pt x="200381" y="9144"/>
                </a:lnTo>
                <a:close/>
              </a:path>
              <a:path w="5767705" h="27940">
                <a:moveTo>
                  <a:pt x="243053" y="9144"/>
                </a:moveTo>
                <a:lnTo>
                  <a:pt x="218669" y="9144"/>
                </a:lnTo>
                <a:lnTo>
                  <a:pt x="218669" y="0"/>
                </a:lnTo>
                <a:lnTo>
                  <a:pt x="243053" y="0"/>
                </a:lnTo>
                <a:lnTo>
                  <a:pt x="243053" y="9144"/>
                </a:lnTo>
                <a:close/>
              </a:path>
              <a:path w="5767705" h="27940">
                <a:moveTo>
                  <a:pt x="287344" y="9144"/>
                </a:moveTo>
                <a:lnTo>
                  <a:pt x="261341" y="9144"/>
                </a:lnTo>
                <a:lnTo>
                  <a:pt x="261341" y="0"/>
                </a:lnTo>
                <a:lnTo>
                  <a:pt x="287344" y="0"/>
                </a:lnTo>
                <a:lnTo>
                  <a:pt x="287344" y="9144"/>
                </a:lnTo>
                <a:close/>
              </a:path>
              <a:path w="5767705" h="27940">
                <a:moveTo>
                  <a:pt x="330016" y="9144"/>
                </a:moveTo>
                <a:lnTo>
                  <a:pt x="304108" y="9144"/>
                </a:lnTo>
                <a:lnTo>
                  <a:pt x="304108" y="0"/>
                </a:lnTo>
                <a:lnTo>
                  <a:pt x="330016" y="0"/>
                </a:lnTo>
                <a:lnTo>
                  <a:pt x="330016" y="9144"/>
                </a:lnTo>
                <a:close/>
              </a:path>
              <a:path w="5767705" h="27940">
                <a:moveTo>
                  <a:pt x="372689" y="9144"/>
                </a:moveTo>
                <a:lnTo>
                  <a:pt x="346781" y="9144"/>
                </a:lnTo>
                <a:lnTo>
                  <a:pt x="346781" y="0"/>
                </a:lnTo>
                <a:lnTo>
                  <a:pt x="372689" y="0"/>
                </a:lnTo>
                <a:lnTo>
                  <a:pt x="372689" y="9144"/>
                </a:lnTo>
                <a:close/>
              </a:path>
              <a:path w="5767705" h="27940">
                <a:moveTo>
                  <a:pt x="415456" y="9144"/>
                </a:moveTo>
                <a:lnTo>
                  <a:pt x="389452" y="9144"/>
                </a:lnTo>
                <a:lnTo>
                  <a:pt x="389452" y="0"/>
                </a:lnTo>
                <a:lnTo>
                  <a:pt x="415456" y="0"/>
                </a:lnTo>
                <a:lnTo>
                  <a:pt x="415456" y="9144"/>
                </a:lnTo>
                <a:close/>
              </a:path>
              <a:path w="5767705" h="27940">
                <a:moveTo>
                  <a:pt x="458128" y="9144"/>
                </a:moveTo>
                <a:lnTo>
                  <a:pt x="432220" y="9144"/>
                </a:lnTo>
                <a:lnTo>
                  <a:pt x="432220" y="0"/>
                </a:lnTo>
                <a:lnTo>
                  <a:pt x="458128" y="0"/>
                </a:lnTo>
                <a:lnTo>
                  <a:pt x="458128" y="9144"/>
                </a:lnTo>
                <a:close/>
              </a:path>
              <a:path w="5767705" h="27940">
                <a:moveTo>
                  <a:pt x="502324" y="9144"/>
                </a:moveTo>
                <a:lnTo>
                  <a:pt x="476416" y="9144"/>
                </a:lnTo>
                <a:lnTo>
                  <a:pt x="476416" y="0"/>
                </a:lnTo>
                <a:lnTo>
                  <a:pt x="502324" y="0"/>
                </a:lnTo>
                <a:lnTo>
                  <a:pt x="502324" y="9144"/>
                </a:lnTo>
                <a:close/>
              </a:path>
              <a:path w="5767705" h="27940">
                <a:moveTo>
                  <a:pt x="545091" y="9144"/>
                </a:moveTo>
                <a:lnTo>
                  <a:pt x="519088" y="9144"/>
                </a:lnTo>
                <a:lnTo>
                  <a:pt x="519088" y="0"/>
                </a:lnTo>
                <a:lnTo>
                  <a:pt x="545091" y="0"/>
                </a:lnTo>
                <a:lnTo>
                  <a:pt x="545091" y="9144"/>
                </a:lnTo>
                <a:close/>
              </a:path>
              <a:path w="5767705" h="27940">
                <a:moveTo>
                  <a:pt x="587763" y="9144"/>
                </a:moveTo>
                <a:lnTo>
                  <a:pt x="561855" y="9144"/>
                </a:lnTo>
                <a:lnTo>
                  <a:pt x="561855" y="0"/>
                </a:lnTo>
                <a:lnTo>
                  <a:pt x="587763" y="0"/>
                </a:lnTo>
                <a:lnTo>
                  <a:pt x="587763" y="9144"/>
                </a:lnTo>
                <a:close/>
              </a:path>
              <a:path w="5767705" h="27940">
                <a:moveTo>
                  <a:pt x="630435" y="9144"/>
                </a:moveTo>
                <a:lnTo>
                  <a:pt x="604527" y="9144"/>
                </a:lnTo>
                <a:lnTo>
                  <a:pt x="604527" y="0"/>
                </a:lnTo>
                <a:lnTo>
                  <a:pt x="630435" y="0"/>
                </a:lnTo>
                <a:lnTo>
                  <a:pt x="630435" y="9144"/>
                </a:lnTo>
                <a:close/>
              </a:path>
              <a:path w="5767705" h="27940">
                <a:moveTo>
                  <a:pt x="673202" y="9144"/>
                </a:moveTo>
                <a:lnTo>
                  <a:pt x="647199" y="9144"/>
                </a:lnTo>
                <a:lnTo>
                  <a:pt x="647199" y="0"/>
                </a:lnTo>
                <a:lnTo>
                  <a:pt x="673202" y="0"/>
                </a:lnTo>
                <a:lnTo>
                  <a:pt x="673202" y="9144"/>
                </a:lnTo>
                <a:close/>
              </a:path>
              <a:path w="5767705" h="27940">
                <a:moveTo>
                  <a:pt x="715874" y="9144"/>
                </a:moveTo>
                <a:lnTo>
                  <a:pt x="691490" y="9144"/>
                </a:lnTo>
                <a:lnTo>
                  <a:pt x="691490" y="0"/>
                </a:lnTo>
                <a:lnTo>
                  <a:pt x="715874" y="0"/>
                </a:lnTo>
                <a:lnTo>
                  <a:pt x="715874" y="9144"/>
                </a:lnTo>
                <a:close/>
              </a:path>
              <a:path w="5767705" h="27940">
                <a:moveTo>
                  <a:pt x="760070" y="9144"/>
                </a:moveTo>
                <a:lnTo>
                  <a:pt x="734162" y="9144"/>
                </a:lnTo>
                <a:lnTo>
                  <a:pt x="734162" y="0"/>
                </a:lnTo>
                <a:lnTo>
                  <a:pt x="760070" y="0"/>
                </a:lnTo>
                <a:lnTo>
                  <a:pt x="760070" y="9144"/>
                </a:lnTo>
                <a:close/>
              </a:path>
              <a:path w="5767705" h="27940">
                <a:moveTo>
                  <a:pt x="802742" y="9144"/>
                </a:moveTo>
                <a:lnTo>
                  <a:pt x="776834" y="9144"/>
                </a:lnTo>
                <a:lnTo>
                  <a:pt x="776834" y="0"/>
                </a:lnTo>
                <a:lnTo>
                  <a:pt x="802742" y="0"/>
                </a:lnTo>
                <a:lnTo>
                  <a:pt x="802742" y="9144"/>
                </a:lnTo>
                <a:close/>
              </a:path>
              <a:path w="5767705" h="27940">
                <a:moveTo>
                  <a:pt x="845509" y="9144"/>
                </a:moveTo>
                <a:lnTo>
                  <a:pt x="819601" y="9144"/>
                </a:lnTo>
                <a:lnTo>
                  <a:pt x="819601" y="0"/>
                </a:lnTo>
                <a:lnTo>
                  <a:pt x="845509" y="0"/>
                </a:lnTo>
                <a:lnTo>
                  <a:pt x="845509" y="9144"/>
                </a:lnTo>
                <a:close/>
              </a:path>
              <a:path w="5767705" h="27940">
                <a:moveTo>
                  <a:pt x="888182" y="9144"/>
                </a:moveTo>
                <a:lnTo>
                  <a:pt x="862274" y="9144"/>
                </a:lnTo>
                <a:lnTo>
                  <a:pt x="862274" y="0"/>
                </a:lnTo>
                <a:lnTo>
                  <a:pt x="888182" y="0"/>
                </a:lnTo>
                <a:lnTo>
                  <a:pt x="888182" y="9144"/>
                </a:lnTo>
                <a:close/>
              </a:path>
              <a:path w="5767705" h="27940">
                <a:moveTo>
                  <a:pt x="930853" y="9144"/>
                </a:moveTo>
                <a:lnTo>
                  <a:pt x="904945" y="9144"/>
                </a:lnTo>
                <a:lnTo>
                  <a:pt x="904945" y="0"/>
                </a:lnTo>
                <a:lnTo>
                  <a:pt x="930853" y="0"/>
                </a:lnTo>
                <a:lnTo>
                  <a:pt x="930853" y="9144"/>
                </a:lnTo>
                <a:close/>
              </a:path>
              <a:path w="5767705" h="27940">
                <a:moveTo>
                  <a:pt x="973621" y="9144"/>
                </a:moveTo>
                <a:lnTo>
                  <a:pt x="949237" y="9144"/>
                </a:lnTo>
                <a:lnTo>
                  <a:pt x="949237" y="0"/>
                </a:lnTo>
                <a:lnTo>
                  <a:pt x="973621" y="0"/>
                </a:lnTo>
                <a:lnTo>
                  <a:pt x="973621" y="9144"/>
                </a:lnTo>
                <a:close/>
              </a:path>
              <a:path w="5767705" h="27940">
                <a:moveTo>
                  <a:pt x="1017817" y="9144"/>
                </a:moveTo>
                <a:lnTo>
                  <a:pt x="991909" y="9144"/>
                </a:lnTo>
                <a:lnTo>
                  <a:pt x="991909" y="0"/>
                </a:lnTo>
                <a:lnTo>
                  <a:pt x="1017817" y="0"/>
                </a:lnTo>
                <a:lnTo>
                  <a:pt x="1017817" y="9144"/>
                </a:lnTo>
                <a:close/>
              </a:path>
              <a:path w="5767705" h="27940">
                <a:moveTo>
                  <a:pt x="1060489" y="9144"/>
                </a:moveTo>
                <a:lnTo>
                  <a:pt x="1034581" y="9144"/>
                </a:lnTo>
                <a:lnTo>
                  <a:pt x="1034581" y="0"/>
                </a:lnTo>
                <a:lnTo>
                  <a:pt x="1060489" y="0"/>
                </a:lnTo>
                <a:lnTo>
                  <a:pt x="1060489" y="9144"/>
                </a:lnTo>
                <a:close/>
              </a:path>
              <a:path w="5767705" h="27940">
                <a:moveTo>
                  <a:pt x="1103256" y="9144"/>
                </a:moveTo>
                <a:lnTo>
                  <a:pt x="1077348" y="9144"/>
                </a:lnTo>
                <a:lnTo>
                  <a:pt x="1077348" y="0"/>
                </a:lnTo>
                <a:lnTo>
                  <a:pt x="1103256" y="0"/>
                </a:lnTo>
                <a:lnTo>
                  <a:pt x="1103256" y="9144"/>
                </a:lnTo>
                <a:close/>
              </a:path>
              <a:path w="5767705" h="27940">
                <a:moveTo>
                  <a:pt x="1145928" y="9144"/>
                </a:moveTo>
                <a:lnTo>
                  <a:pt x="1120020" y="9144"/>
                </a:lnTo>
                <a:lnTo>
                  <a:pt x="1120020" y="0"/>
                </a:lnTo>
                <a:lnTo>
                  <a:pt x="1145928" y="0"/>
                </a:lnTo>
                <a:lnTo>
                  <a:pt x="1145928" y="9144"/>
                </a:lnTo>
                <a:close/>
              </a:path>
              <a:path w="5767705" h="27940">
                <a:moveTo>
                  <a:pt x="1188600" y="9144"/>
                </a:moveTo>
                <a:lnTo>
                  <a:pt x="1162692" y="9144"/>
                </a:lnTo>
                <a:lnTo>
                  <a:pt x="1162692" y="0"/>
                </a:lnTo>
                <a:lnTo>
                  <a:pt x="1188600" y="0"/>
                </a:lnTo>
                <a:lnTo>
                  <a:pt x="1188600" y="9144"/>
                </a:lnTo>
                <a:close/>
              </a:path>
              <a:path w="5767705" h="27940">
                <a:moveTo>
                  <a:pt x="1232891" y="9144"/>
                </a:moveTo>
                <a:lnTo>
                  <a:pt x="1206888" y="9144"/>
                </a:lnTo>
                <a:lnTo>
                  <a:pt x="1206888" y="0"/>
                </a:lnTo>
                <a:lnTo>
                  <a:pt x="1232891" y="0"/>
                </a:lnTo>
                <a:lnTo>
                  <a:pt x="1232891" y="9144"/>
                </a:lnTo>
                <a:close/>
              </a:path>
              <a:path w="5767705" h="27940">
                <a:moveTo>
                  <a:pt x="1275563" y="9144"/>
                </a:moveTo>
                <a:lnTo>
                  <a:pt x="1249655" y="9144"/>
                </a:lnTo>
                <a:lnTo>
                  <a:pt x="1249655" y="0"/>
                </a:lnTo>
                <a:lnTo>
                  <a:pt x="1275563" y="0"/>
                </a:lnTo>
                <a:lnTo>
                  <a:pt x="1275563" y="9144"/>
                </a:lnTo>
                <a:close/>
              </a:path>
              <a:path w="5767705" h="27940">
                <a:moveTo>
                  <a:pt x="1318235" y="9144"/>
                </a:moveTo>
                <a:lnTo>
                  <a:pt x="1292327" y="9144"/>
                </a:lnTo>
                <a:lnTo>
                  <a:pt x="1292327" y="0"/>
                </a:lnTo>
                <a:lnTo>
                  <a:pt x="1318235" y="0"/>
                </a:lnTo>
                <a:lnTo>
                  <a:pt x="1318235" y="9144"/>
                </a:lnTo>
                <a:close/>
              </a:path>
              <a:path w="5767705" h="27940">
                <a:moveTo>
                  <a:pt x="1361002" y="9144"/>
                </a:moveTo>
                <a:lnTo>
                  <a:pt x="1334999" y="9144"/>
                </a:lnTo>
                <a:lnTo>
                  <a:pt x="1334999" y="0"/>
                </a:lnTo>
                <a:lnTo>
                  <a:pt x="1361002" y="0"/>
                </a:lnTo>
                <a:lnTo>
                  <a:pt x="1361002" y="9144"/>
                </a:lnTo>
                <a:close/>
              </a:path>
              <a:path w="5767705" h="27940">
                <a:moveTo>
                  <a:pt x="1403675" y="9144"/>
                </a:moveTo>
                <a:lnTo>
                  <a:pt x="1377767" y="9144"/>
                </a:lnTo>
                <a:lnTo>
                  <a:pt x="1377767" y="0"/>
                </a:lnTo>
                <a:lnTo>
                  <a:pt x="1403675" y="0"/>
                </a:lnTo>
                <a:lnTo>
                  <a:pt x="1403675" y="9144"/>
                </a:lnTo>
                <a:close/>
              </a:path>
              <a:path w="5767705" h="27940">
                <a:moveTo>
                  <a:pt x="1446347" y="9144"/>
                </a:moveTo>
                <a:lnTo>
                  <a:pt x="1421962" y="9144"/>
                </a:lnTo>
                <a:lnTo>
                  <a:pt x="1421962" y="0"/>
                </a:lnTo>
                <a:lnTo>
                  <a:pt x="1446347" y="0"/>
                </a:lnTo>
                <a:lnTo>
                  <a:pt x="1446347" y="9144"/>
                </a:lnTo>
                <a:close/>
              </a:path>
              <a:path w="5767705" h="27940">
                <a:moveTo>
                  <a:pt x="1490638" y="9144"/>
                </a:moveTo>
                <a:lnTo>
                  <a:pt x="1464634" y="9144"/>
                </a:lnTo>
                <a:lnTo>
                  <a:pt x="1464634" y="0"/>
                </a:lnTo>
                <a:lnTo>
                  <a:pt x="1490638" y="0"/>
                </a:lnTo>
                <a:lnTo>
                  <a:pt x="1490638" y="9144"/>
                </a:lnTo>
                <a:close/>
              </a:path>
              <a:path w="5767705" h="27940">
                <a:moveTo>
                  <a:pt x="1533310" y="9144"/>
                </a:moveTo>
                <a:lnTo>
                  <a:pt x="1507402" y="9144"/>
                </a:lnTo>
                <a:lnTo>
                  <a:pt x="1507402" y="0"/>
                </a:lnTo>
                <a:lnTo>
                  <a:pt x="1533310" y="0"/>
                </a:lnTo>
                <a:lnTo>
                  <a:pt x="1533310" y="9144"/>
                </a:lnTo>
                <a:close/>
              </a:path>
              <a:path w="5767705" h="27940">
                <a:moveTo>
                  <a:pt x="1575982" y="9144"/>
                </a:moveTo>
                <a:lnTo>
                  <a:pt x="1550074" y="9144"/>
                </a:lnTo>
                <a:lnTo>
                  <a:pt x="1550074" y="0"/>
                </a:lnTo>
                <a:lnTo>
                  <a:pt x="1575982" y="0"/>
                </a:lnTo>
                <a:lnTo>
                  <a:pt x="1575982" y="9144"/>
                </a:lnTo>
                <a:close/>
              </a:path>
              <a:path w="5767705" h="27940">
                <a:moveTo>
                  <a:pt x="1618749" y="9144"/>
                </a:moveTo>
                <a:lnTo>
                  <a:pt x="1592746" y="9144"/>
                </a:lnTo>
                <a:lnTo>
                  <a:pt x="1592746" y="0"/>
                </a:lnTo>
                <a:lnTo>
                  <a:pt x="1618749" y="0"/>
                </a:lnTo>
                <a:lnTo>
                  <a:pt x="1618749" y="9144"/>
                </a:lnTo>
                <a:close/>
              </a:path>
              <a:path w="5767705" h="27940">
                <a:moveTo>
                  <a:pt x="1661421" y="9144"/>
                </a:moveTo>
                <a:lnTo>
                  <a:pt x="1635513" y="9144"/>
                </a:lnTo>
                <a:lnTo>
                  <a:pt x="1635513" y="0"/>
                </a:lnTo>
                <a:lnTo>
                  <a:pt x="1661421" y="0"/>
                </a:lnTo>
                <a:lnTo>
                  <a:pt x="1661421" y="9144"/>
                </a:lnTo>
                <a:close/>
              </a:path>
              <a:path w="5767705" h="27940">
                <a:moveTo>
                  <a:pt x="1704093" y="9144"/>
                </a:moveTo>
                <a:lnTo>
                  <a:pt x="1679709" y="9144"/>
                </a:lnTo>
                <a:lnTo>
                  <a:pt x="1679709" y="0"/>
                </a:lnTo>
                <a:lnTo>
                  <a:pt x="1704093" y="0"/>
                </a:lnTo>
                <a:lnTo>
                  <a:pt x="1704093" y="9144"/>
                </a:lnTo>
                <a:close/>
              </a:path>
              <a:path w="5767705" h="27940">
                <a:moveTo>
                  <a:pt x="1748384" y="9144"/>
                </a:moveTo>
                <a:lnTo>
                  <a:pt x="1722381" y="9144"/>
                </a:lnTo>
                <a:lnTo>
                  <a:pt x="1722381" y="0"/>
                </a:lnTo>
                <a:lnTo>
                  <a:pt x="1748384" y="0"/>
                </a:lnTo>
                <a:lnTo>
                  <a:pt x="1748384" y="9144"/>
                </a:lnTo>
                <a:close/>
              </a:path>
              <a:path w="5767705" h="27940">
                <a:moveTo>
                  <a:pt x="1791056" y="9144"/>
                </a:moveTo>
                <a:lnTo>
                  <a:pt x="1765148" y="9144"/>
                </a:lnTo>
                <a:lnTo>
                  <a:pt x="1765148" y="0"/>
                </a:lnTo>
                <a:lnTo>
                  <a:pt x="1791056" y="0"/>
                </a:lnTo>
                <a:lnTo>
                  <a:pt x="1791056" y="9144"/>
                </a:lnTo>
                <a:close/>
              </a:path>
              <a:path w="5767705" h="27940">
                <a:moveTo>
                  <a:pt x="1833728" y="9144"/>
                </a:moveTo>
                <a:lnTo>
                  <a:pt x="1807820" y="9144"/>
                </a:lnTo>
                <a:lnTo>
                  <a:pt x="1807820" y="0"/>
                </a:lnTo>
                <a:lnTo>
                  <a:pt x="1833728" y="0"/>
                </a:lnTo>
                <a:lnTo>
                  <a:pt x="1833728" y="9144"/>
                </a:lnTo>
                <a:close/>
              </a:path>
              <a:path w="5767705" h="27940">
                <a:moveTo>
                  <a:pt x="1876400" y="9144"/>
                </a:moveTo>
                <a:lnTo>
                  <a:pt x="1850492" y="9144"/>
                </a:lnTo>
                <a:lnTo>
                  <a:pt x="1850492" y="0"/>
                </a:lnTo>
                <a:lnTo>
                  <a:pt x="1876400" y="0"/>
                </a:lnTo>
                <a:lnTo>
                  <a:pt x="1876400" y="9144"/>
                </a:lnTo>
                <a:close/>
              </a:path>
              <a:path w="5767705" h="27940">
                <a:moveTo>
                  <a:pt x="1919168" y="9144"/>
                </a:moveTo>
                <a:lnTo>
                  <a:pt x="1893260" y="9144"/>
                </a:lnTo>
                <a:lnTo>
                  <a:pt x="1893260" y="0"/>
                </a:lnTo>
                <a:lnTo>
                  <a:pt x="1919168" y="0"/>
                </a:lnTo>
                <a:lnTo>
                  <a:pt x="1919168" y="9144"/>
                </a:lnTo>
                <a:close/>
              </a:path>
              <a:path w="5767705" h="27940">
                <a:moveTo>
                  <a:pt x="1961840" y="9144"/>
                </a:moveTo>
                <a:lnTo>
                  <a:pt x="1937456" y="9144"/>
                </a:lnTo>
                <a:lnTo>
                  <a:pt x="1937456" y="0"/>
                </a:lnTo>
                <a:lnTo>
                  <a:pt x="1961840" y="0"/>
                </a:lnTo>
                <a:lnTo>
                  <a:pt x="1961840" y="9144"/>
                </a:lnTo>
                <a:close/>
              </a:path>
              <a:path w="5767705" h="27940">
                <a:moveTo>
                  <a:pt x="2006035" y="9144"/>
                </a:moveTo>
                <a:lnTo>
                  <a:pt x="1980127" y="9144"/>
                </a:lnTo>
                <a:lnTo>
                  <a:pt x="1980127" y="0"/>
                </a:lnTo>
                <a:lnTo>
                  <a:pt x="2006035" y="0"/>
                </a:lnTo>
                <a:lnTo>
                  <a:pt x="2006035" y="9144"/>
                </a:lnTo>
                <a:close/>
              </a:path>
              <a:path w="5767705" h="27940">
                <a:moveTo>
                  <a:pt x="2048803" y="9144"/>
                </a:moveTo>
                <a:lnTo>
                  <a:pt x="2022895" y="9144"/>
                </a:lnTo>
                <a:lnTo>
                  <a:pt x="2022895" y="0"/>
                </a:lnTo>
                <a:lnTo>
                  <a:pt x="2048803" y="0"/>
                </a:lnTo>
                <a:lnTo>
                  <a:pt x="2048803" y="9144"/>
                </a:lnTo>
                <a:close/>
              </a:path>
              <a:path w="5767705" h="27940">
                <a:moveTo>
                  <a:pt x="2091475" y="9144"/>
                </a:moveTo>
                <a:lnTo>
                  <a:pt x="2065567" y="9144"/>
                </a:lnTo>
                <a:lnTo>
                  <a:pt x="2065567" y="0"/>
                </a:lnTo>
                <a:lnTo>
                  <a:pt x="2091475" y="0"/>
                </a:lnTo>
                <a:lnTo>
                  <a:pt x="2091475" y="9144"/>
                </a:lnTo>
                <a:close/>
              </a:path>
              <a:path w="5767705" h="27940">
                <a:moveTo>
                  <a:pt x="2134147" y="9144"/>
                </a:moveTo>
                <a:lnTo>
                  <a:pt x="2108239" y="9144"/>
                </a:lnTo>
                <a:lnTo>
                  <a:pt x="2108239" y="0"/>
                </a:lnTo>
                <a:lnTo>
                  <a:pt x="2134147" y="0"/>
                </a:lnTo>
                <a:lnTo>
                  <a:pt x="2134147" y="9144"/>
                </a:lnTo>
                <a:close/>
              </a:path>
              <a:path w="5767705" h="27940">
                <a:moveTo>
                  <a:pt x="2176914" y="9144"/>
                </a:moveTo>
                <a:lnTo>
                  <a:pt x="2151006" y="9144"/>
                </a:lnTo>
                <a:lnTo>
                  <a:pt x="2151006" y="0"/>
                </a:lnTo>
                <a:lnTo>
                  <a:pt x="2176914" y="0"/>
                </a:lnTo>
                <a:lnTo>
                  <a:pt x="2176914" y="9144"/>
                </a:lnTo>
                <a:close/>
              </a:path>
              <a:path w="5767705" h="27940">
                <a:moveTo>
                  <a:pt x="2221110" y="9144"/>
                </a:moveTo>
                <a:lnTo>
                  <a:pt x="2195202" y="9144"/>
                </a:lnTo>
                <a:lnTo>
                  <a:pt x="2195202" y="0"/>
                </a:lnTo>
                <a:lnTo>
                  <a:pt x="2221110" y="0"/>
                </a:lnTo>
                <a:lnTo>
                  <a:pt x="2221110" y="9144"/>
                </a:lnTo>
                <a:close/>
              </a:path>
              <a:path w="5767705" h="27940">
                <a:moveTo>
                  <a:pt x="2263782" y="9144"/>
                </a:moveTo>
                <a:lnTo>
                  <a:pt x="2237874" y="9144"/>
                </a:lnTo>
                <a:lnTo>
                  <a:pt x="2237874" y="0"/>
                </a:lnTo>
                <a:lnTo>
                  <a:pt x="2263782" y="0"/>
                </a:lnTo>
                <a:lnTo>
                  <a:pt x="2263782" y="9144"/>
                </a:lnTo>
                <a:close/>
              </a:path>
              <a:path w="5767705" h="27940">
                <a:moveTo>
                  <a:pt x="2306549" y="9144"/>
                </a:moveTo>
                <a:lnTo>
                  <a:pt x="2280641" y="9144"/>
                </a:lnTo>
                <a:lnTo>
                  <a:pt x="2280641" y="0"/>
                </a:lnTo>
                <a:lnTo>
                  <a:pt x="2306549" y="0"/>
                </a:lnTo>
                <a:lnTo>
                  <a:pt x="2306549" y="9144"/>
                </a:lnTo>
                <a:close/>
              </a:path>
              <a:path w="5767705" h="27940">
                <a:moveTo>
                  <a:pt x="2349221" y="9144"/>
                </a:moveTo>
                <a:lnTo>
                  <a:pt x="2323313" y="9144"/>
                </a:lnTo>
                <a:lnTo>
                  <a:pt x="2323313" y="0"/>
                </a:lnTo>
                <a:lnTo>
                  <a:pt x="2349221" y="0"/>
                </a:lnTo>
                <a:lnTo>
                  <a:pt x="2349221" y="9144"/>
                </a:lnTo>
                <a:close/>
              </a:path>
              <a:path w="5767705" h="27940">
                <a:moveTo>
                  <a:pt x="2391893" y="9144"/>
                </a:moveTo>
                <a:lnTo>
                  <a:pt x="2365985" y="9144"/>
                </a:lnTo>
                <a:lnTo>
                  <a:pt x="2365985" y="0"/>
                </a:lnTo>
                <a:lnTo>
                  <a:pt x="2391893" y="0"/>
                </a:lnTo>
                <a:lnTo>
                  <a:pt x="2391893" y="9144"/>
                </a:lnTo>
                <a:close/>
              </a:path>
              <a:path w="5767705" h="27940">
                <a:moveTo>
                  <a:pt x="2434661" y="9144"/>
                </a:moveTo>
                <a:lnTo>
                  <a:pt x="2410181" y="9144"/>
                </a:lnTo>
                <a:lnTo>
                  <a:pt x="2410181" y="0"/>
                </a:lnTo>
                <a:lnTo>
                  <a:pt x="2434661" y="0"/>
                </a:lnTo>
                <a:lnTo>
                  <a:pt x="2434661" y="9144"/>
                </a:lnTo>
                <a:close/>
              </a:path>
              <a:path w="5767705" h="27940">
                <a:moveTo>
                  <a:pt x="2478856" y="9144"/>
                </a:moveTo>
                <a:lnTo>
                  <a:pt x="2452949" y="9144"/>
                </a:lnTo>
                <a:lnTo>
                  <a:pt x="2452949" y="0"/>
                </a:lnTo>
                <a:lnTo>
                  <a:pt x="2478856" y="0"/>
                </a:lnTo>
                <a:lnTo>
                  <a:pt x="2478856" y="9144"/>
                </a:lnTo>
                <a:close/>
              </a:path>
              <a:path w="5767705" h="27940">
                <a:moveTo>
                  <a:pt x="2521529" y="9144"/>
                </a:moveTo>
                <a:lnTo>
                  <a:pt x="2495620" y="9144"/>
                </a:lnTo>
                <a:lnTo>
                  <a:pt x="2495620" y="0"/>
                </a:lnTo>
                <a:lnTo>
                  <a:pt x="2521529" y="0"/>
                </a:lnTo>
                <a:lnTo>
                  <a:pt x="2521529" y="9144"/>
                </a:lnTo>
                <a:close/>
              </a:path>
              <a:path w="5767705" h="27940">
                <a:moveTo>
                  <a:pt x="2564296" y="9144"/>
                </a:moveTo>
                <a:lnTo>
                  <a:pt x="2538293" y="9144"/>
                </a:lnTo>
                <a:lnTo>
                  <a:pt x="2538293" y="0"/>
                </a:lnTo>
                <a:lnTo>
                  <a:pt x="2564296" y="0"/>
                </a:lnTo>
                <a:lnTo>
                  <a:pt x="2564296" y="9144"/>
                </a:lnTo>
                <a:close/>
              </a:path>
              <a:path w="5767705" h="27940">
                <a:moveTo>
                  <a:pt x="2606968" y="9144"/>
                </a:moveTo>
                <a:lnTo>
                  <a:pt x="2581060" y="9144"/>
                </a:lnTo>
                <a:lnTo>
                  <a:pt x="2581060" y="0"/>
                </a:lnTo>
                <a:lnTo>
                  <a:pt x="2606968" y="0"/>
                </a:lnTo>
                <a:lnTo>
                  <a:pt x="2606968" y="9144"/>
                </a:lnTo>
                <a:close/>
              </a:path>
              <a:path w="5767705" h="27940">
                <a:moveTo>
                  <a:pt x="2649640" y="9144"/>
                </a:moveTo>
                <a:lnTo>
                  <a:pt x="2623732" y="9144"/>
                </a:lnTo>
                <a:lnTo>
                  <a:pt x="2623732" y="0"/>
                </a:lnTo>
                <a:lnTo>
                  <a:pt x="2649640" y="0"/>
                </a:lnTo>
                <a:lnTo>
                  <a:pt x="2649640" y="9144"/>
                </a:lnTo>
                <a:close/>
              </a:path>
              <a:path w="5767705" h="27940">
                <a:moveTo>
                  <a:pt x="2692407" y="9144"/>
                </a:moveTo>
                <a:lnTo>
                  <a:pt x="2667928" y="9144"/>
                </a:lnTo>
                <a:lnTo>
                  <a:pt x="2667928" y="0"/>
                </a:lnTo>
                <a:lnTo>
                  <a:pt x="2692407" y="0"/>
                </a:lnTo>
                <a:lnTo>
                  <a:pt x="2692407" y="9144"/>
                </a:lnTo>
                <a:close/>
              </a:path>
              <a:path w="5767705" h="27940">
                <a:moveTo>
                  <a:pt x="2736603" y="9144"/>
                </a:moveTo>
                <a:lnTo>
                  <a:pt x="2710695" y="9144"/>
                </a:lnTo>
                <a:lnTo>
                  <a:pt x="2710695" y="0"/>
                </a:lnTo>
                <a:lnTo>
                  <a:pt x="2736603" y="0"/>
                </a:lnTo>
                <a:lnTo>
                  <a:pt x="2736603" y="9144"/>
                </a:lnTo>
                <a:close/>
              </a:path>
              <a:path w="5767705" h="27940">
                <a:moveTo>
                  <a:pt x="2779275" y="9144"/>
                </a:moveTo>
                <a:lnTo>
                  <a:pt x="2753367" y="9144"/>
                </a:lnTo>
                <a:lnTo>
                  <a:pt x="2753367" y="0"/>
                </a:lnTo>
                <a:lnTo>
                  <a:pt x="2779275" y="0"/>
                </a:lnTo>
                <a:lnTo>
                  <a:pt x="2779275" y="9144"/>
                </a:lnTo>
                <a:close/>
              </a:path>
              <a:path w="5767705" h="27940">
                <a:moveTo>
                  <a:pt x="2822042" y="9144"/>
                </a:moveTo>
                <a:lnTo>
                  <a:pt x="2796039" y="9144"/>
                </a:lnTo>
                <a:lnTo>
                  <a:pt x="2796039" y="0"/>
                </a:lnTo>
                <a:lnTo>
                  <a:pt x="2822042" y="0"/>
                </a:lnTo>
                <a:lnTo>
                  <a:pt x="2822042" y="9144"/>
                </a:lnTo>
                <a:close/>
              </a:path>
              <a:path w="5767705" h="27940">
                <a:moveTo>
                  <a:pt x="2864714" y="9144"/>
                </a:moveTo>
                <a:lnTo>
                  <a:pt x="2838806" y="9144"/>
                </a:lnTo>
                <a:lnTo>
                  <a:pt x="2838806" y="0"/>
                </a:lnTo>
                <a:lnTo>
                  <a:pt x="2864714" y="0"/>
                </a:lnTo>
                <a:lnTo>
                  <a:pt x="2864714" y="9144"/>
                </a:lnTo>
                <a:close/>
              </a:path>
              <a:path w="5767705" h="27940">
                <a:moveTo>
                  <a:pt x="2907387" y="9144"/>
                </a:moveTo>
                <a:lnTo>
                  <a:pt x="2881478" y="9144"/>
                </a:lnTo>
                <a:lnTo>
                  <a:pt x="2881478" y="0"/>
                </a:lnTo>
                <a:lnTo>
                  <a:pt x="2907387" y="0"/>
                </a:lnTo>
                <a:lnTo>
                  <a:pt x="2907387" y="9144"/>
                </a:lnTo>
                <a:close/>
              </a:path>
              <a:path w="5767705" h="27940">
                <a:moveTo>
                  <a:pt x="2950154" y="9144"/>
                </a:moveTo>
                <a:lnTo>
                  <a:pt x="2925674" y="9144"/>
                </a:lnTo>
                <a:lnTo>
                  <a:pt x="2925674" y="0"/>
                </a:lnTo>
                <a:lnTo>
                  <a:pt x="2950154" y="0"/>
                </a:lnTo>
                <a:lnTo>
                  <a:pt x="2950154" y="9144"/>
                </a:lnTo>
                <a:close/>
              </a:path>
              <a:path w="5767705" h="27940">
                <a:moveTo>
                  <a:pt x="2994349" y="9144"/>
                </a:moveTo>
                <a:lnTo>
                  <a:pt x="2968442" y="9144"/>
                </a:lnTo>
                <a:lnTo>
                  <a:pt x="2968442" y="0"/>
                </a:lnTo>
                <a:lnTo>
                  <a:pt x="2994349" y="0"/>
                </a:lnTo>
                <a:lnTo>
                  <a:pt x="2994349" y="9144"/>
                </a:lnTo>
                <a:close/>
              </a:path>
              <a:path w="5767705" h="27940">
                <a:moveTo>
                  <a:pt x="3037022" y="9144"/>
                </a:moveTo>
                <a:lnTo>
                  <a:pt x="3011113" y="9144"/>
                </a:lnTo>
                <a:lnTo>
                  <a:pt x="3011113" y="0"/>
                </a:lnTo>
                <a:lnTo>
                  <a:pt x="3037022" y="0"/>
                </a:lnTo>
                <a:lnTo>
                  <a:pt x="3037022" y="9144"/>
                </a:lnTo>
                <a:close/>
              </a:path>
              <a:path w="5767705" h="27940">
                <a:moveTo>
                  <a:pt x="3079694" y="9144"/>
                </a:moveTo>
                <a:lnTo>
                  <a:pt x="3053786" y="9144"/>
                </a:lnTo>
                <a:lnTo>
                  <a:pt x="3053786" y="0"/>
                </a:lnTo>
                <a:lnTo>
                  <a:pt x="3079694" y="0"/>
                </a:lnTo>
                <a:lnTo>
                  <a:pt x="3079694" y="9144"/>
                </a:lnTo>
                <a:close/>
              </a:path>
              <a:path w="5767705" h="27940">
                <a:moveTo>
                  <a:pt x="3122461" y="9144"/>
                </a:moveTo>
                <a:lnTo>
                  <a:pt x="3096553" y="9144"/>
                </a:lnTo>
                <a:lnTo>
                  <a:pt x="3096553" y="0"/>
                </a:lnTo>
                <a:lnTo>
                  <a:pt x="3122461" y="0"/>
                </a:lnTo>
                <a:lnTo>
                  <a:pt x="3122461" y="9144"/>
                </a:lnTo>
                <a:close/>
              </a:path>
              <a:path w="5767705" h="27940">
                <a:moveTo>
                  <a:pt x="3165133" y="9144"/>
                </a:moveTo>
                <a:lnTo>
                  <a:pt x="3139225" y="9144"/>
                </a:lnTo>
                <a:lnTo>
                  <a:pt x="3139225" y="0"/>
                </a:lnTo>
                <a:lnTo>
                  <a:pt x="3165133" y="0"/>
                </a:lnTo>
                <a:lnTo>
                  <a:pt x="3165133" y="9144"/>
                </a:lnTo>
                <a:close/>
              </a:path>
              <a:path w="5767705" h="27940">
                <a:moveTo>
                  <a:pt x="3209329" y="9144"/>
                </a:moveTo>
                <a:lnTo>
                  <a:pt x="3183421" y="9144"/>
                </a:lnTo>
                <a:lnTo>
                  <a:pt x="3183421" y="0"/>
                </a:lnTo>
                <a:lnTo>
                  <a:pt x="3209329" y="0"/>
                </a:lnTo>
                <a:lnTo>
                  <a:pt x="3209329" y="9144"/>
                </a:lnTo>
                <a:close/>
              </a:path>
              <a:path w="5767705" h="27940">
                <a:moveTo>
                  <a:pt x="3252096" y="9144"/>
                </a:moveTo>
                <a:lnTo>
                  <a:pt x="3226188" y="9144"/>
                </a:lnTo>
                <a:lnTo>
                  <a:pt x="3226188" y="0"/>
                </a:lnTo>
                <a:lnTo>
                  <a:pt x="3252096" y="0"/>
                </a:lnTo>
                <a:lnTo>
                  <a:pt x="3252096" y="9144"/>
                </a:lnTo>
                <a:close/>
              </a:path>
              <a:path w="5767705" h="27940">
                <a:moveTo>
                  <a:pt x="3294768" y="9144"/>
                </a:moveTo>
                <a:lnTo>
                  <a:pt x="3268860" y="9144"/>
                </a:lnTo>
                <a:lnTo>
                  <a:pt x="3268860" y="0"/>
                </a:lnTo>
                <a:lnTo>
                  <a:pt x="3294768" y="0"/>
                </a:lnTo>
                <a:lnTo>
                  <a:pt x="3294768" y="9144"/>
                </a:lnTo>
                <a:close/>
              </a:path>
              <a:path w="5767705" h="27940">
                <a:moveTo>
                  <a:pt x="3337440" y="9144"/>
                </a:moveTo>
                <a:lnTo>
                  <a:pt x="3311532" y="9144"/>
                </a:lnTo>
                <a:lnTo>
                  <a:pt x="3311532" y="0"/>
                </a:lnTo>
                <a:lnTo>
                  <a:pt x="3337440" y="0"/>
                </a:lnTo>
                <a:lnTo>
                  <a:pt x="3337440" y="9144"/>
                </a:lnTo>
                <a:close/>
              </a:path>
              <a:path w="5767705" h="27940">
                <a:moveTo>
                  <a:pt x="3380207" y="9144"/>
                </a:moveTo>
                <a:lnTo>
                  <a:pt x="3354299" y="9144"/>
                </a:lnTo>
                <a:lnTo>
                  <a:pt x="3354299" y="0"/>
                </a:lnTo>
                <a:lnTo>
                  <a:pt x="3380207" y="0"/>
                </a:lnTo>
                <a:lnTo>
                  <a:pt x="3380207" y="9144"/>
                </a:lnTo>
                <a:close/>
              </a:path>
              <a:path w="5767705" h="27940">
                <a:moveTo>
                  <a:pt x="3422880" y="9144"/>
                </a:moveTo>
                <a:lnTo>
                  <a:pt x="3398496" y="9144"/>
                </a:lnTo>
                <a:lnTo>
                  <a:pt x="3398496" y="0"/>
                </a:lnTo>
                <a:lnTo>
                  <a:pt x="3422880" y="0"/>
                </a:lnTo>
                <a:lnTo>
                  <a:pt x="3422880" y="9144"/>
                </a:lnTo>
                <a:close/>
              </a:path>
              <a:path w="5767705" h="27940">
                <a:moveTo>
                  <a:pt x="3467075" y="9144"/>
                </a:moveTo>
                <a:lnTo>
                  <a:pt x="3441167" y="9144"/>
                </a:lnTo>
                <a:lnTo>
                  <a:pt x="3441167" y="0"/>
                </a:lnTo>
                <a:lnTo>
                  <a:pt x="3467075" y="0"/>
                </a:lnTo>
                <a:lnTo>
                  <a:pt x="3467075" y="9144"/>
                </a:lnTo>
                <a:close/>
              </a:path>
              <a:path w="5767705" h="27940">
                <a:moveTo>
                  <a:pt x="3509843" y="9144"/>
                </a:moveTo>
                <a:lnTo>
                  <a:pt x="3483935" y="9144"/>
                </a:lnTo>
                <a:lnTo>
                  <a:pt x="3483935" y="0"/>
                </a:lnTo>
                <a:lnTo>
                  <a:pt x="3509843" y="0"/>
                </a:lnTo>
                <a:lnTo>
                  <a:pt x="3509843" y="9144"/>
                </a:lnTo>
                <a:close/>
              </a:path>
              <a:path w="5767705" h="27940">
                <a:moveTo>
                  <a:pt x="3552515" y="9144"/>
                </a:moveTo>
                <a:lnTo>
                  <a:pt x="3526606" y="9144"/>
                </a:lnTo>
                <a:lnTo>
                  <a:pt x="3526606" y="0"/>
                </a:lnTo>
                <a:lnTo>
                  <a:pt x="3552515" y="0"/>
                </a:lnTo>
                <a:lnTo>
                  <a:pt x="3552515" y="9144"/>
                </a:lnTo>
                <a:close/>
              </a:path>
              <a:path w="5767705" h="27940">
                <a:moveTo>
                  <a:pt x="3595187" y="9144"/>
                </a:moveTo>
                <a:lnTo>
                  <a:pt x="3569279" y="9144"/>
                </a:lnTo>
                <a:lnTo>
                  <a:pt x="3569279" y="0"/>
                </a:lnTo>
                <a:lnTo>
                  <a:pt x="3595187" y="0"/>
                </a:lnTo>
                <a:lnTo>
                  <a:pt x="3595187" y="9144"/>
                </a:lnTo>
                <a:close/>
              </a:path>
              <a:path w="5767705" h="27940">
                <a:moveTo>
                  <a:pt x="3637954" y="9144"/>
                </a:moveTo>
                <a:lnTo>
                  <a:pt x="3611951" y="9144"/>
                </a:lnTo>
                <a:lnTo>
                  <a:pt x="3611951" y="0"/>
                </a:lnTo>
                <a:lnTo>
                  <a:pt x="3637954" y="0"/>
                </a:lnTo>
                <a:lnTo>
                  <a:pt x="3637954" y="9144"/>
                </a:lnTo>
                <a:close/>
              </a:path>
              <a:path w="5767705" h="27940">
                <a:moveTo>
                  <a:pt x="3680626" y="9144"/>
                </a:moveTo>
                <a:lnTo>
                  <a:pt x="3656242" y="9144"/>
                </a:lnTo>
                <a:lnTo>
                  <a:pt x="3656242" y="0"/>
                </a:lnTo>
                <a:lnTo>
                  <a:pt x="3680626" y="0"/>
                </a:lnTo>
                <a:lnTo>
                  <a:pt x="3680626" y="9144"/>
                </a:lnTo>
                <a:close/>
              </a:path>
              <a:path w="5767705" h="27940">
                <a:moveTo>
                  <a:pt x="3724822" y="9144"/>
                </a:moveTo>
                <a:lnTo>
                  <a:pt x="3698914" y="9144"/>
                </a:lnTo>
                <a:lnTo>
                  <a:pt x="3698914" y="0"/>
                </a:lnTo>
                <a:lnTo>
                  <a:pt x="3724822" y="0"/>
                </a:lnTo>
                <a:lnTo>
                  <a:pt x="3724822" y="9144"/>
                </a:lnTo>
                <a:close/>
              </a:path>
              <a:path w="5767705" h="27940">
                <a:moveTo>
                  <a:pt x="3767589" y="9144"/>
                </a:moveTo>
                <a:lnTo>
                  <a:pt x="3741586" y="9144"/>
                </a:lnTo>
                <a:lnTo>
                  <a:pt x="3741586" y="0"/>
                </a:lnTo>
                <a:lnTo>
                  <a:pt x="3767589" y="0"/>
                </a:lnTo>
                <a:lnTo>
                  <a:pt x="3767589" y="9144"/>
                </a:lnTo>
                <a:close/>
              </a:path>
              <a:path w="5767705" h="27940">
                <a:moveTo>
                  <a:pt x="3810261" y="9144"/>
                </a:moveTo>
                <a:lnTo>
                  <a:pt x="3784353" y="9144"/>
                </a:lnTo>
                <a:lnTo>
                  <a:pt x="3784353" y="0"/>
                </a:lnTo>
                <a:lnTo>
                  <a:pt x="3810261" y="0"/>
                </a:lnTo>
                <a:lnTo>
                  <a:pt x="3810261" y="9144"/>
                </a:lnTo>
                <a:close/>
              </a:path>
              <a:path w="5767705" h="27940">
                <a:moveTo>
                  <a:pt x="3852933" y="9144"/>
                </a:moveTo>
                <a:lnTo>
                  <a:pt x="3827025" y="9144"/>
                </a:lnTo>
                <a:lnTo>
                  <a:pt x="3827025" y="0"/>
                </a:lnTo>
                <a:lnTo>
                  <a:pt x="3852933" y="0"/>
                </a:lnTo>
                <a:lnTo>
                  <a:pt x="3852933" y="9144"/>
                </a:lnTo>
                <a:close/>
              </a:path>
              <a:path w="5767705" h="27940">
                <a:moveTo>
                  <a:pt x="3895700" y="9144"/>
                </a:moveTo>
                <a:lnTo>
                  <a:pt x="3869697" y="9144"/>
                </a:lnTo>
                <a:lnTo>
                  <a:pt x="3869697" y="0"/>
                </a:lnTo>
                <a:lnTo>
                  <a:pt x="3895700" y="0"/>
                </a:lnTo>
                <a:lnTo>
                  <a:pt x="3895700" y="9144"/>
                </a:lnTo>
                <a:close/>
              </a:path>
              <a:path w="5767705" h="27940">
                <a:moveTo>
                  <a:pt x="3939896" y="9144"/>
                </a:moveTo>
                <a:lnTo>
                  <a:pt x="3913989" y="9144"/>
                </a:lnTo>
                <a:lnTo>
                  <a:pt x="3913989" y="0"/>
                </a:lnTo>
                <a:lnTo>
                  <a:pt x="3939896" y="0"/>
                </a:lnTo>
                <a:lnTo>
                  <a:pt x="3939896" y="9144"/>
                </a:lnTo>
                <a:close/>
              </a:path>
              <a:path w="5767705" h="27940">
                <a:moveTo>
                  <a:pt x="3982568" y="9144"/>
                </a:moveTo>
                <a:lnTo>
                  <a:pt x="3956660" y="9144"/>
                </a:lnTo>
                <a:lnTo>
                  <a:pt x="3956660" y="0"/>
                </a:lnTo>
                <a:lnTo>
                  <a:pt x="3982568" y="0"/>
                </a:lnTo>
                <a:lnTo>
                  <a:pt x="3982568" y="9144"/>
                </a:lnTo>
                <a:close/>
              </a:path>
              <a:path w="5767705" h="27940">
                <a:moveTo>
                  <a:pt x="4025336" y="9144"/>
                </a:moveTo>
                <a:lnTo>
                  <a:pt x="3999332" y="9144"/>
                </a:lnTo>
                <a:lnTo>
                  <a:pt x="3999332" y="0"/>
                </a:lnTo>
                <a:lnTo>
                  <a:pt x="4025336" y="0"/>
                </a:lnTo>
                <a:lnTo>
                  <a:pt x="4025336" y="9144"/>
                </a:lnTo>
                <a:close/>
              </a:path>
              <a:path w="5767705" h="27940">
                <a:moveTo>
                  <a:pt x="4068008" y="9144"/>
                </a:moveTo>
                <a:lnTo>
                  <a:pt x="4042099" y="9144"/>
                </a:lnTo>
                <a:lnTo>
                  <a:pt x="4042099" y="0"/>
                </a:lnTo>
                <a:lnTo>
                  <a:pt x="4068008" y="0"/>
                </a:lnTo>
                <a:lnTo>
                  <a:pt x="4068008" y="9144"/>
                </a:lnTo>
                <a:close/>
              </a:path>
              <a:path w="5767705" h="27940">
                <a:moveTo>
                  <a:pt x="4110680" y="9144"/>
                </a:moveTo>
                <a:lnTo>
                  <a:pt x="4084772" y="9144"/>
                </a:lnTo>
                <a:lnTo>
                  <a:pt x="4084772" y="0"/>
                </a:lnTo>
                <a:lnTo>
                  <a:pt x="4110680" y="0"/>
                </a:lnTo>
                <a:lnTo>
                  <a:pt x="4110680" y="9144"/>
                </a:lnTo>
                <a:close/>
              </a:path>
              <a:path w="5767705" h="27940">
                <a:moveTo>
                  <a:pt x="4153447" y="9144"/>
                </a:moveTo>
                <a:lnTo>
                  <a:pt x="4128968" y="9144"/>
                </a:lnTo>
                <a:lnTo>
                  <a:pt x="4128968" y="0"/>
                </a:lnTo>
                <a:lnTo>
                  <a:pt x="4153447" y="0"/>
                </a:lnTo>
                <a:lnTo>
                  <a:pt x="4153447" y="9144"/>
                </a:lnTo>
                <a:close/>
              </a:path>
              <a:path w="5767705" h="27940">
                <a:moveTo>
                  <a:pt x="4197643" y="9144"/>
                </a:moveTo>
                <a:lnTo>
                  <a:pt x="4171735" y="9144"/>
                </a:lnTo>
                <a:lnTo>
                  <a:pt x="4171735" y="0"/>
                </a:lnTo>
                <a:lnTo>
                  <a:pt x="4197643" y="0"/>
                </a:lnTo>
                <a:lnTo>
                  <a:pt x="4197643" y="9144"/>
                </a:lnTo>
                <a:close/>
              </a:path>
              <a:path w="5767705" h="27940">
                <a:moveTo>
                  <a:pt x="4240315" y="9144"/>
                </a:moveTo>
                <a:lnTo>
                  <a:pt x="4214407" y="9144"/>
                </a:lnTo>
                <a:lnTo>
                  <a:pt x="4214407" y="0"/>
                </a:lnTo>
                <a:lnTo>
                  <a:pt x="4240315" y="0"/>
                </a:lnTo>
                <a:lnTo>
                  <a:pt x="4240315" y="9144"/>
                </a:lnTo>
                <a:close/>
              </a:path>
              <a:path w="5767705" h="27940">
                <a:moveTo>
                  <a:pt x="4282987" y="9144"/>
                </a:moveTo>
                <a:lnTo>
                  <a:pt x="4257079" y="9144"/>
                </a:lnTo>
                <a:lnTo>
                  <a:pt x="4257079" y="0"/>
                </a:lnTo>
                <a:lnTo>
                  <a:pt x="4282987" y="0"/>
                </a:lnTo>
                <a:lnTo>
                  <a:pt x="4282987" y="9144"/>
                </a:lnTo>
                <a:close/>
              </a:path>
              <a:path w="5767705" h="27940">
                <a:moveTo>
                  <a:pt x="4325754" y="9144"/>
                </a:moveTo>
                <a:lnTo>
                  <a:pt x="4299846" y="9144"/>
                </a:lnTo>
                <a:lnTo>
                  <a:pt x="4299846" y="0"/>
                </a:lnTo>
                <a:lnTo>
                  <a:pt x="4325754" y="0"/>
                </a:lnTo>
                <a:lnTo>
                  <a:pt x="4325754" y="9144"/>
                </a:lnTo>
                <a:close/>
              </a:path>
              <a:path w="5767705" h="27940">
                <a:moveTo>
                  <a:pt x="4368426" y="9144"/>
                </a:moveTo>
                <a:lnTo>
                  <a:pt x="4342518" y="9144"/>
                </a:lnTo>
                <a:lnTo>
                  <a:pt x="4342518" y="0"/>
                </a:lnTo>
                <a:lnTo>
                  <a:pt x="4368426" y="0"/>
                </a:lnTo>
                <a:lnTo>
                  <a:pt x="4368426" y="9144"/>
                </a:lnTo>
                <a:close/>
              </a:path>
              <a:path w="5767705" h="27940">
                <a:moveTo>
                  <a:pt x="4411098" y="9144"/>
                </a:moveTo>
                <a:lnTo>
                  <a:pt x="4386714" y="9144"/>
                </a:lnTo>
                <a:lnTo>
                  <a:pt x="4386714" y="0"/>
                </a:lnTo>
                <a:lnTo>
                  <a:pt x="4411098" y="0"/>
                </a:lnTo>
                <a:lnTo>
                  <a:pt x="4411098" y="9144"/>
                </a:lnTo>
                <a:close/>
              </a:path>
              <a:path w="5767705" h="27940">
                <a:moveTo>
                  <a:pt x="4455389" y="9144"/>
                </a:moveTo>
                <a:lnTo>
                  <a:pt x="4429482" y="9144"/>
                </a:lnTo>
                <a:lnTo>
                  <a:pt x="4429482" y="0"/>
                </a:lnTo>
                <a:lnTo>
                  <a:pt x="4455389" y="0"/>
                </a:lnTo>
                <a:lnTo>
                  <a:pt x="4455389" y="9144"/>
                </a:lnTo>
                <a:close/>
              </a:path>
              <a:path w="5767705" h="27940">
                <a:moveTo>
                  <a:pt x="4498062" y="9144"/>
                </a:moveTo>
                <a:lnTo>
                  <a:pt x="4472153" y="9144"/>
                </a:lnTo>
                <a:lnTo>
                  <a:pt x="4472153" y="0"/>
                </a:lnTo>
                <a:lnTo>
                  <a:pt x="4498062" y="0"/>
                </a:lnTo>
                <a:lnTo>
                  <a:pt x="4498062" y="9144"/>
                </a:lnTo>
                <a:close/>
              </a:path>
              <a:path w="5767705" h="27940">
                <a:moveTo>
                  <a:pt x="4540734" y="9144"/>
                </a:moveTo>
                <a:lnTo>
                  <a:pt x="4514825" y="9144"/>
                </a:lnTo>
                <a:lnTo>
                  <a:pt x="4514825" y="0"/>
                </a:lnTo>
                <a:lnTo>
                  <a:pt x="4540734" y="0"/>
                </a:lnTo>
                <a:lnTo>
                  <a:pt x="4540734" y="9144"/>
                </a:lnTo>
                <a:close/>
              </a:path>
              <a:path w="5767705" h="27940">
                <a:moveTo>
                  <a:pt x="4583501" y="9144"/>
                </a:moveTo>
                <a:lnTo>
                  <a:pt x="4557593" y="9144"/>
                </a:lnTo>
                <a:lnTo>
                  <a:pt x="4557593" y="0"/>
                </a:lnTo>
                <a:lnTo>
                  <a:pt x="4583501" y="0"/>
                </a:lnTo>
                <a:lnTo>
                  <a:pt x="4583501" y="9144"/>
                </a:lnTo>
                <a:close/>
              </a:path>
              <a:path w="5767705" h="27940">
                <a:moveTo>
                  <a:pt x="4626172" y="9144"/>
                </a:moveTo>
                <a:lnTo>
                  <a:pt x="4600265" y="9144"/>
                </a:lnTo>
                <a:lnTo>
                  <a:pt x="4600265" y="0"/>
                </a:lnTo>
                <a:lnTo>
                  <a:pt x="4626172" y="0"/>
                </a:lnTo>
                <a:lnTo>
                  <a:pt x="4626172" y="9144"/>
                </a:lnTo>
                <a:close/>
              </a:path>
              <a:path w="5767705" h="27940">
                <a:moveTo>
                  <a:pt x="4668845" y="9144"/>
                </a:moveTo>
                <a:lnTo>
                  <a:pt x="4644461" y="9144"/>
                </a:lnTo>
                <a:lnTo>
                  <a:pt x="4644461" y="0"/>
                </a:lnTo>
                <a:lnTo>
                  <a:pt x="4668845" y="0"/>
                </a:lnTo>
                <a:lnTo>
                  <a:pt x="4668845" y="9144"/>
                </a:lnTo>
                <a:close/>
              </a:path>
              <a:path w="5767705" h="27940">
                <a:moveTo>
                  <a:pt x="4713136" y="9144"/>
                </a:moveTo>
                <a:lnTo>
                  <a:pt x="4687228" y="9144"/>
                </a:lnTo>
                <a:lnTo>
                  <a:pt x="4687228" y="0"/>
                </a:lnTo>
                <a:lnTo>
                  <a:pt x="4713136" y="0"/>
                </a:lnTo>
                <a:lnTo>
                  <a:pt x="4713136" y="9144"/>
                </a:lnTo>
                <a:close/>
              </a:path>
              <a:path w="5767705" h="27940">
                <a:moveTo>
                  <a:pt x="4755808" y="9144"/>
                </a:moveTo>
                <a:lnTo>
                  <a:pt x="4729900" y="9144"/>
                </a:lnTo>
                <a:lnTo>
                  <a:pt x="4729900" y="0"/>
                </a:lnTo>
                <a:lnTo>
                  <a:pt x="4755808" y="0"/>
                </a:lnTo>
                <a:lnTo>
                  <a:pt x="4755808" y="9144"/>
                </a:lnTo>
                <a:close/>
              </a:path>
              <a:path w="5767705" h="27940">
                <a:moveTo>
                  <a:pt x="4798480" y="9144"/>
                </a:moveTo>
                <a:lnTo>
                  <a:pt x="4772572" y="9144"/>
                </a:lnTo>
                <a:lnTo>
                  <a:pt x="4772572" y="0"/>
                </a:lnTo>
                <a:lnTo>
                  <a:pt x="4798480" y="0"/>
                </a:lnTo>
                <a:lnTo>
                  <a:pt x="4798480" y="9144"/>
                </a:lnTo>
                <a:close/>
              </a:path>
              <a:path w="5767705" h="27940">
                <a:moveTo>
                  <a:pt x="4841247" y="9144"/>
                </a:moveTo>
                <a:lnTo>
                  <a:pt x="4815244" y="9144"/>
                </a:lnTo>
                <a:lnTo>
                  <a:pt x="4815244" y="0"/>
                </a:lnTo>
                <a:lnTo>
                  <a:pt x="4841247" y="0"/>
                </a:lnTo>
                <a:lnTo>
                  <a:pt x="4841247" y="9144"/>
                </a:lnTo>
                <a:close/>
              </a:path>
              <a:path w="5767705" h="27940">
                <a:moveTo>
                  <a:pt x="4883919" y="9144"/>
                </a:moveTo>
                <a:lnTo>
                  <a:pt x="4858011" y="9144"/>
                </a:lnTo>
                <a:lnTo>
                  <a:pt x="4858011" y="0"/>
                </a:lnTo>
                <a:lnTo>
                  <a:pt x="4883919" y="0"/>
                </a:lnTo>
                <a:lnTo>
                  <a:pt x="4883919" y="9144"/>
                </a:lnTo>
                <a:close/>
              </a:path>
              <a:path w="5767705" h="27940">
                <a:moveTo>
                  <a:pt x="4928115" y="9144"/>
                </a:moveTo>
                <a:lnTo>
                  <a:pt x="4902207" y="9144"/>
                </a:lnTo>
                <a:lnTo>
                  <a:pt x="4902207" y="0"/>
                </a:lnTo>
                <a:lnTo>
                  <a:pt x="4928115" y="0"/>
                </a:lnTo>
                <a:lnTo>
                  <a:pt x="4928115" y="9144"/>
                </a:lnTo>
                <a:close/>
              </a:path>
              <a:path w="5767705" h="27940">
                <a:moveTo>
                  <a:pt x="4970882" y="9144"/>
                </a:moveTo>
                <a:lnTo>
                  <a:pt x="4944879" y="9144"/>
                </a:lnTo>
                <a:lnTo>
                  <a:pt x="4944879" y="0"/>
                </a:lnTo>
                <a:lnTo>
                  <a:pt x="4970882" y="0"/>
                </a:lnTo>
                <a:lnTo>
                  <a:pt x="4970882" y="9144"/>
                </a:lnTo>
                <a:close/>
              </a:path>
              <a:path w="5767705" h="27940">
                <a:moveTo>
                  <a:pt x="5013555" y="9144"/>
                </a:moveTo>
                <a:lnTo>
                  <a:pt x="4987646" y="9144"/>
                </a:lnTo>
                <a:lnTo>
                  <a:pt x="4987646" y="0"/>
                </a:lnTo>
                <a:lnTo>
                  <a:pt x="5013555" y="0"/>
                </a:lnTo>
                <a:lnTo>
                  <a:pt x="5013555" y="9144"/>
                </a:lnTo>
                <a:close/>
              </a:path>
              <a:path w="5767705" h="27940">
                <a:moveTo>
                  <a:pt x="5056227" y="9144"/>
                </a:moveTo>
                <a:lnTo>
                  <a:pt x="5030318" y="9144"/>
                </a:lnTo>
                <a:lnTo>
                  <a:pt x="5030318" y="0"/>
                </a:lnTo>
                <a:lnTo>
                  <a:pt x="5056227" y="0"/>
                </a:lnTo>
                <a:lnTo>
                  <a:pt x="5056227" y="9144"/>
                </a:lnTo>
                <a:close/>
              </a:path>
              <a:path w="5767705" h="27940">
                <a:moveTo>
                  <a:pt x="5098994" y="9144"/>
                </a:moveTo>
                <a:lnTo>
                  <a:pt x="5072991" y="9144"/>
                </a:lnTo>
                <a:lnTo>
                  <a:pt x="5072991" y="0"/>
                </a:lnTo>
                <a:lnTo>
                  <a:pt x="5098994" y="0"/>
                </a:lnTo>
                <a:lnTo>
                  <a:pt x="5098994" y="9144"/>
                </a:lnTo>
                <a:close/>
              </a:path>
              <a:path w="5767705" h="27940">
                <a:moveTo>
                  <a:pt x="5141665" y="9144"/>
                </a:moveTo>
                <a:lnTo>
                  <a:pt x="5117282" y="9144"/>
                </a:lnTo>
                <a:lnTo>
                  <a:pt x="5117282" y="0"/>
                </a:lnTo>
                <a:lnTo>
                  <a:pt x="5141665" y="0"/>
                </a:lnTo>
                <a:lnTo>
                  <a:pt x="5141665" y="9144"/>
                </a:lnTo>
                <a:close/>
              </a:path>
              <a:path w="5767705" h="27940">
                <a:moveTo>
                  <a:pt x="5185862" y="9144"/>
                </a:moveTo>
                <a:lnTo>
                  <a:pt x="5159954" y="9144"/>
                </a:lnTo>
                <a:lnTo>
                  <a:pt x="5159954" y="0"/>
                </a:lnTo>
                <a:lnTo>
                  <a:pt x="5185862" y="0"/>
                </a:lnTo>
                <a:lnTo>
                  <a:pt x="5185862" y="9144"/>
                </a:lnTo>
                <a:close/>
              </a:path>
              <a:path w="5767705" h="27940">
                <a:moveTo>
                  <a:pt x="5228629" y="9144"/>
                </a:moveTo>
                <a:lnTo>
                  <a:pt x="5202626" y="9144"/>
                </a:lnTo>
                <a:lnTo>
                  <a:pt x="5202626" y="0"/>
                </a:lnTo>
                <a:lnTo>
                  <a:pt x="5228629" y="0"/>
                </a:lnTo>
                <a:lnTo>
                  <a:pt x="5228629" y="9144"/>
                </a:lnTo>
                <a:close/>
              </a:path>
              <a:path w="5767705" h="27940">
                <a:moveTo>
                  <a:pt x="5271301" y="9144"/>
                </a:moveTo>
                <a:lnTo>
                  <a:pt x="5245393" y="9144"/>
                </a:lnTo>
                <a:lnTo>
                  <a:pt x="5245393" y="0"/>
                </a:lnTo>
                <a:lnTo>
                  <a:pt x="5271301" y="0"/>
                </a:lnTo>
                <a:lnTo>
                  <a:pt x="5271301" y="9144"/>
                </a:lnTo>
                <a:close/>
              </a:path>
              <a:path w="5767705" h="27940">
                <a:moveTo>
                  <a:pt x="5313973" y="9144"/>
                </a:moveTo>
                <a:lnTo>
                  <a:pt x="5288065" y="9144"/>
                </a:lnTo>
                <a:lnTo>
                  <a:pt x="5288065" y="0"/>
                </a:lnTo>
                <a:lnTo>
                  <a:pt x="5313973" y="0"/>
                </a:lnTo>
                <a:lnTo>
                  <a:pt x="5313973" y="9144"/>
                </a:lnTo>
                <a:close/>
              </a:path>
              <a:path w="5767705" h="27940">
                <a:moveTo>
                  <a:pt x="5356740" y="9144"/>
                </a:moveTo>
                <a:lnTo>
                  <a:pt x="5330737" y="9144"/>
                </a:lnTo>
                <a:lnTo>
                  <a:pt x="5330737" y="0"/>
                </a:lnTo>
                <a:lnTo>
                  <a:pt x="5356740" y="0"/>
                </a:lnTo>
                <a:lnTo>
                  <a:pt x="5356740" y="9144"/>
                </a:lnTo>
                <a:close/>
              </a:path>
              <a:path w="5767705" h="27940">
                <a:moveTo>
                  <a:pt x="5399412" y="9144"/>
                </a:moveTo>
                <a:lnTo>
                  <a:pt x="5375028" y="9144"/>
                </a:lnTo>
                <a:lnTo>
                  <a:pt x="5375028" y="0"/>
                </a:lnTo>
                <a:lnTo>
                  <a:pt x="5399412" y="0"/>
                </a:lnTo>
                <a:lnTo>
                  <a:pt x="5399412" y="9144"/>
                </a:lnTo>
                <a:close/>
              </a:path>
              <a:path w="5767705" h="27940">
                <a:moveTo>
                  <a:pt x="5443608" y="9144"/>
                </a:moveTo>
                <a:lnTo>
                  <a:pt x="5417700" y="9144"/>
                </a:lnTo>
                <a:lnTo>
                  <a:pt x="5417700" y="0"/>
                </a:lnTo>
                <a:lnTo>
                  <a:pt x="5443608" y="0"/>
                </a:lnTo>
                <a:lnTo>
                  <a:pt x="5443608" y="9144"/>
                </a:lnTo>
                <a:close/>
              </a:path>
              <a:path w="5767705" h="27940">
                <a:moveTo>
                  <a:pt x="5486281" y="9144"/>
                </a:moveTo>
                <a:lnTo>
                  <a:pt x="5460372" y="9144"/>
                </a:lnTo>
                <a:lnTo>
                  <a:pt x="5460372" y="0"/>
                </a:lnTo>
                <a:lnTo>
                  <a:pt x="5486281" y="0"/>
                </a:lnTo>
                <a:lnTo>
                  <a:pt x="5486281" y="9144"/>
                </a:lnTo>
                <a:close/>
              </a:path>
              <a:path w="5767705" h="27940">
                <a:moveTo>
                  <a:pt x="5529048" y="9144"/>
                </a:moveTo>
                <a:lnTo>
                  <a:pt x="5503139" y="9144"/>
                </a:lnTo>
                <a:lnTo>
                  <a:pt x="5503139" y="0"/>
                </a:lnTo>
                <a:lnTo>
                  <a:pt x="5529048" y="0"/>
                </a:lnTo>
                <a:lnTo>
                  <a:pt x="5529048" y="9144"/>
                </a:lnTo>
                <a:close/>
              </a:path>
              <a:path w="5767705" h="27940">
                <a:moveTo>
                  <a:pt x="5571719" y="9144"/>
                </a:moveTo>
                <a:lnTo>
                  <a:pt x="5545812" y="9144"/>
                </a:lnTo>
                <a:lnTo>
                  <a:pt x="5545812" y="0"/>
                </a:lnTo>
                <a:lnTo>
                  <a:pt x="5571719" y="0"/>
                </a:lnTo>
                <a:lnTo>
                  <a:pt x="5571719" y="9144"/>
                </a:lnTo>
                <a:close/>
              </a:path>
              <a:path w="5767705" h="27940">
                <a:moveTo>
                  <a:pt x="5614391" y="9144"/>
                </a:moveTo>
                <a:lnTo>
                  <a:pt x="5588484" y="9144"/>
                </a:lnTo>
                <a:lnTo>
                  <a:pt x="5588484" y="0"/>
                </a:lnTo>
                <a:lnTo>
                  <a:pt x="5614391" y="0"/>
                </a:lnTo>
                <a:lnTo>
                  <a:pt x="5614391" y="9144"/>
                </a:lnTo>
                <a:close/>
              </a:path>
              <a:path w="5767705" h="27940">
                <a:moveTo>
                  <a:pt x="5658683" y="9144"/>
                </a:moveTo>
                <a:lnTo>
                  <a:pt x="5632774" y="9144"/>
                </a:lnTo>
                <a:lnTo>
                  <a:pt x="5632774" y="0"/>
                </a:lnTo>
                <a:lnTo>
                  <a:pt x="5658683" y="0"/>
                </a:lnTo>
                <a:lnTo>
                  <a:pt x="5658683" y="9144"/>
                </a:lnTo>
                <a:close/>
              </a:path>
              <a:path w="5767705" h="27940">
                <a:moveTo>
                  <a:pt x="5701355" y="9144"/>
                </a:moveTo>
                <a:lnTo>
                  <a:pt x="5675447" y="9144"/>
                </a:lnTo>
                <a:lnTo>
                  <a:pt x="5675447" y="0"/>
                </a:lnTo>
                <a:lnTo>
                  <a:pt x="5701355" y="0"/>
                </a:lnTo>
                <a:lnTo>
                  <a:pt x="5701355" y="9144"/>
                </a:lnTo>
                <a:close/>
              </a:path>
              <a:path w="5767705" h="27940">
                <a:moveTo>
                  <a:pt x="6738" y="25622"/>
                </a:moveTo>
                <a:lnTo>
                  <a:pt x="0" y="18930"/>
                </a:lnTo>
                <a:lnTo>
                  <a:pt x="642" y="18287"/>
                </a:lnTo>
                <a:lnTo>
                  <a:pt x="3690" y="16764"/>
                </a:lnTo>
                <a:lnTo>
                  <a:pt x="8262" y="12191"/>
                </a:lnTo>
                <a:lnTo>
                  <a:pt x="20454" y="6096"/>
                </a:lnTo>
                <a:lnTo>
                  <a:pt x="21529" y="5737"/>
                </a:lnTo>
                <a:lnTo>
                  <a:pt x="24938" y="13237"/>
                </a:lnTo>
                <a:lnTo>
                  <a:pt x="23502" y="13716"/>
                </a:lnTo>
                <a:lnTo>
                  <a:pt x="20263" y="15335"/>
                </a:lnTo>
                <a:lnTo>
                  <a:pt x="17406" y="16478"/>
                </a:lnTo>
                <a:lnTo>
                  <a:pt x="16263" y="17335"/>
                </a:lnTo>
                <a:lnTo>
                  <a:pt x="14358" y="18287"/>
                </a:lnTo>
                <a:lnTo>
                  <a:pt x="12880" y="19872"/>
                </a:lnTo>
                <a:lnTo>
                  <a:pt x="9786" y="21336"/>
                </a:lnTo>
                <a:lnTo>
                  <a:pt x="6738" y="24383"/>
                </a:lnTo>
                <a:lnTo>
                  <a:pt x="6738" y="25622"/>
                </a:lnTo>
                <a:close/>
              </a:path>
              <a:path w="5767705" h="27940">
                <a:moveTo>
                  <a:pt x="40178" y="9809"/>
                </a:moveTo>
                <a:lnTo>
                  <a:pt x="38792" y="755"/>
                </a:lnTo>
                <a:lnTo>
                  <a:pt x="44838" y="0"/>
                </a:lnTo>
                <a:lnTo>
                  <a:pt x="72270" y="0"/>
                </a:lnTo>
                <a:lnTo>
                  <a:pt x="72270" y="9144"/>
                </a:lnTo>
                <a:lnTo>
                  <a:pt x="44838" y="9144"/>
                </a:lnTo>
                <a:lnTo>
                  <a:pt x="40178" y="9809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2447544" y="1469135"/>
            <a:ext cx="5809615" cy="441959"/>
            <a:chOff x="2447544" y="1469135"/>
            <a:chExt cx="5809615" cy="441959"/>
          </a:xfrm>
        </p:grpSpPr>
        <p:sp>
          <p:nvSpPr>
            <p:cNvPr id="7" name="object 7" descr=""/>
            <p:cNvSpPr/>
            <p:nvPr/>
          </p:nvSpPr>
          <p:spPr>
            <a:xfrm>
              <a:off x="2447544" y="1469135"/>
              <a:ext cx="5809615" cy="441959"/>
            </a:xfrm>
            <a:custGeom>
              <a:avLst/>
              <a:gdLst/>
              <a:ahLst/>
              <a:cxnLst/>
              <a:rect l="l" t="t" r="r" b="b"/>
              <a:pathLst>
                <a:path w="5809615" h="441960">
                  <a:moveTo>
                    <a:pt x="9144" y="350621"/>
                  </a:moveTo>
                  <a:lnTo>
                    <a:pt x="0" y="350621"/>
                  </a:lnTo>
                  <a:lnTo>
                    <a:pt x="0" y="373380"/>
                  </a:lnTo>
                  <a:lnTo>
                    <a:pt x="1524" y="373380"/>
                  </a:lnTo>
                  <a:lnTo>
                    <a:pt x="1524" y="376529"/>
                  </a:lnTo>
                  <a:lnTo>
                    <a:pt x="9042" y="376529"/>
                  </a:lnTo>
                  <a:lnTo>
                    <a:pt x="9144" y="350621"/>
                  </a:lnTo>
                  <a:close/>
                </a:path>
                <a:path w="5809615" h="441960">
                  <a:moveTo>
                    <a:pt x="9144" y="307848"/>
                  </a:moveTo>
                  <a:lnTo>
                    <a:pt x="0" y="307848"/>
                  </a:lnTo>
                  <a:lnTo>
                    <a:pt x="0" y="333756"/>
                  </a:lnTo>
                  <a:lnTo>
                    <a:pt x="9144" y="333756"/>
                  </a:lnTo>
                  <a:lnTo>
                    <a:pt x="9144" y="307848"/>
                  </a:lnTo>
                  <a:close/>
                </a:path>
                <a:path w="5809615" h="441960">
                  <a:moveTo>
                    <a:pt x="9144" y="265176"/>
                  </a:moveTo>
                  <a:lnTo>
                    <a:pt x="0" y="265176"/>
                  </a:lnTo>
                  <a:lnTo>
                    <a:pt x="0" y="291084"/>
                  </a:lnTo>
                  <a:lnTo>
                    <a:pt x="9144" y="291084"/>
                  </a:lnTo>
                  <a:lnTo>
                    <a:pt x="9144" y="265176"/>
                  </a:lnTo>
                  <a:close/>
                </a:path>
                <a:path w="5809615" h="441960">
                  <a:moveTo>
                    <a:pt x="9144" y="222415"/>
                  </a:moveTo>
                  <a:lnTo>
                    <a:pt x="0" y="222415"/>
                  </a:lnTo>
                  <a:lnTo>
                    <a:pt x="0" y="248323"/>
                  </a:lnTo>
                  <a:lnTo>
                    <a:pt x="9144" y="248323"/>
                  </a:lnTo>
                  <a:lnTo>
                    <a:pt x="9144" y="222415"/>
                  </a:lnTo>
                  <a:close/>
                </a:path>
                <a:path w="5809615" h="441960">
                  <a:moveTo>
                    <a:pt x="9144" y="179743"/>
                  </a:moveTo>
                  <a:lnTo>
                    <a:pt x="0" y="179743"/>
                  </a:lnTo>
                  <a:lnTo>
                    <a:pt x="0" y="204127"/>
                  </a:lnTo>
                  <a:lnTo>
                    <a:pt x="9144" y="204127"/>
                  </a:lnTo>
                  <a:lnTo>
                    <a:pt x="9144" y="179743"/>
                  </a:lnTo>
                  <a:close/>
                </a:path>
                <a:path w="5809615" h="441960">
                  <a:moveTo>
                    <a:pt x="9144" y="135445"/>
                  </a:moveTo>
                  <a:lnTo>
                    <a:pt x="0" y="135445"/>
                  </a:lnTo>
                  <a:lnTo>
                    <a:pt x="0" y="161455"/>
                  </a:lnTo>
                  <a:lnTo>
                    <a:pt x="9144" y="161455"/>
                  </a:lnTo>
                  <a:lnTo>
                    <a:pt x="9144" y="135445"/>
                  </a:lnTo>
                  <a:close/>
                </a:path>
                <a:path w="5809615" h="441960">
                  <a:moveTo>
                    <a:pt x="9144" y="92773"/>
                  </a:moveTo>
                  <a:lnTo>
                    <a:pt x="0" y="92773"/>
                  </a:lnTo>
                  <a:lnTo>
                    <a:pt x="0" y="118681"/>
                  </a:lnTo>
                  <a:lnTo>
                    <a:pt x="9144" y="118681"/>
                  </a:lnTo>
                  <a:lnTo>
                    <a:pt x="9144" y="92773"/>
                  </a:lnTo>
                  <a:close/>
                </a:path>
                <a:path w="5809615" h="441960">
                  <a:moveTo>
                    <a:pt x="9144" y="50012"/>
                  </a:moveTo>
                  <a:lnTo>
                    <a:pt x="0" y="50012"/>
                  </a:lnTo>
                  <a:lnTo>
                    <a:pt x="0" y="76009"/>
                  </a:lnTo>
                  <a:lnTo>
                    <a:pt x="9144" y="76009"/>
                  </a:lnTo>
                  <a:lnTo>
                    <a:pt x="9144" y="50012"/>
                  </a:lnTo>
                  <a:close/>
                </a:path>
                <a:path w="5809615" h="441960">
                  <a:moveTo>
                    <a:pt x="18186" y="13436"/>
                  </a:moveTo>
                  <a:lnTo>
                    <a:pt x="11341" y="9321"/>
                  </a:lnTo>
                  <a:lnTo>
                    <a:pt x="10668" y="10668"/>
                  </a:lnTo>
                  <a:lnTo>
                    <a:pt x="9144" y="12192"/>
                  </a:lnTo>
                  <a:lnTo>
                    <a:pt x="6096" y="18288"/>
                  </a:lnTo>
                  <a:lnTo>
                    <a:pt x="4572" y="19812"/>
                  </a:lnTo>
                  <a:lnTo>
                    <a:pt x="1524" y="32004"/>
                  </a:lnTo>
                  <a:lnTo>
                    <a:pt x="1384" y="33235"/>
                  </a:lnTo>
                  <a:lnTo>
                    <a:pt x="10502" y="34759"/>
                  </a:lnTo>
                  <a:lnTo>
                    <a:pt x="10668" y="33528"/>
                  </a:lnTo>
                  <a:lnTo>
                    <a:pt x="10731" y="33235"/>
                  </a:lnTo>
                  <a:lnTo>
                    <a:pt x="11430" y="30480"/>
                  </a:lnTo>
                  <a:lnTo>
                    <a:pt x="12090" y="27152"/>
                  </a:lnTo>
                  <a:lnTo>
                    <a:pt x="13614" y="21056"/>
                  </a:lnTo>
                  <a:lnTo>
                    <a:pt x="18186" y="13436"/>
                  </a:lnTo>
                  <a:close/>
                </a:path>
                <a:path w="5809615" h="441960">
                  <a:moveTo>
                    <a:pt x="22758" y="409956"/>
                  </a:moveTo>
                  <a:lnTo>
                    <a:pt x="21336" y="409956"/>
                  </a:lnTo>
                  <a:lnTo>
                    <a:pt x="21336" y="408114"/>
                  </a:lnTo>
                  <a:lnTo>
                    <a:pt x="19329" y="405384"/>
                  </a:lnTo>
                  <a:lnTo>
                    <a:pt x="18288" y="405384"/>
                  </a:lnTo>
                  <a:lnTo>
                    <a:pt x="18224" y="403860"/>
                  </a:lnTo>
                  <a:lnTo>
                    <a:pt x="17373" y="402336"/>
                  </a:lnTo>
                  <a:lnTo>
                    <a:pt x="16764" y="402336"/>
                  </a:lnTo>
                  <a:lnTo>
                    <a:pt x="16764" y="401104"/>
                  </a:lnTo>
                  <a:lnTo>
                    <a:pt x="15875" y="399288"/>
                  </a:lnTo>
                  <a:lnTo>
                    <a:pt x="15240" y="399288"/>
                  </a:lnTo>
                  <a:lnTo>
                    <a:pt x="15240" y="397865"/>
                  </a:lnTo>
                  <a:lnTo>
                    <a:pt x="14516" y="396240"/>
                  </a:lnTo>
                  <a:lnTo>
                    <a:pt x="13716" y="396240"/>
                  </a:lnTo>
                  <a:lnTo>
                    <a:pt x="13716" y="394182"/>
                  </a:lnTo>
                  <a:lnTo>
                    <a:pt x="12192" y="390245"/>
                  </a:lnTo>
                  <a:lnTo>
                    <a:pt x="3276" y="393192"/>
                  </a:lnTo>
                  <a:lnTo>
                    <a:pt x="4572" y="393192"/>
                  </a:lnTo>
                  <a:lnTo>
                    <a:pt x="4572" y="399288"/>
                  </a:lnTo>
                  <a:lnTo>
                    <a:pt x="6096" y="399288"/>
                  </a:lnTo>
                  <a:lnTo>
                    <a:pt x="7620" y="400812"/>
                  </a:lnTo>
                  <a:lnTo>
                    <a:pt x="7620" y="403860"/>
                  </a:lnTo>
                  <a:lnTo>
                    <a:pt x="9144" y="403860"/>
                  </a:lnTo>
                  <a:lnTo>
                    <a:pt x="9144" y="406908"/>
                  </a:lnTo>
                  <a:lnTo>
                    <a:pt x="10668" y="406908"/>
                  </a:lnTo>
                  <a:lnTo>
                    <a:pt x="10668" y="409956"/>
                  </a:lnTo>
                  <a:lnTo>
                    <a:pt x="12192" y="409956"/>
                  </a:lnTo>
                  <a:lnTo>
                    <a:pt x="13716" y="411480"/>
                  </a:lnTo>
                  <a:lnTo>
                    <a:pt x="13716" y="414528"/>
                  </a:lnTo>
                  <a:lnTo>
                    <a:pt x="15240" y="414528"/>
                  </a:lnTo>
                  <a:lnTo>
                    <a:pt x="16408" y="415709"/>
                  </a:lnTo>
                  <a:lnTo>
                    <a:pt x="22758" y="409956"/>
                  </a:lnTo>
                  <a:close/>
                </a:path>
                <a:path w="5809615" h="441960">
                  <a:moveTo>
                    <a:pt x="54648" y="430720"/>
                  </a:moveTo>
                  <a:lnTo>
                    <a:pt x="51816" y="429768"/>
                  </a:lnTo>
                  <a:lnTo>
                    <a:pt x="45720" y="428244"/>
                  </a:lnTo>
                  <a:lnTo>
                    <a:pt x="44856" y="427393"/>
                  </a:lnTo>
                  <a:lnTo>
                    <a:pt x="39624" y="425297"/>
                  </a:lnTo>
                  <a:lnTo>
                    <a:pt x="36372" y="422821"/>
                  </a:lnTo>
                  <a:lnTo>
                    <a:pt x="35052" y="422148"/>
                  </a:lnTo>
                  <a:lnTo>
                    <a:pt x="33566" y="420674"/>
                  </a:lnTo>
                  <a:lnTo>
                    <a:pt x="28816" y="427393"/>
                  </a:lnTo>
                  <a:lnTo>
                    <a:pt x="30480" y="428244"/>
                  </a:lnTo>
                  <a:lnTo>
                    <a:pt x="32004" y="429768"/>
                  </a:lnTo>
                  <a:lnTo>
                    <a:pt x="41148" y="434340"/>
                  </a:lnTo>
                  <a:lnTo>
                    <a:pt x="42672" y="435864"/>
                  </a:lnTo>
                  <a:lnTo>
                    <a:pt x="48768" y="437388"/>
                  </a:lnTo>
                  <a:lnTo>
                    <a:pt x="52666" y="438696"/>
                  </a:lnTo>
                  <a:lnTo>
                    <a:pt x="54648" y="430720"/>
                  </a:lnTo>
                  <a:close/>
                </a:path>
                <a:path w="5809615" h="441960">
                  <a:moveTo>
                    <a:pt x="94488" y="434340"/>
                  </a:moveTo>
                  <a:lnTo>
                    <a:pt x="68580" y="434340"/>
                  </a:lnTo>
                  <a:lnTo>
                    <a:pt x="68580" y="440436"/>
                  </a:lnTo>
                  <a:lnTo>
                    <a:pt x="94488" y="440436"/>
                  </a:lnTo>
                  <a:lnTo>
                    <a:pt x="94488" y="434340"/>
                  </a:lnTo>
                  <a:close/>
                </a:path>
                <a:path w="5809615" h="441960">
                  <a:moveTo>
                    <a:pt x="137160" y="434340"/>
                  </a:moveTo>
                  <a:lnTo>
                    <a:pt x="111252" y="434340"/>
                  </a:lnTo>
                  <a:lnTo>
                    <a:pt x="111252" y="440448"/>
                  </a:lnTo>
                  <a:lnTo>
                    <a:pt x="137160" y="440448"/>
                  </a:lnTo>
                  <a:lnTo>
                    <a:pt x="137160" y="434340"/>
                  </a:lnTo>
                  <a:close/>
                </a:path>
                <a:path w="5809615" h="441960">
                  <a:moveTo>
                    <a:pt x="179920" y="434340"/>
                  </a:moveTo>
                  <a:lnTo>
                    <a:pt x="155448" y="434340"/>
                  </a:lnTo>
                  <a:lnTo>
                    <a:pt x="155448" y="440461"/>
                  </a:lnTo>
                  <a:lnTo>
                    <a:pt x="179920" y="440461"/>
                  </a:lnTo>
                  <a:lnTo>
                    <a:pt x="179920" y="434340"/>
                  </a:lnTo>
                  <a:close/>
                </a:path>
                <a:path w="5809615" h="441960">
                  <a:moveTo>
                    <a:pt x="224116" y="434340"/>
                  </a:moveTo>
                  <a:lnTo>
                    <a:pt x="198208" y="434340"/>
                  </a:lnTo>
                  <a:lnTo>
                    <a:pt x="198208" y="440474"/>
                  </a:lnTo>
                  <a:lnTo>
                    <a:pt x="224116" y="440474"/>
                  </a:lnTo>
                  <a:lnTo>
                    <a:pt x="224116" y="434340"/>
                  </a:lnTo>
                  <a:close/>
                </a:path>
                <a:path w="5809615" h="441960">
                  <a:moveTo>
                    <a:pt x="236308" y="136398"/>
                  </a:moveTo>
                  <a:lnTo>
                    <a:pt x="195160" y="136398"/>
                  </a:lnTo>
                  <a:lnTo>
                    <a:pt x="195160" y="155448"/>
                  </a:lnTo>
                  <a:lnTo>
                    <a:pt x="195160" y="272288"/>
                  </a:lnTo>
                  <a:lnTo>
                    <a:pt x="195160" y="292608"/>
                  </a:lnTo>
                  <a:lnTo>
                    <a:pt x="236308" y="292608"/>
                  </a:lnTo>
                  <a:lnTo>
                    <a:pt x="236308" y="272288"/>
                  </a:lnTo>
                  <a:lnTo>
                    <a:pt x="219544" y="272288"/>
                  </a:lnTo>
                  <a:lnTo>
                    <a:pt x="219544" y="155448"/>
                  </a:lnTo>
                  <a:lnTo>
                    <a:pt x="236308" y="155448"/>
                  </a:lnTo>
                  <a:lnTo>
                    <a:pt x="236308" y="136398"/>
                  </a:lnTo>
                  <a:close/>
                </a:path>
                <a:path w="5809615" h="441960">
                  <a:moveTo>
                    <a:pt x="266788" y="434340"/>
                  </a:moveTo>
                  <a:lnTo>
                    <a:pt x="240880" y="434340"/>
                  </a:lnTo>
                  <a:lnTo>
                    <a:pt x="240880" y="440486"/>
                  </a:lnTo>
                  <a:lnTo>
                    <a:pt x="266788" y="440486"/>
                  </a:lnTo>
                  <a:lnTo>
                    <a:pt x="266788" y="434340"/>
                  </a:lnTo>
                  <a:close/>
                </a:path>
                <a:path w="5809615" h="441960">
                  <a:moveTo>
                    <a:pt x="309562" y="434340"/>
                  </a:moveTo>
                  <a:lnTo>
                    <a:pt x="283552" y="434340"/>
                  </a:lnTo>
                  <a:lnTo>
                    <a:pt x="283552" y="440499"/>
                  </a:lnTo>
                  <a:lnTo>
                    <a:pt x="309562" y="440499"/>
                  </a:lnTo>
                  <a:lnTo>
                    <a:pt x="309562" y="434340"/>
                  </a:lnTo>
                  <a:close/>
                </a:path>
                <a:path w="5809615" h="441960">
                  <a:moveTo>
                    <a:pt x="352234" y="434340"/>
                  </a:moveTo>
                  <a:lnTo>
                    <a:pt x="326326" y="434340"/>
                  </a:lnTo>
                  <a:lnTo>
                    <a:pt x="326326" y="440512"/>
                  </a:lnTo>
                  <a:lnTo>
                    <a:pt x="352234" y="440512"/>
                  </a:lnTo>
                  <a:lnTo>
                    <a:pt x="352234" y="434340"/>
                  </a:lnTo>
                  <a:close/>
                </a:path>
                <a:path w="5809615" h="441960">
                  <a:moveTo>
                    <a:pt x="394906" y="434340"/>
                  </a:moveTo>
                  <a:lnTo>
                    <a:pt x="368998" y="434340"/>
                  </a:lnTo>
                  <a:lnTo>
                    <a:pt x="368998" y="440524"/>
                  </a:lnTo>
                  <a:lnTo>
                    <a:pt x="394906" y="440524"/>
                  </a:lnTo>
                  <a:lnTo>
                    <a:pt x="394906" y="434340"/>
                  </a:lnTo>
                  <a:close/>
                </a:path>
                <a:path w="5809615" h="441960">
                  <a:moveTo>
                    <a:pt x="439191" y="434340"/>
                  </a:moveTo>
                  <a:lnTo>
                    <a:pt x="413194" y="434340"/>
                  </a:lnTo>
                  <a:lnTo>
                    <a:pt x="413194" y="440537"/>
                  </a:lnTo>
                  <a:lnTo>
                    <a:pt x="439191" y="440537"/>
                  </a:lnTo>
                  <a:lnTo>
                    <a:pt x="439191" y="434340"/>
                  </a:lnTo>
                  <a:close/>
                </a:path>
                <a:path w="5809615" h="441960">
                  <a:moveTo>
                    <a:pt x="481863" y="434340"/>
                  </a:moveTo>
                  <a:lnTo>
                    <a:pt x="455955" y="434340"/>
                  </a:lnTo>
                  <a:lnTo>
                    <a:pt x="455955" y="440550"/>
                  </a:lnTo>
                  <a:lnTo>
                    <a:pt x="481863" y="440550"/>
                  </a:lnTo>
                  <a:lnTo>
                    <a:pt x="481863" y="434340"/>
                  </a:lnTo>
                  <a:close/>
                </a:path>
                <a:path w="5809615" h="441960">
                  <a:moveTo>
                    <a:pt x="524535" y="434340"/>
                  </a:moveTo>
                  <a:lnTo>
                    <a:pt x="498627" y="434340"/>
                  </a:lnTo>
                  <a:lnTo>
                    <a:pt x="498627" y="440563"/>
                  </a:lnTo>
                  <a:lnTo>
                    <a:pt x="524535" y="440563"/>
                  </a:lnTo>
                  <a:lnTo>
                    <a:pt x="524535" y="434340"/>
                  </a:lnTo>
                  <a:close/>
                </a:path>
                <a:path w="5809615" h="441960">
                  <a:moveTo>
                    <a:pt x="567309" y="434213"/>
                  </a:moveTo>
                  <a:lnTo>
                    <a:pt x="541299" y="434340"/>
                  </a:lnTo>
                  <a:lnTo>
                    <a:pt x="541299" y="440563"/>
                  </a:lnTo>
                  <a:lnTo>
                    <a:pt x="567309" y="440563"/>
                  </a:lnTo>
                  <a:lnTo>
                    <a:pt x="567309" y="434213"/>
                  </a:lnTo>
                  <a:close/>
                </a:path>
                <a:path w="5809615" h="441960">
                  <a:moveTo>
                    <a:pt x="609981" y="434200"/>
                  </a:moveTo>
                  <a:lnTo>
                    <a:pt x="584073" y="434200"/>
                  </a:lnTo>
                  <a:lnTo>
                    <a:pt x="584073" y="440575"/>
                  </a:lnTo>
                  <a:lnTo>
                    <a:pt x="609981" y="440575"/>
                  </a:lnTo>
                  <a:lnTo>
                    <a:pt x="609981" y="434200"/>
                  </a:lnTo>
                  <a:close/>
                </a:path>
                <a:path w="5809615" h="441960">
                  <a:moveTo>
                    <a:pt x="652653" y="434187"/>
                  </a:moveTo>
                  <a:lnTo>
                    <a:pt x="628269" y="434187"/>
                  </a:lnTo>
                  <a:lnTo>
                    <a:pt x="628269" y="440588"/>
                  </a:lnTo>
                  <a:lnTo>
                    <a:pt x="652653" y="440588"/>
                  </a:lnTo>
                  <a:lnTo>
                    <a:pt x="652653" y="434187"/>
                  </a:lnTo>
                  <a:close/>
                </a:path>
                <a:path w="5809615" h="441960">
                  <a:moveTo>
                    <a:pt x="696937" y="434174"/>
                  </a:moveTo>
                  <a:lnTo>
                    <a:pt x="670941" y="434174"/>
                  </a:lnTo>
                  <a:lnTo>
                    <a:pt x="670941" y="440601"/>
                  </a:lnTo>
                  <a:lnTo>
                    <a:pt x="696937" y="440601"/>
                  </a:lnTo>
                  <a:lnTo>
                    <a:pt x="696937" y="434174"/>
                  </a:lnTo>
                  <a:close/>
                </a:path>
                <a:path w="5809615" h="441960">
                  <a:moveTo>
                    <a:pt x="739609" y="434162"/>
                  </a:moveTo>
                  <a:lnTo>
                    <a:pt x="713701" y="434162"/>
                  </a:lnTo>
                  <a:lnTo>
                    <a:pt x="713701" y="440613"/>
                  </a:lnTo>
                  <a:lnTo>
                    <a:pt x="739609" y="440613"/>
                  </a:lnTo>
                  <a:lnTo>
                    <a:pt x="739609" y="434162"/>
                  </a:lnTo>
                  <a:close/>
                </a:path>
                <a:path w="5809615" h="441960">
                  <a:moveTo>
                    <a:pt x="782281" y="434149"/>
                  </a:moveTo>
                  <a:lnTo>
                    <a:pt x="756373" y="434149"/>
                  </a:lnTo>
                  <a:lnTo>
                    <a:pt x="756373" y="440626"/>
                  </a:lnTo>
                  <a:lnTo>
                    <a:pt x="782281" y="440626"/>
                  </a:lnTo>
                  <a:lnTo>
                    <a:pt x="782281" y="434149"/>
                  </a:lnTo>
                  <a:close/>
                </a:path>
                <a:path w="5809615" h="441960">
                  <a:moveTo>
                    <a:pt x="824953" y="434136"/>
                  </a:moveTo>
                  <a:lnTo>
                    <a:pt x="799045" y="434136"/>
                  </a:lnTo>
                  <a:lnTo>
                    <a:pt x="799045" y="440639"/>
                  </a:lnTo>
                  <a:lnTo>
                    <a:pt x="824953" y="440639"/>
                  </a:lnTo>
                  <a:lnTo>
                    <a:pt x="824953" y="434136"/>
                  </a:lnTo>
                  <a:close/>
                </a:path>
                <a:path w="5809615" h="441960">
                  <a:moveTo>
                    <a:pt x="867727" y="434136"/>
                  </a:moveTo>
                  <a:lnTo>
                    <a:pt x="841819" y="434136"/>
                  </a:lnTo>
                  <a:lnTo>
                    <a:pt x="841819" y="440651"/>
                  </a:lnTo>
                  <a:lnTo>
                    <a:pt x="867727" y="440651"/>
                  </a:lnTo>
                  <a:lnTo>
                    <a:pt x="867727" y="434136"/>
                  </a:lnTo>
                  <a:close/>
                </a:path>
                <a:path w="5809615" h="441960">
                  <a:moveTo>
                    <a:pt x="910399" y="434124"/>
                  </a:moveTo>
                  <a:lnTo>
                    <a:pt x="886015" y="434124"/>
                  </a:lnTo>
                  <a:lnTo>
                    <a:pt x="886015" y="440664"/>
                  </a:lnTo>
                  <a:lnTo>
                    <a:pt x="910399" y="440664"/>
                  </a:lnTo>
                  <a:lnTo>
                    <a:pt x="910399" y="434124"/>
                  </a:lnTo>
                  <a:close/>
                </a:path>
                <a:path w="5809615" h="441960">
                  <a:moveTo>
                    <a:pt x="954595" y="434111"/>
                  </a:moveTo>
                  <a:lnTo>
                    <a:pt x="928687" y="434111"/>
                  </a:lnTo>
                  <a:lnTo>
                    <a:pt x="928687" y="440677"/>
                  </a:lnTo>
                  <a:lnTo>
                    <a:pt x="954595" y="440677"/>
                  </a:lnTo>
                  <a:lnTo>
                    <a:pt x="954595" y="434111"/>
                  </a:lnTo>
                  <a:close/>
                </a:path>
                <a:path w="5809615" h="441960">
                  <a:moveTo>
                    <a:pt x="997356" y="434098"/>
                  </a:moveTo>
                  <a:lnTo>
                    <a:pt x="971448" y="434098"/>
                  </a:lnTo>
                  <a:lnTo>
                    <a:pt x="971448" y="440690"/>
                  </a:lnTo>
                  <a:lnTo>
                    <a:pt x="997356" y="440690"/>
                  </a:lnTo>
                  <a:lnTo>
                    <a:pt x="997356" y="434098"/>
                  </a:lnTo>
                  <a:close/>
                </a:path>
                <a:path w="5809615" h="441960">
                  <a:moveTo>
                    <a:pt x="1040028" y="434086"/>
                  </a:moveTo>
                  <a:lnTo>
                    <a:pt x="1014120" y="434086"/>
                  </a:lnTo>
                  <a:lnTo>
                    <a:pt x="1014120" y="440690"/>
                  </a:lnTo>
                  <a:lnTo>
                    <a:pt x="1040028" y="440690"/>
                  </a:lnTo>
                  <a:lnTo>
                    <a:pt x="1040028" y="434086"/>
                  </a:lnTo>
                  <a:close/>
                </a:path>
                <a:path w="5809615" h="441960">
                  <a:moveTo>
                    <a:pt x="1082700" y="434073"/>
                  </a:moveTo>
                  <a:lnTo>
                    <a:pt x="1056792" y="434073"/>
                  </a:lnTo>
                  <a:lnTo>
                    <a:pt x="1056792" y="440702"/>
                  </a:lnTo>
                  <a:lnTo>
                    <a:pt x="1082700" y="440702"/>
                  </a:lnTo>
                  <a:lnTo>
                    <a:pt x="1082700" y="434073"/>
                  </a:lnTo>
                  <a:close/>
                </a:path>
                <a:path w="5809615" h="441960">
                  <a:moveTo>
                    <a:pt x="1125474" y="434060"/>
                  </a:moveTo>
                  <a:lnTo>
                    <a:pt x="1099566" y="434060"/>
                  </a:lnTo>
                  <a:lnTo>
                    <a:pt x="1099566" y="440715"/>
                  </a:lnTo>
                  <a:lnTo>
                    <a:pt x="1125474" y="440715"/>
                  </a:lnTo>
                  <a:lnTo>
                    <a:pt x="1125474" y="434060"/>
                  </a:lnTo>
                  <a:close/>
                </a:path>
                <a:path w="5809615" h="441960">
                  <a:moveTo>
                    <a:pt x="1169670" y="434047"/>
                  </a:moveTo>
                  <a:lnTo>
                    <a:pt x="1143762" y="434047"/>
                  </a:lnTo>
                  <a:lnTo>
                    <a:pt x="1143762" y="440728"/>
                  </a:lnTo>
                  <a:lnTo>
                    <a:pt x="1169670" y="440728"/>
                  </a:lnTo>
                  <a:lnTo>
                    <a:pt x="1169670" y="434047"/>
                  </a:lnTo>
                  <a:close/>
                </a:path>
                <a:path w="5809615" h="441960">
                  <a:moveTo>
                    <a:pt x="1212342" y="434035"/>
                  </a:moveTo>
                  <a:lnTo>
                    <a:pt x="1186434" y="434035"/>
                  </a:lnTo>
                  <a:lnTo>
                    <a:pt x="1186434" y="440740"/>
                  </a:lnTo>
                  <a:lnTo>
                    <a:pt x="1212342" y="440740"/>
                  </a:lnTo>
                  <a:lnTo>
                    <a:pt x="1212342" y="434035"/>
                  </a:lnTo>
                  <a:close/>
                </a:path>
                <a:path w="5809615" h="441960">
                  <a:moveTo>
                    <a:pt x="1255102" y="434022"/>
                  </a:moveTo>
                  <a:lnTo>
                    <a:pt x="1229106" y="434022"/>
                  </a:lnTo>
                  <a:lnTo>
                    <a:pt x="1229106" y="440753"/>
                  </a:lnTo>
                  <a:lnTo>
                    <a:pt x="1255102" y="440753"/>
                  </a:lnTo>
                  <a:lnTo>
                    <a:pt x="1255102" y="434022"/>
                  </a:lnTo>
                  <a:close/>
                </a:path>
                <a:path w="5809615" h="441960">
                  <a:moveTo>
                    <a:pt x="1297774" y="434009"/>
                  </a:moveTo>
                  <a:lnTo>
                    <a:pt x="1271866" y="434009"/>
                  </a:lnTo>
                  <a:lnTo>
                    <a:pt x="1271866" y="440766"/>
                  </a:lnTo>
                  <a:lnTo>
                    <a:pt x="1297774" y="440766"/>
                  </a:lnTo>
                  <a:lnTo>
                    <a:pt x="1297774" y="434009"/>
                  </a:lnTo>
                  <a:close/>
                </a:path>
                <a:path w="5809615" h="441960">
                  <a:moveTo>
                    <a:pt x="1340446" y="434009"/>
                  </a:moveTo>
                  <a:lnTo>
                    <a:pt x="1314538" y="434009"/>
                  </a:lnTo>
                  <a:lnTo>
                    <a:pt x="1314538" y="440778"/>
                  </a:lnTo>
                  <a:lnTo>
                    <a:pt x="1340446" y="440778"/>
                  </a:lnTo>
                  <a:lnTo>
                    <a:pt x="1340446" y="434009"/>
                  </a:lnTo>
                  <a:close/>
                </a:path>
                <a:path w="5809615" h="441960">
                  <a:moveTo>
                    <a:pt x="1383220" y="433997"/>
                  </a:moveTo>
                  <a:lnTo>
                    <a:pt x="1357210" y="433997"/>
                  </a:lnTo>
                  <a:lnTo>
                    <a:pt x="1357210" y="440791"/>
                  </a:lnTo>
                  <a:lnTo>
                    <a:pt x="1383220" y="440791"/>
                  </a:lnTo>
                  <a:lnTo>
                    <a:pt x="1383220" y="433997"/>
                  </a:lnTo>
                  <a:close/>
                </a:path>
                <a:path w="5809615" h="441960">
                  <a:moveTo>
                    <a:pt x="1427416" y="433984"/>
                  </a:moveTo>
                  <a:lnTo>
                    <a:pt x="1401508" y="433984"/>
                  </a:lnTo>
                  <a:lnTo>
                    <a:pt x="1401508" y="440804"/>
                  </a:lnTo>
                  <a:lnTo>
                    <a:pt x="1427416" y="440804"/>
                  </a:lnTo>
                  <a:lnTo>
                    <a:pt x="1427416" y="433984"/>
                  </a:lnTo>
                  <a:close/>
                </a:path>
                <a:path w="5809615" h="441960">
                  <a:moveTo>
                    <a:pt x="1470088" y="433971"/>
                  </a:moveTo>
                  <a:lnTo>
                    <a:pt x="1444180" y="433971"/>
                  </a:lnTo>
                  <a:lnTo>
                    <a:pt x="1444180" y="440817"/>
                  </a:lnTo>
                  <a:lnTo>
                    <a:pt x="1470088" y="440817"/>
                  </a:lnTo>
                  <a:lnTo>
                    <a:pt x="1470088" y="433971"/>
                  </a:lnTo>
                  <a:close/>
                </a:path>
                <a:path w="5809615" h="441960">
                  <a:moveTo>
                    <a:pt x="1512849" y="433959"/>
                  </a:moveTo>
                  <a:lnTo>
                    <a:pt x="1486852" y="433959"/>
                  </a:lnTo>
                  <a:lnTo>
                    <a:pt x="1486852" y="440817"/>
                  </a:lnTo>
                  <a:lnTo>
                    <a:pt x="1512849" y="440817"/>
                  </a:lnTo>
                  <a:lnTo>
                    <a:pt x="1512849" y="433959"/>
                  </a:lnTo>
                  <a:close/>
                </a:path>
                <a:path w="5809615" h="441960">
                  <a:moveTo>
                    <a:pt x="1555521" y="433946"/>
                  </a:moveTo>
                  <a:lnTo>
                    <a:pt x="1529613" y="433946"/>
                  </a:lnTo>
                  <a:lnTo>
                    <a:pt x="1529613" y="440829"/>
                  </a:lnTo>
                  <a:lnTo>
                    <a:pt x="1555521" y="440829"/>
                  </a:lnTo>
                  <a:lnTo>
                    <a:pt x="1555521" y="433946"/>
                  </a:lnTo>
                  <a:close/>
                </a:path>
                <a:path w="5809615" h="441960">
                  <a:moveTo>
                    <a:pt x="1598193" y="433933"/>
                  </a:moveTo>
                  <a:lnTo>
                    <a:pt x="1572285" y="433933"/>
                  </a:lnTo>
                  <a:lnTo>
                    <a:pt x="1572285" y="440842"/>
                  </a:lnTo>
                  <a:lnTo>
                    <a:pt x="1598193" y="440842"/>
                  </a:lnTo>
                  <a:lnTo>
                    <a:pt x="1598193" y="433933"/>
                  </a:lnTo>
                  <a:close/>
                </a:path>
                <a:path w="5809615" h="441960">
                  <a:moveTo>
                    <a:pt x="1640967" y="433920"/>
                  </a:moveTo>
                  <a:lnTo>
                    <a:pt x="1616481" y="433920"/>
                  </a:lnTo>
                  <a:lnTo>
                    <a:pt x="1616481" y="440855"/>
                  </a:lnTo>
                  <a:lnTo>
                    <a:pt x="1640967" y="440855"/>
                  </a:lnTo>
                  <a:lnTo>
                    <a:pt x="1640967" y="433920"/>
                  </a:lnTo>
                  <a:close/>
                </a:path>
                <a:path w="5809615" h="441960">
                  <a:moveTo>
                    <a:pt x="1685163" y="433908"/>
                  </a:moveTo>
                  <a:lnTo>
                    <a:pt x="1659255" y="433908"/>
                  </a:lnTo>
                  <a:lnTo>
                    <a:pt x="1659255" y="440867"/>
                  </a:lnTo>
                  <a:lnTo>
                    <a:pt x="1685163" y="440867"/>
                  </a:lnTo>
                  <a:lnTo>
                    <a:pt x="1685163" y="433908"/>
                  </a:lnTo>
                  <a:close/>
                </a:path>
                <a:path w="5809615" h="441960">
                  <a:moveTo>
                    <a:pt x="1727835" y="433895"/>
                  </a:moveTo>
                  <a:lnTo>
                    <a:pt x="1701927" y="433895"/>
                  </a:lnTo>
                  <a:lnTo>
                    <a:pt x="1701927" y="440880"/>
                  </a:lnTo>
                  <a:lnTo>
                    <a:pt x="1727835" y="440880"/>
                  </a:lnTo>
                  <a:lnTo>
                    <a:pt x="1727835" y="433895"/>
                  </a:lnTo>
                  <a:close/>
                </a:path>
                <a:path w="5809615" h="441960">
                  <a:moveTo>
                    <a:pt x="1770595" y="433882"/>
                  </a:moveTo>
                  <a:lnTo>
                    <a:pt x="1744599" y="433882"/>
                  </a:lnTo>
                  <a:lnTo>
                    <a:pt x="1744599" y="440893"/>
                  </a:lnTo>
                  <a:lnTo>
                    <a:pt x="1770595" y="440893"/>
                  </a:lnTo>
                  <a:lnTo>
                    <a:pt x="1770595" y="433882"/>
                  </a:lnTo>
                  <a:close/>
                </a:path>
                <a:path w="5809615" h="441960">
                  <a:moveTo>
                    <a:pt x="1813267" y="433882"/>
                  </a:moveTo>
                  <a:lnTo>
                    <a:pt x="1787359" y="433882"/>
                  </a:lnTo>
                  <a:lnTo>
                    <a:pt x="1787359" y="440905"/>
                  </a:lnTo>
                  <a:lnTo>
                    <a:pt x="1813267" y="440905"/>
                  </a:lnTo>
                  <a:lnTo>
                    <a:pt x="1813267" y="433882"/>
                  </a:lnTo>
                  <a:close/>
                </a:path>
                <a:path w="5809615" h="441960">
                  <a:moveTo>
                    <a:pt x="1855939" y="433870"/>
                  </a:moveTo>
                  <a:lnTo>
                    <a:pt x="1830031" y="433870"/>
                  </a:lnTo>
                  <a:lnTo>
                    <a:pt x="1830031" y="440918"/>
                  </a:lnTo>
                  <a:lnTo>
                    <a:pt x="1855939" y="440918"/>
                  </a:lnTo>
                  <a:lnTo>
                    <a:pt x="1855939" y="433870"/>
                  </a:lnTo>
                  <a:close/>
                </a:path>
                <a:path w="5809615" h="441960">
                  <a:moveTo>
                    <a:pt x="1898611" y="433857"/>
                  </a:moveTo>
                  <a:lnTo>
                    <a:pt x="1874227" y="433857"/>
                  </a:lnTo>
                  <a:lnTo>
                    <a:pt x="1874227" y="440931"/>
                  </a:lnTo>
                  <a:lnTo>
                    <a:pt x="1898611" y="440931"/>
                  </a:lnTo>
                  <a:lnTo>
                    <a:pt x="1898611" y="433857"/>
                  </a:lnTo>
                  <a:close/>
                </a:path>
                <a:path w="5809615" h="441960">
                  <a:moveTo>
                    <a:pt x="1942909" y="433844"/>
                  </a:moveTo>
                  <a:lnTo>
                    <a:pt x="1917001" y="433844"/>
                  </a:lnTo>
                  <a:lnTo>
                    <a:pt x="1917001" y="440944"/>
                  </a:lnTo>
                  <a:lnTo>
                    <a:pt x="1942909" y="440944"/>
                  </a:lnTo>
                  <a:lnTo>
                    <a:pt x="1942909" y="433844"/>
                  </a:lnTo>
                  <a:close/>
                </a:path>
                <a:path w="5809615" h="441960">
                  <a:moveTo>
                    <a:pt x="1985581" y="433832"/>
                  </a:moveTo>
                  <a:lnTo>
                    <a:pt x="1959673" y="433832"/>
                  </a:lnTo>
                  <a:lnTo>
                    <a:pt x="1959673" y="440944"/>
                  </a:lnTo>
                  <a:lnTo>
                    <a:pt x="1985581" y="440944"/>
                  </a:lnTo>
                  <a:lnTo>
                    <a:pt x="1985581" y="433832"/>
                  </a:lnTo>
                  <a:close/>
                </a:path>
                <a:path w="5809615" h="441960">
                  <a:moveTo>
                    <a:pt x="2028253" y="433819"/>
                  </a:moveTo>
                  <a:lnTo>
                    <a:pt x="2002345" y="433819"/>
                  </a:lnTo>
                  <a:lnTo>
                    <a:pt x="2002345" y="440956"/>
                  </a:lnTo>
                  <a:lnTo>
                    <a:pt x="2028253" y="440956"/>
                  </a:lnTo>
                  <a:lnTo>
                    <a:pt x="2028253" y="433819"/>
                  </a:lnTo>
                  <a:close/>
                </a:path>
                <a:path w="5809615" h="441960">
                  <a:moveTo>
                    <a:pt x="2071014" y="433806"/>
                  </a:moveTo>
                  <a:lnTo>
                    <a:pt x="2045106" y="433806"/>
                  </a:lnTo>
                  <a:lnTo>
                    <a:pt x="2045106" y="440969"/>
                  </a:lnTo>
                  <a:lnTo>
                    <a:pt x="2071014" y="440969"/>
                  </a:lnTo>
                  <a:lnTo>
                    <a:pt x="2071014" y="433806"/>
                  </a:lnTo>
                  <a:close/>
                </a:path>
                <a:path w="5809615" h="441960">
                  <a:moveTo>
                    <a:pt x="2113686" y="433793"/>
                  </a:moveTo>
                  <a:lnTo>
                    <a:pt x="2087778" y="433793"/>
                  </a:lnTo>
                  <a:lnTo>
                    <a:pt x="2087778" y="440982"/>
                  </a:lnTo>
                  <a:lnTo>
                    <a:pt x="2113686" y="440982"/>
                  </a:lnTo>
                  <a:lnTo>
                    <a:pt x="2113686" y="433793"/>
                  </a:lnTo>
                  <a:close/>
                </a:path>
                <a:path w="5809615" h="441960">
                  <a:moveTo>
                    <a:pt x="2157882" y="433781"/>
                  </a:moveTo>
                  <a:lnTo>
                    <a:pt x="2131974" y="433781"/>
                  </a:lnTo>
                  <a:lnTo>
                    <a:pt x="2131974" y="440994"/>
                  </a:lnTo>
                  <a:lnTo>
                    <a:pt x="2157882" y="440994"/>
                  </a:lnTo>
                  <a:lnTo>
                    <a:pt x="2157882" y="433781"/>
                  </a:lnTo>
                  <a:close/>
                </a:path>
                <a:path w="5809615" h="441960">
                  <a:moveTo>
                    <a:pt x="2200656" y="433768"/>
                  </a:moveTo>
                  <a:lnTo>
                    <a:pt x="2174748" y="433768"/>
                  </a:lnTo>
                  <a:lnTo>
                    <a:pt x="2174748" y="441007"/>
                  </a:lnTo>
                  <a:lnTo>
                    <a:pt x="2200656" y="441007"/>
                  </a:lnTo>
                  <a:lnTo>
                    <a:pt x="2200656" y="433768"/>
                  </a:lnTo>
                  <a:close/>
                </a:path>
                <a:path w="5809615" h="441960">
                  <a:moveTo>
                    <a:pt x="2243328" y="433755"/>
                  </a:moveTo>
                  <a:lnTo>
                    <a:pt x="2217420" y="433755"/>
                  </a:lnTo>
                  <a:lnTo>
                    <a:pt x="2217420" y="441020"/>
                  </a:lnTo>
                  <a:lnTo>
                    <a:pt x="2243328" y="441020"/>
                  </a:lnTo>
                  <a:lnTo>
                    <a:pt x="2243328" y="433755"/>
                  </a:lnTo>
                  <a:close/>
                </a:path>
                <a:path w="5809615" h="441960">
                  <a:moveTo>
                    <a:pt x="2286000" y="433755"/>
                  </a:moveTo>
                  <a:lnTo>
                    <a:pt x="2260092" y="433755"/>
                  </a:lnTo>
                  <a:lnTo>
                    <a:pt x="2260092" y="441032"/>
                  </a:lnTo>
                  <a:lnTo>
                    <a:pt x="2286000" y="441032"/>
                  </a:lnTo>
                  <a:lnTo>
                    <a:pt x="2286000" y="433755"/>
                  </a:lnTo>
                  <a:close/>
                </a:path>
                <a:path w="5809615" h="441960">
                  <a:moveTo>
                    <a:pt x="2328761" y="433743"/>
                  </a:moveTo>
                  <a:lnTo>
                    <a:pt x="2302853" y="433743"/>
                  </a:lnTo>
                  <a:lnTo>
                    <a:pt x="2302853" y="441045"/>
                  </a:lnTo>
                  <a:lnTo>
                    <a:pt x="2328761" y="441045"/>
                  </a:lnTo>
                  <a:lnTo>
                    <a:pt x="2328761" y="433743"/>
                  </a:lnTo>
                  <a:close/>
                </a:path>
                <a:path w="5809615" h="441960">
                  <a:moveTo>
                    <a:pt x="2371433" y="433730"/>
                  </a:moveTo>
                  <a:lnTo>
                    <a:pt x="2347049" y="433730"/>
                  </a:lnTo>
                  <a:lnTo>
                    <a:pt x="2347049" y="441058"/>
                  </a:lnTo>
                  <a:lnTo>
                    <a:pt x="2371433" y="441058"/>
                  </a:lnTo>
                  <a:lnTo>
                    <a:pt x="2371433" y="433730"/>
                  </a:lnTo>
                  <a:close/>
                </a:path>
                <a:path w="5809615" h="441960">
                  <a:moveTo>
                    <a:pt x="2415629" y="433717"/>
                  </a:moveTo>
                  <a:lnTo>
                    <a:pt x="2389721" y="433717"/>
                  </a:lnTo>
                  <a:lnTo>
                    <a:pt x="2389721" y="441071"/>
                  </a:lnTo>
                  <a:lnTo>
                    <a:pt x="2415629" y="441071"/>
                  </a:lnTo>
                  <a:lnTo>
                    <a:pt x="2415629" y="433717"/>
                  </a:lnTo>
                  <a:close/>
                </a:path>
                <a:path w="5809615" h="441960">
                  <a:moveTo>
                    <a:pt x="2458402" y="433705"/>
                  </a:moveTo>
                  <a:lnTo>
                    <a:pt x="2432393" y="433705"/>
                  </a:lnTo>
                  <a:lnTo>
                    <a:pt x="2432393" y="441071"/>
                  </a:lnTo>
                  <a:lnTo>
                    <a:pt x="2458402" y="441071"/>
                  </a:lnTo>
                  <a:lnTo>
                    <a:pt x="2458402" y="433705"/>
                  </a:lnTo>
                  <a:close/>
                </a:path>
                <a:path w="5809615" h="441960">
                  <a:moveTo>
                    <a:pt x="2501074" y="433692"/>
                  </a:moveTo>
                  <a:lnTo>
                    <a:pt x="2475166" y="433692"/>
                  </a:lnTo>
                  <a:lnTo>
                    <a:pt x="2475166" y="441083"/>
                  </a:lnTo>
                  <a:lnTo>
                    <a:pt x="2501074" y="441083"/>
                  </a:lnTo>
                  <a:lnTo>
                    <a:pt x="2501074" y="433692"/>
                  </a:lnTo>
                  <a:close/>
                </a:path>
                <a:path w="5809615" h="441960">
                  <a:moveTo>
                    <a:pt x="2543746" y="433679"/>
                  </a:moveTo>
                  <a:lnTo>
                    <a:pt x="2517838" y="433679"/>
                  </a:lnTo>
                  <a:lnTo>
                    <a:pt x="2517838" y="441096"/>
                  </a:lnTo>
                  <a:lnTo>
                    <a:pt x="2543746" y="441096"/>
                  </a:lnTo>
                  <a:lnTo>
                    <a:pt x="2543746" y="433679"/>
                  </a:lnTo>
                  <a:close/>
                </a:path>
                <a:path w="5809615" h="441960">
                  <a:moveTo>
                    <a:pt x="2586507" y="433666"/>
                  </a:moveTo>
                  <a:lnTo>
                    <a:pt x="2560510" y="433666"/>
                  </a:lnTo>
                  <a:lnTo>
                    <a:pt x="2560510" y="441109"/>
                  </a:lnTo>
                  <a:lnTo>
                    <a:pt x="2586507" y="441109"/>
                  </a:lnTo>
                  <a:lnTo>
                    <a:pt x="2586507" y="433666"/>
                  </a:lnTo>
                  <a:close/>
                </a:path>
                <a:path w="5809615" h="441960">
                  <a:moveTo>
                    <a:pt x="2629179" y="433654"/>
                  </a:moveTo>
                  <a:lnTo>
                    <a:pt x="2604795" y="433654"/>
                  </a:lnTo>
                  <a:lnTo>
                    <a:pt x="2604795" y="441121"/>
                  </a:lnTo>
                  <a:lnTo>
                    <a:pt x="2629179" y="441121"/>
                  </a:lnTo>
                  <a:lnTo>
                    <a:pt x="2629179" y="433654"/>
                  </a:lnTo>
                  <a:close/>
                </a:path>
                <a:path w="5809615" h="441960">
                  <a:moveTo>
                    <a:pt x="2673375" y="433641"/>
                  </a:moveTo>
                  <a:lnTo>
                    <a:pt x="2647467" y="433641"/>
                  </a:lnTo>
                  <a:lnTo>
                    <a:pt x="2647467" y="441134"/>
                  </a:lnTo>
                  <a:lnTo>
                    <a:pt x="2673375" y="441134"/>
                  </a:lnTo>
                  <a:lnTo>
                    <a:pt x="2673375" y="433641"/>
                  </a:lnTo>
                  <a:close/>
                </a:path>
                <a:path w="5809615" h="441960">
                  <a:moveTo>
                    <a:pt x="2716149" y="433628"/>
                  </a:moveTo>
                  <a:lnTo>
                    <a:pt x="2690139" y="433628"/>
                  </a:lnTo>
                  <a:lnTo>
                    <a:pt x="2690139" y="441147"/>
                  </a:lnTo>
                  <a:lnTo>
                    <a:pt x="2716149" y="441147"/>
                  </a:lnTo>
                  <a:lnTo>
                    <a:pt x="2716149" y="433628"/>
                  </a:lnTo>
                  <a:close/>
                </a:path>
                <a:path w="5809615" h="441960">
                  <a:moveTo>
                    <a:pt x="2758821" y="433628"/>
                  </a:moveTo>
                  <a:lnTo>
                    <a:pt x="2732913" y="433628"/>
                  </a:lnTo>
                  <a:lnTo>
                    <a:pt x="2732913" y="441159"/>
                  </a:lnTo>
                  <a:lnTo>
                    <a:pt x="2758821" y="441159"/>
                  </a:lnTo>
                  <a:lnTo>
                    <a:pt x="2758821" y="433628"/>
                  </a:lnTo>
                  <a:close/>
                </a:path>
                <a:path w="5809615" h="441960">
                  <a:moveTo>
                    <a:pt x="2801493" y="433616"/>
                  </a:moveTo>
                  <a:lnTo>
                    <a:pt x="2775585" y="433616"/>
                  </a:lnTo>
                  <a:lnTo>
                    <a:pt x="2775585" y="441172"/>
                  </a:lnTo>
                  <a:lnTo>
                    <a:pt x="2801493" y="441172"/>
                  </a:lnTo>
                  <a:lnTo>
                    <a:pt x="2801493" y="433616"/>
                  </a:lnTo>
                  <a:close/>
                </a:path>
                <a:path w="5809615" h="441960">
                  <a:moveTo>
                    <a:pt x="2844254" y="433603"/>
                  </a:moveTo>
                  <a:lnTo>
                    <a:pt x="2818257" y="433603"/>
                  </a:lnTo>
                  <a:lnTo>
                    <a:pt x="2818257" y="441185"/>
                  </a:lnTo>
                  <a:lnTo>
                    <a:pt x="2844254" y="441185"/>
                  </a:lnTo>
                  <a:lnTo>
                    <a:pt x="2844254" y="433603"/>
                  </a:lnTo>
                  <a:close/>
                </a:path>
                <a:path w="5809615" h="441960">
                  <a:moveTo>
                    <a:pt x="2886926" y="433590"/>
                  </a:moveTo>
                  <a:lnTo>
                    <a:pt x="2862542" y="433590"/>
                  </a:lnTo>
                  <a:lnTo>
                    <a:pt x="2862542" y="441198"/>
                  </a:lnTo>
                  <a:lnTo>
                    <a:pt x="2886926" y="441198"/>
                  </a:lnTo>
                  <a:lnTo>
                    <a:pt x="2886926" y="433590"/>
                  </a:lnTo>
                  <a:close/>
                </a:path>
                <a:path w="5809615" h="441960">
                  <a:moveTo>
                    <a:pt x="2931122" y="433578"/>
                  </a:moveTo>
                  <a:lnTo>
                    <a:pt x="2905214" y="433578"/>
                  </a:lnTo>
                  <a:lnTo>
                    <a:pt x="2905214" y="441198"/>
                  </a:lnTo>
                  <a:lnTo>
                    <a:pt x="2931122" y="441198"/>
                  </a:lnTo>
                  <a:lnTo>
                    <a:pt x="2931122" y="433578"/>
                  </a:lnTo>
                  <a:close/>
                </a:path>
                <a:path w="5809615" h="441960">
                  <a:moveTo>
                    <a:pt x="2973895" y="433565"/>
                  </a:moveTo>
                  <a:lnTo>
                    <a:pt x="2947886" y="433565"/>
                  </a:lnTo>
                  <a:lnTo>
                    <a:pt x="2947886" y="441210"/>
                  </a:lnTo>
                  <a:lnTo>
                    <a:pt x="2973895" y="441210"/>
                  </a:lnTo>
                  <a:lnTo>
                    <a:pt x="2973895" y="433565"/>
                  </a:lnTo>
                  <a:close/>
                </a:path>
                <a:path w="5809615" h="441960">
                  <a:moveTo>
                    <a:pt x="3016567" y="433552"/>
                  </a:moveTo>
                  <a:lnTo>
                    <a:pt x="2990659" y="433552"/>
                  </a:lnTo>
                  <a:lnTo>
                    <a:pt x="2990659" y="441223"/>
                  </a:lnTo>
                  <a:lnTo>
                    <a:pt x="3016567" y="441223"/>
                  </a:lnTo>
                  <a:lnTo>
                    <a:pt x="3016567" y="433552"/>
                  </a:lnTo>
                  <a:close/>
                </a:path>
                <a:path w="5809615" h="441960">
                  <a:moveTo>
                    <a:pt x="3059239" y="433539"/>
                  </a:moveTo>
                  <a:lnTo>
                    <a:pt x="3033331" y="433539"/>
                  </a:lnTo>
                  <a:lnTo>
                    <a:pt x="3033331" y="441236"/>
                  </a:lnTo>
                  <a:lnTo>
                    <a:pt x="3059239" y="441236"/>
                  </a:lnTo>
                  <a:lnTo>
                    <a:pt x="3059239" y="433539"/>
                  </a:lnTo>
                  <a:close/>
                </a:path>
                <a:path w="5809615" h="441960">
                  <a:moveTo>
                    <a:pt x="3101911" y="433527"/>
                  </a:moveTo>
                  <a:lnTo>
                    <a:pt x="3076003" y="433527"/>
                  </a:lnTo>
                  <a:lnTo>
                    <a:pt x="3076003" y="441248"/>
                  </a:lnTo>
                  <a:lnTo>
                    <a:pt x="3101911" y="441248"/>
                  </a:lnTo>
                  <a:lnTo>
                    <a:pt x="3101911" y="433527"/>
                  </a:lnTo>
                  <a:close/>
                </a:path>
                <a:path w="5809615" h="441960">
                  <a:moveTo>
                    <a:pt x="3146196" y="433514"/>
                  </a:moveTo>
                  <a:lnTo>
                    <a:pt x="3120288" y="433514"/>
                  </a:lnTo>
                  <a:lnTo>
                    <a:pt x="3120288" y="441261"/>
                  </a:lnTo>
                  <a:lnTo>
                    <a:pt x="3146196" y="441261"/>
                  </a:lnTo>
                  <a:lnTo>
                    <a:pt x="3146196" y="433514"/>
                  </a:lnTo>
                  <a:close/>
                </a:path>
                <a:path w="5809615" h="441960">
                  <a:moveTo>
                    <a:pt x="3188868" y="433501"/>
                  </a:moveTo>
                  <a:lnTo>
                    <a:pt x="3162960" y="433501"/>
                  </a:lnTo>
                  <a:lnTo>
                    <a:pt x="3162960" y="441274"/>
                  </a:lnTo>
                  <a:lnTo>
                    <a:pt x="3188868" y="441274"/>
                  </a:lnTo>
                  <a:lnTo>
                    <a:pt x="3188868" y="433501"/>
                  </a:lnTo>
                  <a:close/>
                </a:path>
                <a:path w="5809615" h="441960">
                  <a:moveTo>
                    <a:pt x="3231540" y="433501"/>
                  </a:moveTo>
                  <a:lnTo>
                    <a:pt x="3205632" y="433501"/>
                  </a:lnTo>
                  <a:lnTo>
                    <a:pt x="3205632" y="441286"/>
                  </a:lnTo>
                  <a:lnTo>
                    <a:pt x="3231540" y="441286"/>
                  </a:lnTo>
                  <a:lnTo>
                    <a:pt x="3231540" y="433501"/>
                  </a:lnTo>
                  <a:close/>
                </a:path>
                <a:path w="5809615" h="441960">
                  <a:moveTo>
                    <a:pt x="3274314" y="433489"/>
                  </a:moveTo>
                  <a:lnTo>
                    <a:pt x="3248406" y="433489"/>
                  </a:lnTo>
                  <a:lnTo>
                    <a:pt x="3248406" y="441299"/>
                  </a:lnTo>
                  <a:lnTo>
                    <a:pt x="3274314" y="441299"/>
                  </a:lnTo>
                  <a:lnTo>
                    <a:pt x="3274314" y="433489"/>
                  </a:lnTo>
                  <a:close/>
                </a:path>
                <a:path w="5809615" h="441960">
                  <a:moveTo>
                    <a:pt x="3316986" y="433476"/>
                  </a:moveTo>
                  <a:lnTo>
                    <a:pt x="3291078" y="433476"/>
                  </a:lnTo>
                  <a:lnTo>
                    <a:pt x="3291078" y="441312"/>
                  </a:lnTo>
                  <a:lnTo>
                    <a:pt x="3316986" y="441312"/>
                  </a:lnTo>
                  <a:lnTo>
                    <a:pt x="3316986" y="433476"/>
                  </a:lnTo>
                  <a:close/>
                </a:path>
                <a:path w="5809615" h="441960">
                  <a:moveTo>
                    <a:pt x="3359658" y="433463"/>
                  </a:moveTo>
                  <a:lnTo>
                    <a:pt x="3335274" y="433463"/>
                  </a:lnTo>
                  <a:lnTo>
                    <a:pt x="3335274" y="441325"/>
                  </a:lnTo>
                  <a:lnTo>
                    <a:pt x="3359658" y="441325"/>
                  </a:lnTo>
                  <a:lnTo>
                    <a:pt x="3359658" y="433463"/>
                  </a:lnTo>
                  <a:close/>
                </a:path>
                <a:path w="5809615" h="441960">
                  <a:moveTo>
                    <a:pt x="3403943" y="433451"/>
                  </a:moveTo>
                  <a:lnTo>
                    <a:pt x="3378035" y="433451"/>
                  </a:lnTo>
                  <a:lnTo>
                    <a:pt x="3378035" y="441325"/>
                  </a:lnTo>
                  <a:lnTo>
                    <a:pt x="3403943" y="441325"/>
                  </a:lnTo>
                  <a:lnTo>
                    <a:pt x="3403943" y="433451"/>
                  </a:lnTo>
                  <a:close/>
                </a:path>
                <a:path w="5809615" h="441960">
                  <a:moveTo>
                    <a:pt x="3446615" y="433438"/>
                  </a:moveTo>
                  <a:lnTo>
                    <a:pt x="3420707" y="433438"/>
                  </a:lnTo>
                  <a:lnTo>
                    <a:pt x="3420707" y="441337"/>
                  </a:lnTo>
                  <a:lnTo>
                    <a:pt x="3446615" y="441337"/>
                  </a:lnTo>
                  <a:lnTo>
                    <a:pt x="3446615" y="433438"/>
                  </a:lnTo>
                  <a:close/>
                </a:path>
                <a:path w="5809615" h="441960">
                  <a:moveTo>
                    <a:pt x="3489287" y="433425"/>
                  </a:moveTo>
                  <a:lnTo>
                    <a:pt x="3463379" y="433425"/>
                  </a:lnTo>
                  <a:lnTo>
                    <a:pt x="3463379" y="441350"/>
                  </a:lnTo>
                  <a:lnTo>
                    <a:pt x="3489287" y="441350"/>
                  </a:lnTo>
                  <a:lnTo>
                    <a:pt x="3489287" y="433425"/>
                  </a:lnTo>
                  <a:close/>
                </a:path>
                <a:path w="5809615" h="441960">
                  <a:moveTo>
                    <a:pt x="3532060" y="433412"/>
                  </a:moveTo>
                  <a:lnTo>
                    <a:pt x="3506152" y="433412"/>
                  </a:lnTo>
                  <a:lnTo>
                    <a:pt x="3506152" y="441363"/>
                  </a:lnTo>
                  <a:lnTo>
                    <a:pt x="3532060" y="441363"/>
                  </a:lnTo>
                  <a:lnTo>
                    <a:pt x="3532060" y="433412"/>
                  </a:lnTo>
                  <a:close/>
                </a:path>
                <a:path w="5809615" h="441960">
                  <a:moveTo>
                    <a:pt x="3574732" y="433400"/>
                  </a:moveTo>
                  <a:lnTo>
                    <a:pt x="3548824" y="433400"/>
                  </a:lnTo>
                  <a:lnTo>
                    <a:pt x="3548824" y="441375"/>
                  </a:lnTo>
                  <a:lnTo>
                    <a:pt x="3574732" y="441375"/>
                  </a:lnTo>
                  <a:lnTo>
                    <a:pt x="3574732" y="433400"/>
                  </a:lnTo>
                  <a:close/>
                </a:path>
                <a:path w="5809615" h="441960">
                  <a:moveTo>
                    <a:pt x="3617404" y="433387"/>
                  </a:moveTo>
                  <a:lnTo>
                    <a:pt x="3593020" y="433387"/>
                  </a:lnTo>
                  <a:lnTo>
                    <a:pt x="3593020" y="441388"/>
                  </a:lnTo>
                  <a:lnTo>
                    <a:pt x="3617404" y="441388"/>
                  </a:lnTo>
                  <a:lnTo>
                    <a:pt x="3617404" y="433387"/>
                  </a:lnTo>
                  <a:close/>
                </a:path>
                <a:path w="5809615" h="441960">
                  <a:moveTo>
                    <a:pt x="3661689" y="433374"/>
                  </a:moveTo>
                  <a:lnTo>
                    <a:pt x="3635692" y="433374"/>
                  </a:lnTo>
                  <a:lnTo>
                    <a:pt x="3635692" y="441401"/>
                  </a:lnTo>
                  <a:lnTo>
                    <a:pt x="3661689" y="441401"/>
                  </a:lnTo>
                  <a:lnTo>
                    <a:pt x="3661689" y="433374"/>
                  </a:lnTo>
                  <a:close/>
                </a:path>
                <a:path w="5809615" h="441960">
                  <a:moveTo>
                    <a:pt x="3704361" y="433374"/>
                  </a:moveTo>
                  <a:lnTo>
                    <a:pt x="3678453" y="433374"/>
                  </a:lnTo>
                  <a:lnTo>
                    <a:pt x="3678453" y="441413"/>
                  </a:lnTo>
                  <a:lnTo>
                    <a:pt x="3704361" y="441413"/>
                  </a:lnTo>
                  <a:lnTo>
                    <a:pt x="3704361" y="433374"/>
                  </a:lnTo>
                  <a:close/>
                </a:path>
                <a:path w="5809615" h="441960">
                  <a:moveTo>
                    <a:pt x="3747033" y="433362"/>
                  </a:moveTo>
                  <a:lnTo>
                    <a:pt x="3721125" y="433362"/>
                  </a:lnTo>
                  <a:lnTo>
                    <a:pt x="3721125" y="441426"/>
                  </a:lnTo>
                  <a:lnTo>
                    <a:pt x="3747033" y="441426"/>
                  </a:lnTo>
                  <a:lnTo>
                    <a:pt x="3747033" y="433362"/>
                  </a:lnTo>
                  <a:close/>
                </a:path>
                <a:path w="5809615" h="441960">
                  <a:moveTo>
                    <a:pt x="3789807" y="433349"/>
                  </a:moveTo>
                  <a:lnTo>
                    <a:pt x="3763797" y="433349"/>
                  </a:lnTo>
                  <a:lnTo>
                    <a:pt x="3763797" y="441439"/>
                  </a:lnTo>
                  <a:lnTo>
                    <a:pt x="3789807" y="441439"/>
                  </a:lnTo>
                  <a:lnTo>
                    <a:pt x="3789807" y="433349"/>
                  </a:lnTo>
                  <a:close/>
                </a:path>
                <a:path w="5809615" h="441960">
                  <a:moveTo>
                    <a:pt x="3832479" y="433336"/>
                  </a:moveTo>
                  <a:lnTo>
                    <a:pt x="3806571" y="433336"/>
                  </a:lnTo>
                  <a:lnTo>
                    <a:pt x="3806571" y="441452"/>
                  </a:lnTo>
                  <a:lnTo>
                    <a:pt x="3832479" y="441452"/>
                  </a:lnTo>
                  <a:lnTo>
                    <a:pt x="3832479" y="433336"/>
                  </a:lnTo>
                  <a:close/>
                </a:path>
                <a:path w="5809615" h="441960">
                  <a:moveTo>
                    <a:pt x="3876675" y="433324"/>
                  </a:moveTo>
                  <a:lnTo>
                    <a:pt x="3850767" y="433324"/>
                  </a:lnTo>
                  <a:lnTo>
                    <a:pt x="3850767" y="441452"/>
                  </a:lnTo>
                  <a:lnTo>
                    <a:pt x="3876675" y="441452"/>
                  </a:lnTo>
                  <a:lnTo>
                    <a:pt x="3876675" y="433324"/>
                  </a:lnTo>
                  <a:close/>
                </a:path>
                <a:path w="5809615" h="441960">
                  <a:moveTo>
                    <a:pt x="3919436" y="433311"/>
                  </a:moveTo>
                  <a:lnTo>
                    <a:pt x="3893439" y="433311"/>
                  </a:lnTo>
                  <a:lnTo>
                    <a:pt x="3893439" y="441464"/>
                  </a:lnTo>
                  <a:lnTo>
                    <a:pt x="3919436" y="441464"/>
                  </a:lnTo>
                  <a:lnTo>
                    <a:pt x="3919436" y="433311"/>
                  </a:lnTo>
                  <a:close/>
                </a:path>
                <a:path w="5809615" h="441960">
                  <a:moveTo>
                    <a:pt x="3962108" y="433298"/>
                  </a:moveTo>
                  <a:lnTo>
                    <a:pt x="3936200" y="433298"/>
                  </a:lnTo>
                  <a:lnTo>
                    <a:pt x="3936200" y="441477"/>
                  </a:lnTo>
                  <a:lnTo>
                    <a:pt x="3962108" y="441477"/>
                  </a:lnTo>
                  <a:lnTo>
                    <a:pt x="3962108" y="433298"/>
                  </a:lnTo>
                  <a:close/>
                </a:path>
                <a:path w="5809615" h="441960">
                  <a:moveTo>
                    <a:pt x="4004780" y="433285"/>
                  </a:moveTo>
                  <a:lnTo>
                    <a:pt x="3978872" y="433285"/>
                  </a:lnTo>
                  <a:lnTo>
                    <a:pt x="3978872" y="441490"/>
                  </a:lnTo>
                  <a:lnTo>
                    <a:pt x="4004780" y="441490"/>
                  </a:lnTo>
                  <a:lnTo>
                    <a:pt x="4004780" y="433285"/>
                  </a:lnTo>
                  <a:close/>
                </a:path>
                <a:path w="5809615" h="441960">
                  <a:moveTo>
                    <a:pt x="4047553" y="433273"/>
                  </a:moveTo>
                  <a:lnTo>
                    <a:pt x="4021544" y="433273"/>
                  </a:lnTo>
                  <a:lnTo>
                    <a:pt x="4021544" y="441502"/>
                  </a:lnTo>
                  <a:lnTo>
                    <a:pt x="4047553" y="441502"/>
                  </a:lnTo>
                  <a:lnTo>
                    <a:pt x="4047553" y="433273"/>
                  </a:lnTo>
                  <a:close/>
                </a:path>
                <a:path w="5809615" h="441960">
                  <a:moveTo>
                    <a:pt x="4090225" y="433260"/>
                  </a:moveTo>
                  <a:lnTo>
                    <a:pt x="4065841" y="433260"/>
                  </a:lnTo>
                  <a:lnTo>
                    <a:pt x="4065841" y="441515"/>
                  </a:lnTo>
                  <a:lnTo>
                    <a:pt x="4090225" y="441515"/>
                  </a:lnTo>
                  <a:lnTo>
                    <a:pt x="4090225" y="433260"/>
                  </a:lnTo>
                  <a:close/>
                </a:path>
                <a:path w="5809615" h="441960">
                  <a:moveTo>
                    <a:pt x="4134421" y="433247"/>
                  </a:moveTo>
                  <a:lnTo>
                    <a:pt x="4108513" y="433247"/>
                  </a:lnTo>
                  <a:lnTo>
                    <a:pt x="4108513" y="441528"/>
                  </a:lnTo>
                  <a:lnTo>
                    <a:pt x="4134421" y="441528"/>
                  </a:lnTo>
                  <a:lnTo>
                    <a:pt x="4134421" y="433247"/>
                  </a:lnTo>
                  <a:close/>
                </a:path>
                <a:path w="5809615" h="441960">
                  <a:moveTo>
                    <a:pt x="4177182" y="433247"/>
                  </a:moveTo>
                  <a:lnTo>
                    <a:pt x="4151185" y="433247"/>
                  </a:lnTo>
                  <a:lnTo>
                    <a:pt x="4151185" y="441540"/>
                  </a:lnTo>
                  <a:lnTo>
                    <a:pt x="4177182" y="441540"/>
                  </a:lnTo>
                  <a:lnTo>
                    <a:pt x="4177182" y="433247"/>
                  </a:lnTo>
                  <a:close/>
                </a:path>
                <a:path w="5809615" h="441960">
                  <a:moveTo>
                    <a:pt x="4219854" y="433235"/>
                  </a:moveTo>
                  <a:lnTo>
                    <a:pt x="4193946" y="433235"/>
                  </a:lnTo>
                  <a:lnTo>
                    <a:pt x="4193946" y="441553"/>
                  </a:lnTo>
                  <a:lnTo>
                    <a:pt x="4219854" y="441553"/>
                  </a:lnTo>
                  <a:lnTo>
                    <a:pt x="4219854" y="433235"/>
                  </a:lnTo>
                  <a:close/>
                </a:path>
                <a:path w="5809615" h="441960">
                  <a:moveTo>
                    <a:pt x="4262526" y="433222"/>
                  </a:moveTo>
                  <a:lnTo>
                    <a:pt x="4236618" y="433222"/>
                  </a:lnTo>
                  <a:lnTo>
                    <a:pt x="4236618" y="441566"/>
                  </a:lnTo>
                  <a:lnTo>
                    <a:pt x="4262526" y="441566"/>
                  </a:lnTo>
                  <a:lnTo>
                    <a:pt x="4262526" y="433222"/>
                  </a:lnTo>
                  <a:close/>
                </a:path>
                <a:path w="5809615" h="441960">
                  <a:moveTo>
                    <a:pt x="4305198" y="433209"/>
                  </a:moveTo>
                  <a:lnTo>
                    <a:pt x="4279290" y="433209"/>
                  </a:lnTo>
                  <a:lnTo>
                    <a:pt x="4279290" y="441579"/>
                  </a:lnTo>
                  <a:lnTo>
                    <a:pt x="4305198" y="441579"/>
                  </a:lnTo>
                  <a:lnTo>
                    <a:pt x="4305198" y="433209"/>
                  </a:lnTo>
                  <a:close/>
                </a:path>
                <a:path w="5809615" h="441960">
                  <a:moveTo>
                    <a:pt x="4347972" y="433197"/>
                  </a:moveTo>
                  <a:lnTo>
                    <a:pt x="4323588" y="433197"/>
                  </a:lnTo>
                  <a:lnTo>
                    <a:pt x="4323588" y="441579"/>
                  </a:lnTo>
                  <a:lnTo>
                    <a:pt x="4347972" y="441579"/>
                  </a:lnTo>
                  <a:lnTo>
                    <a:pt x="4347972" y="433197"/>
                  </a:lnTo>
                  <a:close/>
                </a:path>
                <a:path w="5809615" h="441960">
                  <a:moveTo>
                    <a:pt x="4392168" y="433184"/>
                  </a:moveTo>
                  <a:lnTo>
                    <a:pt x="4366260" y="433184"/>
                  </a:lnTo>
                  <a:lnTo>
                    <a:pt x="4366260" y="441591"/>
                  </a:lnTo>
                  <a:lnTo>
                    <a:pt x="4392168" y="441591"/>
                  </a:lnTo>
                  <a:lnTo>
                    <a:pt x="4392168" y="433184"/>
                  </a:lnTo>
                  <a:close/>
                </a:path>
                <a:path w="5809615" h="441960">
                  <a:moveTo>
                    <a:pt x="4434840" y="433171"/>
                  </a:moveTo>
                  <a:lnTo>
                    <a:pt x="4408932" y="433171"/>
                  </a:lnTo>
                  <a:lnTo>
                    <a:pt x="4408932" y="441604"/>
                  </a:lnTo>
                  <a:lnTo>
                    <a:pt x="4434840" y="441604"/>
                  </a:lnTo>
                  <a:lnTo>
                    <a:pt x="4434840" y="433171"/>
                  </a:lnTo>
                  <a:close/>
                </a:path>
                <a:path w="5809615" h="441960">
                  <a:moveTo>
                    <a:pt x="4477601" y="433158"/>
                  </a:moveTo>
                  <a:lnTo>
                    <a:pt x="4451693" y="433158"/>
                  </a:lnTo>
                  <a:lnTo>
                    <a:pt x="4451693" y="441617"/>
                  </a:lnTo>
                  <a:lnTo>
                    <a:pt x="4477601" y="441617"/>
                  </a:lnTo>
                  <a:lnTo>
                    <a:pt x="4477601" y="433158"/>
                  </a:lnTo>
                  <a:close/>
                </a:path>
                <a:path w="5809615" h="441960">
                  <a:moveTo>
                    <a:pt x="4520273" y="433146"/>
                  </a:moveTo>
                  <a:lnTo>
                    <a:pt x="4494365" y="433146"/>
                  </a:lnTo>
                  <a:lnTo>
                    <a:pt x="4494365" y="441629"/>
                  </a:lnTo>
                  <a:lnTo>
                    <a:pt x="4520273" y="441629"/>
                  </a:lnTo>
                  <a:lnTo>
                    <a:pt x="4520273" y="433146"/>
                  </a:lnTo>
                  <a:close/>
                </a:path>
                <a:path w="5809615" h="441960">
                  <a:moveTo>
                    <a:pt x="4562945" y="433133"/>
                  </a:moveTo>
                  <a:lnTo>
                    <a:pt x="4537037" y="433133"/>
                  </a:lnTo>
                  <a:lnTo>
                    <a:pt x="4537037" y="441642"/>
                  </a:lnTo>
                  <a:lnTo>
                    <a:pt x="4562945" y="441642"/>
                  </a:lnTo>
                  <a:lnTo>
                    <a:pt x="4562945" y="433133"/>
                  </a:lnTo>
                  <a:close/>
                </a:path>
                <a:path w="5809615" h="441960">
                  <a:moveTo>
                    <a:pt x="4605718" y="433133"/>
                  </a:moveTo>
                  <a:lnTo>
                    <a:pt x="4581334" y="433133"/>
                  </a:lnTo>
                  <a:lnTo>
                    <a:pt x="4581334" y="441655"/>
                  </a:lnTo>
                  <a:lnTo>
                    <a:pt x="4605718" y="441655"/>
                  </a:lnTo>
                  <a:lnTo>
                    <a:pt x="4605718" y="433133"/>
                  </a:lnTo>
                  <a:close/>
                </a:path>
                <a:path w="5809615" h="441960">
                  <a:moveTo>
                    <a:pt x="4649914" y="433120"/>
                  </a:moveTo>
                  <a:lnTo>
                    <a:pt x="4624006" y="433120"/>
                  </a:lnTo>
                  <a:lnTo>
                    <a:pt x="4624006" y="441667"/>
                  </a:lnTo>
                  <a:lnTo>
                    <a:pt x="4649914" y="441667"/>
                  </a:lnTo>
                  <a:lnTo>
                    <a:pt x="4649914" y="433120"/>
                  </a:lnTo>
                  <a:close/>
                </a:path>
                <a:path w="5809615" h="441960">
                  <a:moveTo>
                    <a:pt x="4692586" y="433108"/>
                  </a:moveTo>
                  <a:lnTo>
                    <a:pt x="4666678" y="433108"/>
                  </a:lnTo>
                  <a:lnTo>
                    <a:pt x="4666678" y="441680"/>
                  </a:lnTo>
                  <a:lnTo>
                    <a:pt x="4692586" y="441680"/>
                  </a:lnTo>
                  <a:lnTo>
                    <a:pt x="4692586" y="433108"/>
                  </a:lnTo>
                  <a:close/>
                </a:path>
                <a:path w="5809615" h="441960">
                  <a:moveTo>
                    <a:pt x="4735347" y="433095"/>
                  </a:moveTo>
                  <a:lnTo>
                    <a:pt x="4709439" y="433095"/>
                  </a:lnTo>
                  <a:lnTo>
                    <a:pt x="4709439" y="441693"/>
                  </a:lnTo>
                  <a:lnTo>
                    <a:pt x="4735347" y="441693"/>
                  </a:lnTo>
                  <a:lnTo>
                    <a:pt x="4735347" y="433095"/>
                  </a:lnTo>
                  <a:close/>
                </a:path>
                <a:path w="5809615" h="441960">
                  <a:moveTo>
                    <a:pt x="4778019" y="433082"/>
                  </a:moveTo>
                  <a:lnTo>
                    <a:pt x="4752111" y="433082"/>
                  </a:lnTo>
                  <a:lnTo>
                    <a:pt x="4752111" y="441693"/>
                  </a:lnTo>
                  <a:lnTo>
                    <a:pt x="4778019" y="441693"/>
                  </a:lnTo>
                  <a:lnTo>
                    <a:pt x="4778019" y="433082"/>
                  </a:lnTo>
                  <a:close/>
                </a:path>
                <a:path w="5809615" h="441960">
                  <a:moveTo>
                    <a:pt x="4820691" y="433070"/>
                  </a:moveTo>
                  <a:lnTo>
                    <a:pt x="4794783" y="433070"/>
                  </a:lnTo>
                  <a:lnTo>
                    <a:pt x="4794783" y="441706"/>
                  </a:lnTo>
                  <a:lnTo>
                    <a:pt x="4820691" y="441706"/>
                  </a:lnTo>
                  <a:lnTo>
                    <a:pt x="4820691" y="433070"/>
                  </a:lnTo>
                  <a:close/>
                </a:path>
                <a:path w="5809615" h="441960">
                  <a:moveTo>
                    <a:pt x="4864989" y="433057"/>
                  </a:moveTo>
                  <a:lnTo>
                    <a:pt x="4838979" y="433057"/>
                  </a:lnTo>
                  <a:lnTo>
                    <a:pt x="4838979" y="441718"/>
                  </a:lnTo>
                  <a:lnTo>
                    <a:pt x="4864989" y="441718"/>
                  </a:lnTo>
                  <a:lnTo>
                    <a:pt x="4864989" y="433057"/>
                  </a:lnTo>
                  <a:close/>
                </a:path>
                <a:path w="5809615" h="441960">
                  <a:moveTo>
                    <a:pt x="4907661" y="433044"/>
                  </a:moveTo>
                  <a:lnTo>
                    <a:pt x="4881753" y="433044"/>
                  </a:lnTo>
                  <a:lnTo>
                    <a:pt x="4881753" y="441731"/>
                  </a:lnTo>
                  <a:lnTo>
                    <a:pt x="4907661" y="441731"/>
                  </a:lnTo>
                  <a:lnTo>
                    <a:pt x="4907661" y="433044"/>
                  </a:lnTo>
                  <a:close/>
                </a:path>
                <a:path w="5809615" h="441960">
                  <a:moveTo>
                    <a:pt x="4950333" y="433031"/>
                  </a:moveTo>
                  <a:lnTo>
                    <a:pt x="4924425" y="433031"/>
                  </a:lnTo>
                  <a:lnTo>
                    <a:pt x="4924425" y="441744"/>
                  </a:lnTo>
                  <a:lnTo>
                    <a:pt x="4950333" y="441744"/>
                  </a:lnTo>
                  <a:lnTo>
                    <a:pt x="4950333" y="433031"/>
                  </a:lnTo>
                  <a:close/>
                </a:path>
                <a:path w="5809615" h="441960">
                  <a:moveTo>
                    <a:pt x="4993094" y="433019"/>
                  </a:moveTo>
                  <a:lnTo>
                    <a:pt x="4967097" y="433019"/>
                  </a:lnTo>
                  <a:lnTo>
                    <a:pt x="4967097" y="441756"/>
                  </a:lnTo>
                  <a:lnTo>
                    <a:pt x="4993094" y="441756"/>
                  </a:lnTo>
                  <a:lnTo>
                    <a:pt x="4993094" y="433019"/>
                  </a:lnTo>
                  <a:close/>
                </a:path>
                <a:path w="5809615" h="441960">
                  <a:moveTo>
                    <a:pt x="5035766" y="433006"/>
                  </a:moveTo>
                  <a:lnTo>
                    <a:pt x="5009858" y="433006"/>
                  </a:lnTo>
                  <a:lnTo>
                    <a:pt x="5009858" y="441769"/>
                  </a:lnTo>
                  <a:lnTo>
                    <a:pt x="5035766" y="441769"/>
                  </a:lnTo>
                  <a:lnTo>
                    <a:pt x="5035766" y="433006"/>
                  </a:lnTo>
                  <a:close/>
                </a:path>
                <a:path w="5809615" h="441960">
                  <a:moveTo>
                    <a:pt x="5078438" y="433006"/>
                  </a:moveTo>
                  <a:lnTo>
                    <a:pt x="5054054" y="433006"/>
                  </a:lnTo>
                  <a:lnTo>
                    <a:pt x="5054054" y="441782"/>
                  </a:lnTo>
                  <a:lnTo>
                    <a:pt x="5078438" y="441782"/>
                  </a:lnTo>
                  <a:lnTo>
                    <a:pt x="5078438" y="433006"/>
                  </a:lnTo>
                  <a:close/>
                </a:path>
                <a:path w="5809615" h="441960">
                  <a:moveTo>
                    <a:pt x="5122735" y="432993"/>
                  </a:moveTo>
                  <a:lnTo>
                    <a:pt x="5096726" y="432993"/>
                  </a:lnTo>
                  <a:lnTo>
                    <a:pt x="5096726" y="441794"/>
                  </a:lnTo>
                  <a:lnTo>
                    <a:pt x="5122735" y="441794"/>
                  </a:lnTo>
                  <a:lnTo>
                    <a:pt x="5122735" y="432993"/>
                  </a:lnTo>
                  <a:close/>
                </a:path>
                <a:path w="5809615" h="441960">
                  <a:moveTo>
                    <a:pt x="5165407" y="432981"/>
                  </a:moveTo>
                  <a:lnTo>
                    <a:pt x="5139499" y="432981"/>
                  </a:lnTo>
                  <a:lnTo>
                    <a:pt x="5139499" y="441807"/>
                  </a:lnTo>
                  <a:lnTo>
                    <a:pt x="5165407" y="441807"/>
                  </a:lnTo>
                  <a:lnTo>
                    <a:pt x="5165407" y="432981"/>
                  </a:lnTo>
                  <a:close/>
                </a:path>
                <a:path w="5809615" h="441960">
                  <a:moveTo>
                    <a:pt x="5208079" y="432968"/>
                  </a:moveTo>
                  <a:lnTo>
                    <a:pt x="5182171" y="432968"/>
                  </a:lnTo>
                  <a:lnTo>
                    <a:pt x="5182171" y="441820"/>
                  </a:lnTo>
                  <a:lnTo>
                    <a:pt x="5208079" y="441820"/>
                  </a:lnTo>
                  <a:lnTo>
                    <a:pt x="5208079" y="432968"/>
                  </a:lnTo>
                  <a:close/>
                </a:path>
                <a:path w="5809615" h="441960">
                  <a:moveTo>
                    <a:pt x="5250840" y="432955"/>
                  </a:moveTo>
                  <a:lnTo>
                    <a:pt x="5224843" y="432955"/>
                  </a:lnTo>
                  <a:lnTo>
                    <a:pt x="5224843" y="441820"/>
                  </a:lnTo>
                  <a:lnTo>
                    <a:pt x="5250840" y="441820"/>
                  </a:lnTo>
                  <a:lnTo>
                    <a:pt x="5250840" y="432955"/>
                  </a:lnTo>
                  <a:close/>
                </a:path>
                <a:path w="5809615" h="441960">
                  <a:moveTo>
                    <a:pt x="5293512" y="432943"/>
                  </a:moveTo>
                  <a:lnTo>
                    <a:pt x="5267604" y="432943"/>
                  </a:lnTo>
                  <a:lnTo>
                    <a:pt x="5267604" y="441833"/>
                  </a:lnTo>
                  <a:lnTo>
                    <a:pt x="5293512" y="441833"/>
                  </a:lnTo>
                  <a:lnTo>
                    <a:pt x="5293512" y="432943"/>
                  </a:lnTo>
                  <a:close/>
                </a:path>
                <a:path w="5809615" h="441960">
                  <a:moveTo>
                    <a:pt x="5336184" y="432930"/>
                  </a:moveTo>
                  <a:lnTo>
                    <a:pt x="5311800" y="432930"/>
                  </a:lnTo>
                  <a:lnTo>
                    <a:pt x="5311800" y="441845"/>
                  </a:lnTo>
                  <a:lnTo>
                    <a:pt x="5336184" y="441845"/>
                  </a:lnTo>
                  <a:lnTo>
                    <a:pt x="5336184" y="432930"/>
                  </a:lnTo>
                  <a:close/>
                </a:path>
                <a:path w="5809615" h="441960">
                  <a:moveTo>
                    <a:pt x="5380482" y="432917"/>
                  </a:moveTo>
                  <a:lnTo>
                    <a:pt x="5354472" y="432917"/>
                  </a:lnTo>
                  <a:lnTo>
                    <a:pt x="5354472" y="441858"/>
                  </a:lnTo>
                  <a:lnTo>
                    <a:pt x="5380482" y="441858"/>
                  </a:lnTo>
                  <a:lnTo>
                    <a:pt x="5380482" y="432917"/>
                  </a:lnTo>
                  <a:close/>
                </a:path>
                <a:path w="5809615" h="441960">
                  <a:moveTo>
                    <a:pt x="5423154" y="432904"/>
                  </a:moveTo>
                  <a:lnTo>
                    <a:pt x="5397246" y="432904"/>
                  </a:lnTo>
                  <a:lnTo>
                    <a:pt x="5397246" y="441871"/>
                  </a:lnTo>
                  <a:lnTo>
                    <a:pt x="5423154" y="441871"/>
                  </a:lnTo>
                  <a:lnTo>
                    <a:pt x="5423154" y="432904"/>
                  </a:lnTo>
                  <a:close/>
                </a:path>
                <a:path w="5809615" h="441960">
                  <a:moveTo>
                    <a:pt x="5465826" y="432892"/>
                  </a:moveTo>
                  <a:lnTo>
                    <a:pt x="5439918" y="432892"/>
                  </a:lnTo>
                  <a:lnTo>
                    <a:pt x="5439918" y="441883"/>
                  </a:lnTo>
                  <a:lnTo>
                    <a:pt x="5465826" y="441883"/>
                  </a:lnTo>
                  <a:lnTo>
                    <a:pt x="5465826" y="432892"/>
                  </a:lnTo>
                  <a:close/>
                </a:path>
                <a:path w="5809615" h="441960">
                  <a:moveTo>
                    <a:pt x="5508498" y="432879"/>
                  </a:moveTo>
                  <a:lnTo>
                    <a:pt x="5482590" y="432879"/>
                  </a:lnTo>
                  <a:lnTo>
                    <a:pt x="5482590" y="441896"/>
                  </a:lnTo>
                  <a:lnTo>
                    <a:pt x="5508498" y="441896"/>
                  </a:lnTo>
                  <a:lnTo>
                    <a:pt x="5508498" y="432879"/>
                  </a:lnTo>
                  <a:close/>
                </a:path>
                <a:path w="5809615" h="441960">
                  <a:moveTo>
                    <a:pt x="5551259" y="432879"/>
                  </a:moveTo>
                  <a:lnTo>
                    <a:pt x="5525351" y="432879"/>
                  </a:lnTo>
                  <a:lnTo>
                    <a:pt x="5525351" y="441909"/>
                  </a:lnTo>
                  <a:lnTo>
                    <a:pt x="5551259" y="441909"/>
                  </a:lnTo>
                  <a:lnTo>
                    <a:pt x="5551259" y="432879"/>
                  </a:lnTo>
                  <a:close/>
                </a:path>
                <a:path w="5809615" h="441960">
                  <a:moveTo>
                    <a:pt x="5593931" y="432866"/>
                  </a:moveTo>
                  <a:lnTo>
                    <a:pt x="5569547" y="432866"/>
                  </a:lnTo>
                  <a:lnTo>
                    <a:pt x="5569547" y="441921"/>
                  </a:lnTo>
                  <a:lnTo>
                    <a:pt x="5593931" y="441921"/>
                  </a:lnTo>
                  <a:lnTo>
                    <a:pt x="5593931" y="432866"/>
                  </a:lnTo>
                  <a:close/>
                </a:path>
                <a:path w="5809615" h="441960">
                  <a:moveTo>
                    <a:pt x="5638127" y="432854"/>
                  </a:moveTo>
                  <a:lnTo>
                    <a:pt x="5612219" y="432854"/>
                  </a:lnTo>
                  <a:lnTo>
                    <a:pt x="5612219" y="441934"/>
                  </a:lnTo>
                  <a:lnTo>
                    <a:pt x="5638127" y="441934"/>
                  </a:lnTo>
                  <a:lnTo>
                    <a:pt x="5638127" y="432854"/>
                  </a:lnTo>
                  <a:close/>
                </a:path>
                <a:path w="5809615" h="441960">
                  <a:moveTo>
                    <a:pt x="5680900" y="432841"/>
                  </a:moveTo>
                  <a:lnTo>
                    <a:pt x="5654992" y="432841"/>
                  </a:lnTo>
                  <a:lnTo>
                    <a:pt x="5654992" y="441947"/>
                  </a:lnTo>
                  <a:lnTo>
                    <a:pt x="5680900" y="441947"/>
                  </a:lnTo>
                  <a:lnTo>
                    <a:pt x="5680900" y="432841"/>
                  </a:lnTo>
                  <a:close/>
                </a:path>
                <a:path w="5809615" h="441960">
                  <a:moveTo>
                    <a:pt x="5723572" y="432828"/>
                  </a:moveTo>
                  <a:lnTo>
                    <a:pt x="5697664" y="432828"/>
                  </a:lnTo>
                  <a:lnTo>
                    <a:pt x="5697664" y="441947"/>
                  </a:lnTo>
                  <a:lnTo>
                    <a:pt x="5723572" y="441947"/>
                  </a:lnTo>
                  <a:lnTo>
                    <a:pt x="5723572" y="432828"/>
                  </a:lnTo>
                  <a:close/>
                </a:path>
                <a:path w="5809615" h="441960">
                  <a:moveTo>
                    <a:pt x="5766359" y="436359"/>
                  </a:moveTo>
                  <a:lnTo>
                    <a:pt x="5763831" y="428739"/>
                  </a:lnTo>
                  <a:lnTo>
                    <a:pt x="5756148" y="431292"/>
                  </a:lnTo>
                  <a:lnTo>
                    <a:pt x="5742432" y="432816"/>
                  </a:lnTo>
                  <a:lnTo>
                    <a:pt x="5740336" y="432816"/>
                  </a:lnTo>
                  <a:lnTo>
                    <a:pt x="5740336" y="441960"/>
                  </a:lnTo>
                  <a:lnTo>
                    <a:pt x="5743956" y="441960"/>
                  </a:lnTo>
                  <a:lnTo>
                    <a:pt x="5743956" y="440436"/>
                  </a:lnTo>
                  <a:lnTo>
                    <a:pt x="5757672" y="438912"/>
                  </a:lnTo>
                  <a:lnTo>
                    <a:pt x="5762244" y="437388"/>
                  </a:lnTo>
                  <a:lnTo>
                    <a:pt x="5766359" y="436359"/>
                  </a:lnTo>
                  <a:close/>
                </a:path>
                <a:path w="5809615" h="441960">
                  <a:moveTo>
                    <a:pt x="5799137" y="409321"/>
                  </a:moveTo>
                  <a:lnTo>
                    <a:pt x="5791619" y="404533"/>
                  </a:lnTo>
                  <a:lnTo>
                    <a:pt x="5789676" y="408432"/>
                  </a:lnTo>
                  <a:lnTo>
                    <a:pt x="5783580" y="414528"/>
                  </a:lnTo>
                  <a:lnTo>
                    <a:pt x="5785104" y="416052"/>
                  </a:lnTo>
                  <a:lnTo>
                    <a:pt x="5782056" y="416052"/>
                  </a:lnTo>
                  <a:lnTo>
                    <a:pt x="5776214" y="421894"/>
                  </a:lnTo>
                  <a:lnTo>
                    <a:pt x="5780621" y="428155"/>
                  </a:lnTo>
                  <a:lnTo>
                    <a:pt x="5782056" y="426720"/>
                  </a:lnTo>
                  <a:lnTo>
                    <a:pt x="5785104" y="425196"/>
                  </a:lnTo>
                  <a:lnTo>
                    <a:pt x="5789676" y="420624"/>
                  </a:lnTo>
                  <a:lnTo>
                    <a:pt x="5788152" y="419100"/>
                  </a:lnTo>
                  <a:lnTo>
                    <a:pt x="5791200" y="420624"/>
                  </a:lnTo>
                  <a:lnTo>
                    <a:pt x="5791200" y="419100"/>
                  </a:lnTo>
                  <a:lnTo>
                    <a:pt x="5797296" y="413004"/>
                  </a:lnTo>
                  <a:lnTo>
                    <a:pt x="5799137" y="409321"/>
                  </a:lnTo>
                  <a:close/>
                </a:path>
                <a:path w="5809615" h="441960">
                  <a:moveTo>
                    <a:pt x="5799721" y="8521"/>
                  </a:moveTo>
                  <a:lnTo>
                    <a:pt x="5791200" y="0"/>
                  </a:lnTo>
                  <a:lnTo>
                    <a:pt x="5788152" y="0"/>
                  </a:lnTo>
                  <a:lnTo>
                    <a:pt x="5785104" y="3048"/>
                  </a:lnTo>
                  <a:lnTo>
                    <a:pt x="5785002" y="6096"/>
                  </a:lnTo>
                  <a:lnTo>
                    <a:pt x="5786628" y="6096"/>
                  </a:lnTo>
                  <a:lnTo>
                    <a:pt x="5791200" y="10668"/>
                  </a:lnTo>
                  <a:lnTo>
                    <a:pt x="5791200" y="13169"/>
                  </a:lnTo>
                  <a:lnTo>
                    <a:pt x="5799721" y="8521"/>
                  </a:lnTo>
                  <a:close/>
                </a:path>
                <a:path w="5809615" h="441960">
                  <a:moveTo>
                    <a:pt x="5808040" y="367385"/>
                  </a:moveTo>
                  <a:lnTo>
                    <a:pt x="5800407" y="367385"/>
                  </a:lnTo>
                  <a:lnTo>
                    <a:pt x="5800344" y="382524"/>
                  </a:lnTo>
                  <a:lnTo>
                    <a:pt x="5798286" y="390740"/>
                  </a:lnTo>
                  <a:lnTo>
                    <a:pt x="5805906" y="393268"/>
                  </a:lnTo>
                  <a:lnTo>
                    <a:pt x="5806440" y="391668"/>
                  </a:lnTo>
                  <a:lnTo>
                    <a:pt x="5807964" y="385572"/>
                  </a:lnTo>
                  <a:lnTo>
                    <a:pt x="5808040" y="367385"/>
                  </a:lnTo>
                  <a:close/>
                </a:path>
                <a:path w="5809615" h="441960">
                  <a:moveTo>
                    <a:pt x="5808218" y="324612"/>
                  </a:moveTo>
                  <a:lnTo>
                    <a:pt x="5800598" y="324612"/>
                  </a:lnTo>
                  <a:lnTo>
                    <a:pt x="5800483" y="350621"/>
                  </a:lnTo>
                  <a:lnTo>
                    <a:pt x="5808103" y="350621"/>
                  </a:lnTo>
                  <a:lnTo>
                    <a:pt x="5808218" y="324612"/>
                  </a:lnTo>
                  <a:close/>
                </a:path>
                <a:path w="5809615" h="441960">
                  <a:moveTo>
                    <a:pt x="5808408" y="281940"/>
                  </a:moveTo>
                  <a:lnTo>
                    <a:pt x="5800776" y="281940"/>
                  </a:lnTo>
                  <a:lnTo>
                    <a:pt x="5800661" y="307848"/>
                  </a:lnTo>
                  <a:lnTo>
                    <a:pt x="5808294" y="307848"/>
                  </a:lnTo>
                  <a:lnTo>
                    <a:pt x="5808408" y="281940"/>
                  </a:lnTo>
                  <a:close/>
                </a:path>
                <a:path w="5809615" h="441960">
                  <a:moveTo>
                    <a:pt x="5808599" y="239179"/>
                  </a:moveTo>
                  <a:lnTo>
                    <a:pt x="5800966" y="239179"/>
                  </a:lnTo>
                  <a:lnTo>
                    <a:pt x="5800852" y="265176"/>
                  </a:lnTo>
                  <a:lnTo>
                    <a:pt x="5808484" y="265176"/>
                  </a:lnTo>
                  <a:lnTo>
                    <a:pt x="5808599" y="239179"/>
                  </a:lnTo>
                  <a:close/>
                </a:path>
                <a:path w="5809615" h="441960">
                  <a:moveTo>
                    <a:pt x="5808777" y="196507"/>
                  </a:moveTo>
                  <a:lnTo>
                    <a:pt x="5801157" y="196507"/>
                  </a:lnTo>
                  <a:lnTo>
                    <a:pt x="5801042" y="220891"/>
                  </a:lnTo>
                  <a:lnTo>
                    <a:pt x="5808675" y="220891"/>
                  </a:lnTo>
                  <a:lnTo>
                    <a:pt x="5808777" y="196507"/>
                  </a:lnTo>
                  <a:close/>
                </a:path>
                <a:path w="5809615" h="441960">
                  <a:moveTo>
                    <a:pt x="5808967" y="152209"/>
                  </a:moveTo>
                  <a:lnTo>
                    <a:pt x="5801347" y="152209"/>
                  </a:lnTo>
                  <a:lnTo>
                    <a:pt x="5801233" y="178219"/>
                  </a:lnTo>
                  <a:lnTo>
                    <a:pt x="5808865" y="178219"/>
                  </a:lnTo>
                  <a:lnTo>
                    <a:pt x="5808967" y="152209"/>
                  </a:lnTo>
                  <a:close/>
                </a:path>
                <a:path w="5809615" h="441960">
                  <a:moveTo>
                    <a:pt x="5809158" y="109537"/>
                  </a:moveTo>
                  <a:lnTo>
                    <a:pt x="5801538" y="109537"/>
                  </a:lnTo>
                  <a:lnTo>
                    <a:pt x="5801423" y="135445"/>
                  </a:lnTo>
                  <a:lnTo>
                    <a:pt x="5809043" y="135445"/>
                  </a:lnTo>
                  <a:lnTo>
                    <a:pt x="5809158" y="109537"/>
                  </a:lnTo>
                  <a:close/>
                </a:path>
                <a:path w="5809615" h="441960">
                  <a:moveTo>
                    <a:pt x="5809348" y="66865"/>
                  </a:moveTo>
                  <a:lnTo>
                    <a:pt x="5801728" y="66865"/>
                  </a:lnTo>
                  <a:lnTo>
                    <a:pt x="5801614" y="92773"/>
                  </a:lnTo>
                  <a:lnTo>
                    <a:pt x="5809234" y="92773"/>
                  </a:lnTo>
                  <a:lnTo>
                    <a:pt x="5809348" y="66865"/>
                  </a:lnTo>
                  <a:close/>
                </a:path>
                <a:path w="5809615" h="441960">
                  <a:moveTo>
                    <a:pt x="5809488" y="35052"/>
                  </a:moveTo>
                  <a:lnTo>
                    <a:pt x="5807964" y="35052"/>
                  </a:lnTo>
                  <a:lnTo>
                    <a:pt x="5807964" y="27432"/>
                  </a:lnTo>
                  <a:lnTo>
                    <a:pt x="5806440" y="27432"/>
                  </a:lnTo>
                  <a:lnTo>
                    <a:pt x="5806440" y="23939"/>
                  </a:lnTo>
                  <a:lnTo>
                    <a:pt x="5798820" y="26479"/>
                  </a:lnTo>
                  <a:lnTo>
                    <a:pt x="5798820" y="30480"/>
                  </a:lnTo>
                  <a:lnTo>
                    <a:pt x="5800344" y="30480"/>
                  </a:lnTo>
                  <a:lnTo>
                    <a:pt x="5800344" y="35052"/>
                  </a:lnTo>
                  <a:lnTo>
                    <a:pt x="5801868" y="35052"/>
                  </a:lnTo>
                  <a:lnTo>
                    <a:pt x="5801792" y="50012"/>
                  </a:lnTo>
                  <a:lnTo>
                    <a:pt x="5809412" y="50012"/>
                  </a:lnTo>
                  <a:lnTo>
                    <a:pt x="5809488" y="35052"/>
                  </a:lnTo>
                  <a:close/>
                </a:path>
              </a:pathLst>
            </a:custGeom>
            <a:solidFill>
              <a:srgbClr val="1C4D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35675" y="1595437"/>
              <a:ext cx="151066" cy="16630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906547" y="1593913"/>
              <a:ext cx="603885" cy="168275"/>
            </a:xfrm>
            <a:custGeom>
              <a:avLst/>
              <a:gdLst/>
              <a:ahLst/>
              <a:cxnLst/>
              <a:rect l="l" t="t" r="r" b="b"/>
              <a:pathLst>
                <a:path w="603885" h="168275">
                  <a:moveTo>
                    <a:pt x="166217" y="120497"/>
                  </a:moveTo>
                  <a:lnTo>
                    <a:pt x="163169" y="118973"/>
                  </a:lnTo>
                  <a:lnTo>
                    <a:pt x="155549" y="115925"/>
                  </a:lnTo>
                  <a:lnTo>
                    <a:pt x="146405" y="112877"/>
                  </a:lnTo>
                  <a:lnTo>
                    <a:pt x="143357" y="123545"/>
                  </a:lnTo>
                  <a:lnTo>
                    <a:pt x="143357" y="131254"/>
                  </a:lnTo>
                  <a:lnTo>
                    <a:pt x="141833" y="132778"/>
                  </a:lnTo>
                  <a:lnTo>
                    <a:pt x="140309" y="135826"/>
                  </a:lnTo>
                  <a:lnTo>
                    <a:pt x="137261" y="138874"/>
                  </a:lnTo>
                  <a:lnTo>
                    <a:pt x="134213" y="140398"/>
                  </a:lnTo>
                  <a:lnTo>
                    <a:pt x="129641" y="141922"/>
                  </a:lnTo>
                  <a:lnTo>
                    <a:pt x="47244" y="141922"/>
                  </a:lnTo>
                  <a:lnTo>
                    <a:pt x="41148" y="135826"/>
                  </a:lnTo>
                  <a:lnTo>
                    <a:pt x="41148" y="111353"/>
                  </a:lnTo>
                  <a:lnTo>
                    <a:pt x="149453" y="111353"/>
                  </a:lnTo>
                  <a:lnTo>
                    <a:pt x="149453" y="91541"/>
                  </a:lnTo>
                  <a:lnTo>
                    <a:pt x="149453" y="67157"/>
                  </a:lnTo>
                  <a:lnTo>
                    <a:pt x="149453" y="48869"/>
                  </a:lnTo>
                  <a:lnTo>
                    <a:pt x="126593" y="48869"/>
                  </a:lnTo>
                  <a:lnTo>
                    <a:pt x="126593" y="67157"/>
                  </a:lnTo>
                  <a:lnTo>
                    <a:pt x="126593" y="91541"/>
                  </a:lnTo>
                  <a:lnTo>
                    <a:pt x="96012" y="91541"/>
                  </a:lnTo>
                  <a:lnTo>
                    <a:pt x="96012" y="67157"/>
                  </a:lnTo>
                  <a:lnTo>
                    <a:pt x="126593" y="67157"/>
                  </a:lnTo>
                  <a:lnTo>
                    <a:pt x="126593" y="48869"/>
                  </a:lnTo>
                  <a:lnTo>
                    <a:pt x="115925" y="48869"/>
                  </a:lnTo>
                  <a:lnTo>
                    <a:pt x="128397" y="33528"/>
                  </a:lnTo>
                  <a:lnTo>
                    <a:pt x="129641" y="32004"/>
                  </a:lnTo>
                  <a:lnTo>
                    <a:pt x="129641" y="13716"/>
                  </a:lnTo>
                  <a:lnTo>
                    <a:pt x="102108" y="13716"/>
                  </a:lnTo>
                  <a:lnTo>
                    <a:pt x="102108" y="33528"/>
                  </a:lnTo>
                  <a:lnTo>
                    <a:pt x="88392" y="48869"/>
                  </a:lnTo>
                  <a:lnTo>
                    <a:pt x="73152" y="48869"/>
                  </a:lnTo>
                  <a:lnTo>
                    <a:pt x="73152" y="67157"/>
                  </a:lnTo>
                  <a:lnTo>
                    <a:pt x="73152" y="91541"/>
                  </a:lnTo>
                  <a:lnTo>
                    <a:pt x="41148" y="91541"/>
                  </a:lnTo>
                  <a:lnTo>
                    <a:pt x="41148" y="68681"/>
                  </a:lnTo>
                  <a:lnTo>
                    <a:pt x="41148" y="67157"/>
                  </a:lnTo>
                  <a:lnTo>
                    <a:pt x="73152" y="67157"/>
                  </a:lnTo>
                  <a:lnTo>
                    <a:pt x="73152" y="48869"/>
                  </a:lnTo>
                  <a:lnTo>
                    <a:pt x="41148" y="48869"/>
                  </a:lnTo>
                  <a:lnTo>
                    <a:pt x="45720" y="44297"/>
                  </a:lnTo>
                  <a:lnTo>
                    <a:pt x="50292" y="38201"/>
                  </a:lnTo>
                  <a:lnTo>
                    <a:pt x="54864" y="33528"/>
                  </a:lnTo>
                  <a:lnTo>
                    <a:pt x="102108" y="33528"/>
                  </a:lnTo>
                  <a:lnTo>
                    <a:pt x="102108" y="13716"/>
                  </a:lnTo>
                  <a:lnTo>
                    <a:pt x="68580" y="13716"/>
                  </a:lnTo>
                  <a:lnTo>
                    <a:pt x="71628" y="10668"/>
                  </a:lnTo>
                  <a:lnTo>
                    <a:pt x="73152" y="6096"/>
                  </a:lnTo>
                  <a:lnTo>
                    <a:pt x="74676" y="3048"/>
                  </a:lnTo>
                  <a:lnTo>
                    <a:pt x="48768" y="1524"/>
                  </a:lnTo>
                  <a:lnTo>
                    <a:pt x="39649" y="15189"/>
                  </a:lnTo>
                  <a:lnTo>
                    <a:pt x="28384" y="28435"/>
                  </a:lnTo>
                  <a:lnTo>
                    <a:pt x="15125" y="40830"/>
                  </a:lnTo>
                  <a:lnTo>
                    <a:pt x="0" y="51917"/>
                  </a:lnTo>
                  <a:lnTo>
                    <a:pt x="4572" y="59537"/>
                  </a:lnTo>
                  <a:lnTo>
                    <a:pt x="7620" y="65633"/>
                  </a:lnTo>
                  <a:lnTo>
                    <a:pt x="10668" y="73253"/>
                  </a:lnTo>
                  <a:lnTo>
                    <a:pt x="13716" y="71729"/>
                  </a:lnTo>
                  <a:lnTo>
                    <a:pt x="15240" y="70205"/>
                  </a:lnTo>
                  <a:lnTo>
                    <a:pt x="18288" y="68681"/>
                  </a:lnTo>
                  <a:lnTo>
                    <a:pt x="18288" y="132778"/>
                  </a:lnTo>
                  <a:lnTo>
                    <a:pt x="20294" y="145910"/>
                  </a:lnTo>
                  <a:lnTo>
                    <a:pt x="26289" y="155448"/>
                  </a:lnTo>
                  <a:lnTo>
                    <a:pt x="36296" y="161290"/>
                  </a:lnTo>
                  <a:lnTo>
                    <a:pt x="50292" y="163258"/>
                  </a:lnTo>
                  <a:lnTo>
                    <a:pt x="135737" y="163258"/>
                  </a:lnTo>
                  <a:lnTo>
                    <a:pt x="161353" y="141922"/>
                  </a:lnTo>
                  <a:lnTo>
                    <a:pt x="163169" y="135255"/>
                  </a:lnTo>
                  <a:lnTo>
                    <a:pt x="164833" y="128244"/>
                  </a:lnTo>
                  <a:lnTo>
                    <a:pt x="166217" y="120497"/>
                  </a:lnTo>
                  <a:close/>
                </a:path>
                <a:path w="603885" h="168275">
                  <a:moveTo>
                    <a:pt x="222592" y="30480"/>
                  </a:moveTo>
                  <a:lnTo>
                    <a:pt x="217741" y="23609"/>
                  </a:lnTo>
                  <a:lnTo>
                    <a:pt x="212305" y="16573"/>
                  </a:lnTo>
                  <a:lnTo>
                    <a:pt x="206311" y="9271"/>
                  </a:lnTo>
                  <a:lnTo>
                    <a:pt x="199732" y="1524"/>
                  </a:lnTo>
                  <a:lnTo>
                    <a:pt x="179920" y="13716"/>
                  </a:lnTo>
                  <a:lnTo>
                    <a:pt x="185432" y="20015"/>
                  </a:lnTo>
                  <a:lnTo>
                    <a:pt x="190779" y="27432"/>
                  </a:lnTo>
                  <a:lnTo>
                    <a:pt x="196430" y="36055"/>
                  </a:lnTo>
                  <a:lnTo>
                    <a:pt x="202780" y="45821"/>
                  </a:lnTo>
                  <a:lnTo>
                    <a:pt x="222592" y="30480"/>
                  </a:lnTo>
                  <a:close/>
                </a:path>
                <a:path w="603885" h="168275">
                  <a:moveTo>
                    <a:pt x="231736" y="128206"/>
                  </a:moveTo>
                  <a:lnTo>
                    <a:pt x="229743" y="121539"/>
                  </a:lnTo>
                  <a:lnTo>
                    <a:pt x="229654" y="121132"/>
                  </a:lnTo>
                  <a:lnTo>
                    <a:pt x="229171" y="118973"/>
                  </a:lnTo>
                  <a:lnTo>
                    <a:pt x="228307" y="115176"/>
                  </a:lnTo>
                  <a:lnTo>
                    <a:pt x="228206" y="114401"/>
                  </a:lnTo>
                  <a:lnTo>
                    <a:pt x="227457" y="108826"/>
                  </a:lnTo>
                  <a:lnTo>
                    <a:pt x="227342" y="106210"/>
                  </a:lnTo>
                  <a:lnTo>
                    <a:pt x="227317" y="105638"/>
                  </a:lnTo>
                  <a:lnTo>
                    <a:pt x="227164" y="102209"/>
                  </a:lnTo>
                  <a:lnTo>
                    <a:pt x="219544" y="109829"/>
                  </a:lnTo>
                  <a:lnTo>
                    <a:pt x="213448" y="114401"/>
                  </a:lnTo>
                  <a:lnTo>
                    <a:pt x="210400" y="118973"/>
                  </a:lnTo>
                  <a:lnTo>
                    <a:pt x="210400" y="58013"/>
                  </a:lnTo>
                  <a:lnTo>
                    <a:pt x="172300" y="58013"/>
                  </a:lnTo>
                  <a:lnTo>
                    <a:pt x="172300" y="80873"/>
                  </a:lnTo>
                  <a:lnTo>
                    <a:pt x="189064" y="80873"/>
                  </a:lnTo>
                  <a:lnTo>
                    <a:pt x="189064" y="135826"/>
                  </a:lnTo>
                  <a:lnTo>
                    <a:pt x="187540" y="140398"/>
                  </a:lnTo>
                  <a:lnTo>
                    <a:pt x="184492" y="143446"/>
                  </a:lnTo>
                  <a:lnTo>
                    <a:pt x="196684" y="161734"/>
                  </a:lnTo>
                  <a:lnTo>
                    <a:pt x="203238" y="154571"/>
                  </a:lnTo>
                  <a:lnTo>
                    <a:pt x="211353" y="146685"/>
                  </a:lnTo>
                  <a:lnTo>
                    <a:pt x="220903" y="137947"/>
                  </a:lnTo>
                  <a:lnTo>
                    <a:pt x="231736" y="128206"/>
                  </a:lnTo>
                  <a:close/>
                </a:path>
                <a:path w="603885" h="168275">
                  <a:moveTo>
                    <a:pt x="338518" y="41249"/>
                  </a:moveTo>
                  <a:lnTo>
                    <a:pt x="327850" y="42773"/>
                  </a:lnTo>
                  <a:lnTo>
                    <a:pt x="321754" y="41249"/>
                  </a:lnTo>
                  <a:lnTo>
                    <a:pt x="315658" y="41249"/>
                  </a:lnTo>
                  <a:lnTo>
                    <a:pt x="314134" y="38201"/>
                  </a:lnTo>
                  <a:lnTo>
                    <a:pt x="314134" y="27432"/>
                  </a:lnTo>
                  <a:lnTo>
                    <a:pt x="314134" y="7620"/>
                  </a:lnTo>
                  <a:lnTo>
                    <a:pt x="240982" y="7620"/>
                  </a:lnTo>
                  <a:lnTo>
                    <a:pt x="240982" y="18288"/>
                  </a:lnTo>
                  <a:lnTo>
                    <a:pt x="239826" y="28282"/>
                  </a:lnTo>
                  <a:lnTo>
                    <a:pt x="236359" y="37579"/>
                  </a:lnTo>
                  <a:lnTo>
                    <a:pt x="230619" y="46024"/>
                  </a:lnTo>
                  <a:lnTo>
                    <a:pt x="222592" y="53441"/>
                  </a:lnTo>
                  <a:lnTo>
                    <a:pt x="230212" y="59537"/>
                  </a:lnTo>
                  <a:lnTo>
                    <a:pt x="234784" y="65633"/>
                  </a:lnTo>
                  <a:lnTo>
                    <a:pt x="239458" y="70205"/>
                  </a:lnTo>
                  <a:lnTo>
                    <a:pt x="228688" y="70205"/>
                  </a:lnTo>
                  <a:lnTo>
                    <a:pt x="228688" y="91541"/>
                  </a:lnTo>
                  <a:lnTo>
                    <a:pt x="245554" y="91541"/>
                  </a:lnTo>
                  <a:lnTo>
                    <a:pt x="231736" y="100685"/>
                  </a:lnTo>
                  <a:lnTo>
                    <a:pt x="237540" y="109308"/>
                  </a:lnTo>
                  <a:lnTo>
                    <a:pt x="243446" y="117081"/>
                  </a:lnTo>
                  <a:lnTo>
                    <a:pt x="249631" y="124294"/>
                  </a:lnTo>
                  <a:lnTo>
                    <a:pt x="256222" y="131254"/>
                  </a:lnTo>
                  <a:lnTo>
                    <a:pt x="246773" y="135547"/>
                  </a:lnTo>
                  <a:lnTo>
                    <a:pt x="236740" y="139255"/>
                  </a:lnTo>
                  <a:lnTo>
                    <a:pt x="226136" y="142405"/>
                  </a:lnTo>
                  <a:lnTo>
                    <a:pt x="214972" y="144970"/>
                  </a:lnTo>
                  <a:lnTo>
                    <a:pt x="218389" y="150685"/>
                  </a:lnTo>
                  <a:lnTo>
                    <a:pt x="221640" y="156400"/>
                  </a:lnTo>
                  <a:lnTo>
                    <a:pt x="224624" y="162115"/>
                  </a:lnTo>
                  <a:lnTo>
                    <a:pt x="227164" y="167830"/>
                  </a:lnTo>
                  <a:lnTo>
                    <a:pt x="240652" y="163855"/>
                  </a:lnTo>
                  <a:lnTo>
                    <a:pt x="253542" y="158877"/>
                  </a:lnTo>
                  <a:lnTo>
                    <a:pt x="265836" y="153047"/>
                  </a:lnTo>
                  <a:lnTo>
                    <a:pt x="277558" y="146494"/>
                  </a:lnTo>
                  <a:lnTo>
                    <a:pt x="288391" y="152806"/>
                  </a:lnTo>
                  <a:lnTo>
                    <a:pt x="300228" y="158115"/>
                  </a:lnTo>
                  <a:lnTo>
                    <a:pt x="312915" y="162572"/>
                  </a:lnTo>
                  <a:lnTo>
                    <a:pt x="326326" y="166306"/>
                  </a:lnTo>
                  <a:lnTo>
                    <a:pt x="332422" y="153733"/>
                  </a:lnTo>
                  <a:lnTo>
                    <a:pt x="335330" y="148310"/>
                  </a:lnTo>
                  <a:lnTo>
                    <a:pt x="336511" y="146494"/>
                  </a:lnTo>
                  <a:lnTo>
                    <a:pt x="338518" y="143446"/>
                  </a:lnTo>
                  <a:lnTo>
                    <a:pt x="327367" y="140881"/>
                  </a:lnTo>
                  <a:lnTo>
                    <a:pt x="316801" y="137731"/>
                  </a:lnTo>
                  <a:lnTo>
                    <a:pt x="306793" y="134023"/>
                  </a:lnTo>
                  <a:lnTo>
                    <a:pt x="297370" y="129730"/>
                  </a:lnTo>
                  <a:lnTo>
                    <a:pt x="305320" y="121132"/>
                  </a:lnTo>
                  <a:lnTo>
                    <a:pt x="308267" y="117449"/>
                  </a:lnTo>
                  <a:lnTo>
                    <a:pt x="312991" y="111556"/>
                  </a:lnTo>
                  <a:lnTo>
                    <a:pt x="320090" y="101142"/>
                  </a:lnTo>
                  <a:lnTo>
                    <a:pt x="326326" y="90017"/>
                  </a:lnTo>
                  <a:lnTo>
                    <a:pt x="326326" y="70205"/>
                  </a:lnTo>
                  <a:lnTo>
                    <a:pt x="298894" y="70205"/>
                  </a:lnTo>
                  <a:lnTo>
                    <a:pt x="298894" y="91541"/>
                  </a:lnTo>
                  <a:lnTo>
                    <a:pt x="294919" y="99021"/>
                  </a:lnTo>
                  <a:lnTo>
                    <a:pt x="289941" y="105638"/>
                  </a:lnTo>
                  <a:lnTo>
                    <a:pt x="284111" y="111683"/>
                  </a:lnTo>
                  <a:lnTo>
                    <a:pt x="277558" y="117449"/>
                  </a:lnTo>
                  <a:lnTo>
                    <a:pt x="269862" y="112331"/>
                  </a:lnTo>
                  <a:lnTo>
                    <a:pt x="262890" y="106210"/>
                  </a:lnTo>
                  <a:lnTo>
                    <a:pt x="256768" y="99237"/>
                  </a:lnTo>
                  <a:lnTo>
                    <a:pt x="251650" y="91541"/>
                  </a:lnTo>
                  <a:lnTo>
                    <a:pt x="298894" y="91541"/>
                  </a:lnTo>
                  <a:lnTo>
                    <a:pt x="298894" y="70205"/>
                  </a:lnTo>
                  <a:lnTo>
                    <a:pt x="240982" y="70205"/>
                  </a:lnTo>
                  <a:lnTo>
                    <a:pt x="250977" y="60756"/>
                  </a:lnTo>
                  <a:lnTo>
                    <a:pt x="258127" y="50571"/>
                  </a:lnTo>
                  <a:lnTo>
                    <a:pt x="258191" y="50393"/>
                  </a:lnTo>
                  <a:lnTo>
                    <a:pt x="262407" y="39522"/>
                  </a:lnTo>
                  <a:lnTo>
                    <a:pt x="263842" y="27432"/>
                  </a:lnTo>
                  <a:lnTo>
                    <a:pt x="292798" y="27432"/>
                  </a:lnTo>
                  <a:lnTo>
                    <a:pt x="292798" y="44297"/>
                  </a:lnTo>
                  <a:lnTo>
                    <a:pt x="293941" y="52298"/>
                  </a:lnTo>
                  <a:lnTo>
                    <a:pt x="297370" y="58013"/>
                  </a:lnTo>
                  <a:lnTo>
                    <a:pt x="303085" y="61442"/>
                  </a:lnTo>
                  <a:lnTo>
                    <a:pt x="311086" y="62585"/>
                  </a:lnTo>
                  <a:lnTo>
                    <a:pt x="333946" y="62585"/>
                  </a:lnTo>
                  <a:lnTo>
                    <a:pt x="333946" y="58013"/>
                  </a:lnTo>
                  <a:lnTo>
                    <a:pt x="335470" y="50393"/>
                  </a:lnTo>
                  <a:lnTo>
                    <a:pt x="338010" y="42773"/>
                  </a:lnTo>
                  <a:lnTo>
                    <a:pt x="338518" y="41249"/>
                  </a:lnTo>
                  <a:close/>
                </a:path>
                <a:path w="603885" h="168275">
                  <a:moveTo>
                    <a:pt x="503212" y="19812"/>
                  </a:moveTo>
                  <a:lnTo>
                    <a:pt x="443776" y="19812"/>
                  </a:lnTo>
                  <a:lnTo>
                    <a:pt x="440728" y="13716"/>
                  </a:lnTo>
                  <a:lnTo>
                    <a:pt x="439204" y="6096"/>
                  </a:lnTo>
                  <a:lnTo>
                    <a:pt x="436156" y="0"/>
                  </a:lnTo>
                  <a:lnTo>
                    <a:pt x="410248" y="6096"/>
                  </a:lnTo>
                  <a:lnTo>
                    <a:pt x="416344" y="19812"/>
                  </a:lnTo>
                  <a:lnTo>
                    <a:pt x="350710" y="19812"/>
                  </a:lnTo>
                  <a:lnTo>
                    <a:pt x="350710" y="53441"/>
                  </a:lnTo>
                  <a:lnTo>
                    <a:pt x="373672" y="53441"/>
                  </a:lnTo>
                  <a:lnTo>
                    <a:pt x="373672" y="41249"/>
                  </a:lnTo>
                  <a:lnTo>
                    <a:pt x="480352" y="41249"/>
                  </a:lnTo>
                  <a:lnTo>
                    <a:pt x="480352" y="53441"/>
                  </a:lnTo>
                  <a:lnTo>
                    <a:pt x="503212" y="53441"/>
                  </a:lnTo>
                  <a:lnTo>
                    <a:pt x="503212" y="41249"/>
                  </a:lnTo>
                  <a:lnTo>
                    <a:pt x="503212" y="19812"/>
                  </a:lnTo>
                  <a:close/>
                </a:path>
                <a:path w="603885" h="168275">
                  <a:moveTo>
                    <a:pt x="510921" y="140398"/>
                  </a:moveTo>
                  <a:lnTo>
                    <a:pt x="491147" y="141262"/>
                  </a:lnTo>
                  <a:lnTo>
                    <a:pt x="473113" y="141541"/>
                  </a:lnTo>
                  <a:lnTo>
                    <a:pt x="456819" y="141262"/>
                  </a:lnTo>
                  <a:lnTo>
                    <a:pt x="442252" y="140398"/>
                  </a:lnTo>
                  <a:lnTo>
                    <a:pt x="442252" y="118973"/>
                  </a:lnTo>
                  <a:lnTo>
                    <a:pt x="497116" y="118973"/>
                  </a:lnTo>
                  <a:lnTo>
                    <a:pt x="497116" y="97637"/>
                  </a:lnTo>
                  <a:lnTo>
                    <a:pt x="442252" y="97637"/>
                  </a:lnTo>
                  <a:lnTo>
                    <a:pt x="442252" y="79349"/>
                  </a:lnTo>
                  <a:lnTo>
                    <a:pt x="506349" y="79349"/>
                  </a:lnTo>
                  <a:lnTo>
                    <a:pt x="506349" y="59537"/>
                  </a:lnTo>
                  <a:lnTo>
                    <a:pt x="347662" y="59537"/>
                  </a:lnTo>
                  <a:lnTo>
                    <a:pt x="347662" y="79349"/>
                  </a:lnTo>
                  <a:lnTo>
                    <a:pt x="417868" y="79349"/>
                  </a:lnTo>
                  <a:lnTo>
                    <a:pt x="417868" y="140398"/>
                  </a:lnTo>
                  <a:lnTo>
                    <a:pt x="413232" y="138874"/>
                  </a:lnTo>
                  <a:lnTo>
                    <a:pt x="408165" y="137210"/>
                  </a:lnTo>
                  <a:lnTo>
                    <a:pt x="399770" y="132016"/>
                  </a:lnTo>
                  <a:lnTo>
                    <a:pt x="392785" y="124510"/>
                  </a:lnTo>
                  <a:lnTo>
                    <a:pt x="387388" y="114401"/>
                  </a:lnTo>
                  <a:lnTo>
                    <a:pt x="390436" y="106781"/>
                  </a:lnTo>
                  <a:lnTo>
                    <a:pt x="391960" y="99161"/>
                  </a:lnTo>
                  <a:lnTo>
                    <a:pt x="393484" y="90017"/>
                  </a:lnTo>
                  <a:lnTo>
                    <a:pt x="370624" y="86969"/>
                  </a:lnTo>
                  <a:lnTo>
                    <a:pt x="367157" y="105511"/>
                  </a:lnTo>
                  <a:lnTo>
                    <a:pt x="361581" y="122072"/>
                  </a:lnTo>
                  <a:lnTo>
                    <a:pt x="354025" y="136347"/>
                  </a:lnTo>
                  <a:lnTo>
                    <a:pt x="344614" y="148018"/>
                  </a:lnTo>
                  <a:lnTo>
                    <a:pt x="347662" y="154114"/>
                  </a:lnTo>
                  <a:lnTo>
                    <a:pt x="352234" y="160210"/>
                  </a:lnTo>
                  <a:lnTo>
                    <a:pt x="358330" y="167830"/>
                  </a:lnTo>
                  <a:lnTo>
                    <a:pt x="364007" y="161594"/>
                  </a:lnTo>
                  <a:lnTo>
                    <a:pt x="369430" y="154495"/>
                  </a:lnTo>
                  <a:lnTo>
                    <a:pt x="374269" y="146837"/>
                  </a:lnTo>
                  <a:lnTo>
                    <a:pt x="378244" y="138874"/>
                  </a:lnTo>
                  <a:lnTo>
                    <a:pt x="384835" y="148018"/>
                  </a:lnTo>
                  <a:lnTo>
                    <a:pt x="393293" y="154876"/>
                  </a:lnTo>
                  <a:lnTo>
                    <a:pt x="403745" y="159448"/>
                  </a:lnTo>
                  <a:lnTo>
                    <a:pt x="416344" y="161734"/>
                  </a:lnTo>
                  <a:lnTo>
                    <a:pt x="432054" y="161975"/>
                  </a:lnTo>
                  <a:lnTo>
                    <a:pt x="475488" y="163029"/>
                  </a:lnTo>
                  <a:lnTo>
                    <a:pt x="503212" y="163258"/>
                  </a:lnTo>
                  <a:lnTo>
                    <a:pt x="503262" y="163029"/>
                  </a:lnTo>
                  <a:lnTo>
                    <a:pt x="504825" y="157162"/>
                  </a:lnTo>
                  <a:lnTo>
                    <a:pt x="507873" y="149542"/>
                  </a:lnTo>
                  <a:lnTo>
                    <a:pt x="510540" y="141541"/>
                  </a:lnTo>
                  <a:lnTo>
                    <a:pt x="510641" y="141262"/>
                  </a:lnTo>
                  <a:lnTo>
                    <a:pt x="510921" y="140398"/>
                  </a:lnTo>
                  <a:close/>
                </a:path>
                <a:path w="603885" h="168275">
                  <a:moveTo>
                    <a:pt x="603783" y="147510"/>
                  </a:moveTo>
                  <a:lnTo>
                    <a:pt x="603110" y="147510"/>
                  </a:lnTo>
                  <a:lnTo>
                    <a:pt x="603110" y="30670"/>
                  </a:lnTo>
                  <a:lnTo>
                    <a:pt x="602449" y="30670"/>
                  </a:lnTo>
                  <a:lnTo>
                    <a:pt x="602449" y="11620"/>
                  </a:lnTo>
                  <a:lnTo>
                    <a:pt x="562737" y="11620"/>
                  </a:lnTo>
                  <a:lnTo>
                    <a:pt x="562737" y="30670"/>
                  </a:lnTo>
                  <a:lnTo>
                    <a:pt x="579501" y="30670"/>
                  </a:lnTo>
                  <a:lnTo>
                    <a:pt x="579501" y="147510"/>
                  </a:lnTo>
                  <a:lnTo>
                    <a:pt x="562737" y="147510"/>
                  </a:lnTo>
                  <a:lnTo>
                    <a:pt x="562737" y="167830"/>
                  </a:lnTo>
                  <a:lnTo>
                    <a:pt x="603783" y="167830"/>
                  </a:lnTo>
                  <a:lnTo>
                    <a:pt x="603783" y="147510"/>
                  </a:lnTo>
                  <a:close/>
                </a:path>
              </a:pathLst>
            </a:custGeom>
            <a:solidFill>
              <a:srgbClr val="1C4D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0637" y="1645824"/>
              <a:ext cx="86868" cy="85439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3737698" y="1605533"/>
              <a:ext cx="41275" cy="156210"/>
            </a:xfrm>
            <a:custGeom>
              <a:avLst/>
              <a:gdLst/>
              <a:ahLst/>
              <a:cxnLst/>
              <a:rect l="l" t="t" r="r" b="b"/>
              <a:pathLst>
                <a:path w="41275" h="156210">
                  <a:moveTo>
                    <a:pt x="41148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135890"/>
                  </a:lnTo>
                  <a:lnTo>
                    <a:pt x="0" y="156210"/>
                  </a:lnTo>
                  <a:lnTo>
                    <a:pt x="41148" y="156210"/>
                  </a:lnTo>
                  <a:lnTo>
                    <a:pt x="41148" y="135890"/>
                  </a:lnTo>
                  <a:lnTo>
                    <a:pt x="24384" y="135890"/>
                  </a:lnTo>
                  <a:lnTo>
                    <a:pt x="24384" y="19050"/>
                  </a:lnTo>
                  <a:lnTo>
                    <a:pt x="41148" y="19050"/>
                  </a:lnTo>
                  <a:lnTo>
                    <a:pt x="41148" y="0"/>
                  </a:lnTo>
                  <a:close/>
                </a:path>
              </a:pathLst>
            </a:custGeom>
            <a:solidFill>
              <a:srgbClr val="1C4D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38384" y="1598485"/>
              <a:ext cx="141827" cy="16021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4004589" y="1595437"/>
              <a:ext cx="772160" cy="166370"/>
            </a:xfrm>
            <a:custGeom>
              <a:avLst/>
              <a:gdLst/>
              <a:ahLst/>
              <a:cxnLst/>
              <a:rect l="l" t="t" r="r" b="b"/>
              <a:pathLst>
                <a:path w="772160" h="166369">
                  <a:moveTo>
                    <a:pt x="154025" y="7620"/>
                  </a:moveTo>
                  <a:lnTo>
                    <a:pt x="131165" y="7620"/>
                  </a:lnTo>
                  <a:lnTo>
                    <a:pt x="131165" y="28956"/>
                  </a:lnTo>
                  <a:lnTo>
                    <a:pt x="131165" y="50393"/>
                  </a:lnTo>
                  <a:lnTo>
                    <a:pt x="131165" y="71729"/>
                  </a:lnTo>
                  <a:lnTo>
                    <a:pt x="131165" y="93065"/>
                  </a:lnTo>
                  <a:lnTo>
                    <a:pt x="96113" y="93065"/>
                  </a:lnTo>
                  <a:lnTo>
                    <a:pt x="96113" y="71729"/>
                  </a:lnTo>
                  <a:lnTo>
                    <a:pt x="131165" y="71729"/>
                  </a:lnTo>
                  <a:lnTo>
                    <a:pt x="131165" y="50393"/>
                  </a:lnTo>
                  <a:lnTo>
                    <a:pt x="96113" y="50393"/>
                  </a:lnTo>
                  <a:lnTo>
                    <a:pt x="96113" y="28956"/>
                  </a:lnTo>
                  <a:lnTo>
                    <a:pt x="131165" y="28956"/>
                  </a:lnTo>
                  <a:lnTo>
                    <a:pt x="131165" y="7620"/>
                  </a:lnTo>
                  <a:lnTo>
                    <a:pt x="71628" y="7620"/>
                  </a:lnTo>
                  <a:lnTo>
                    <a:pt x="71628" y="28956"/>
                  </a:lnTo>
                  <a:lnTo>
                    <a:pt x="71628" y="50393"/>
                  </a:lnTo>
                  <a:lnTo>
                    <a:pt x="71628" y="71729"/>
                  </a:lnTo>
                  <a:lnTo>
                    <a:pt x="71628" y="93065"/>
                  </a:lnTo>
                  <a:lnTo>
                    <a:pt x="36576" y="93065"/>
                  </a:lnTo>
                  <a:lnTo>
                    <a:pt x="36576" y="71729"/>
                  </a:lnTo>
                  <a:lnTo>
                    <a:pt x="71628" y="71729"/>
                  </a:lnTo>
                  <a:lnTo>
                    <a:pt x="71628" y="50393"/>
                  </a:lnTo>
                  <a:lnTo>
                    <a:pt x="36576" y="50393"/>
                  </a:lnTo>
                  <a:lnTo>
                    <a:pt x="36576" y="28956"/>
                  </a:lnTo>
                  <a:lnTo>
                    <a:pt x="71628" y="28956"/>
                  </a:lnTo>
                  <a:lnTo>
                    <a:pt x="71628" y="7620"/>
                  </a:lnTo>
                  <a:lnTo>
                    <a:pt x="13716" y="7620"/>
                  </a:lnTo>
                  <a:lnTo>
                    <a:pt x="13716" y="86969"/>
                  </a:lnTo>
                  <a:lnTo>
                    <a:pt x="12865" y="108369"/>
                  </a:lnTo>
                  <a:lnTo>
                    <a:pt x="10287" y="126644"/>
                  </a:lnTo>
                  <a:lnTo>
                    <a:pt x="6007" y="141490"/>
                  </a:lnTo>
                  <a:lnTo>
                    <a:pt x="0" y="152590"/>
                  </a:lnTo>
                  <a:lnTo>
                    <a:pt x="7620" y="157162"/>
                  </a:lnTo>
                  <a:lnTo>
                    <a:pt x="13716" y="161734"/>
                  </a:lnTo>
                  <a:lnTo>
                    <a:pt x="21336" y="166306"/>
                  </a:lnTo>
                  <a:lnTo>
                    <a:pt x="26479" y="157784"/>
                  </a:lnTo>
                  <a:lnTo>
                    <a:pt x="30480" y="146113"/>
                  </a:lnTo>
                  <a:lnTo>
                    <a:pt x="33337" y="131559"/>
                  </a:lnTo>
                  <a:lnTo>
                    <a:pt x="35052" y="114401"/>
                  </a:lnTo>
                  <a:lnTo>
                    <a:pt x="71628" y="114401"/>
                  </a:lnTo>
                  <a:lnTo>
                    <a:pt x="71628" y="161734"/>
                  </a:lnTo>
                  <a:lnTo>
                    <a:pt x="96113" y="161734"/>
                  </a:lnTo>
                  <a:lnTo>
                    <a:pt x="96113" y="114401"/>
                  </a:lnTo>
                  <a:lnTo>
                    <a:pt x="131165" y="114401"/>
                  </a:lnTo>
                  <a:lnTo>
                    <a:pt x="131165" y="137350"/>
                  </a:lnTo>
                  <a:lnTo>
                    <a:pt x="126593" y="140398"/>
                  </a:lnTo>
                  <a:lnTo>
                    <a:pt x="112877" y="140398"/>
                  </a:lnTo>
                  <a:lnTo>
                    <a:pt x="100685" y="138874"/>
                  </a:lnTo>
                  <a:lnTo>
                    <a:pt x="102946" y="144614"/>
                  </a:lnTo>
                  <a:lnTo>
                    <a:pt x="105067" y="150495"/>
                  </a:lnTo>
                  <a:lnTo>
                    <a:pt x="106895" y="156667"/>
                  </a:lnTo>
                  <a:lnTo>
                    <a:pt x="106997" y="157162"/>
                  </a:lnTo>
                  <a:lnTo>
                    <a:pt x="108305" y="163258"/>
                  </a:lnTo>
                  <a:lnTo>
                    <a:pt x="134213" y="163258"/>
                  </a:lnTo>
                  <a:lnTo>
                    <a:pt x="146405" y="160210"/>
                  </a:lnTo>
                  <a:lnTo>
                    <a:pt x="152501" y="151066"/>
                  </a:lnTo>
                  <a:lnTo>
                    <a:pt x="154025" y="146494"/>
                  </a:lnTo>
                  <a:lnTo>
                    <a:pt x="154025" y="140398"/>
                  </a:lnTo>
                  <a:lnTo>
                    <a:pt x="154025" y="114401"/>
                  </a:lnTo>
                  <a:lnTo>
                    <a:pt x="154025" y="93065"/>
                  </a:lnTo>
                  <a:lnTo>
                    <a:pt x="154025" y="71729"/>
                  </a:lnTo>
                  <a:lnTo>
                    <a:pt x="154025" y="50393"/>
                  </a:lnTo>
                  <a:lnTo>
                    <a:pt x="154025" y="28956"/>
                  </a:lnTo>
                  <a:lnTo>
                    <a:pt x="154025" y="7620"/>
                  </a:lnTo>
                  <a:close/>
                </a:path>
                <a:path w="772160" h="166369">
                  <a:moveTo>
                    <a:pt x="333946" y="132778"/>
                  </a:moveTo>
                  <a:lnTo>
                    <a:pt x="260794" y="132778"/>
                  </a:lnTo>
                  <a:lnTo>
                    <a:pt x="260794" y="71818"/>
                  </a:lnTo>
                  <a:lnTo>
                    <a:pt x="323278" y="71818"/>
                  </a:lnTo>
                  <a:lnTo>
                    <a:pt x="323278" y="47688"/>
                  </a:lnTo>
                  <a:lnTo>
                    <a:pt x="260794" y="47688"/>
                  </a:lnTo>
                  <a:lnTo>
                    <a:pt x="260794" y="1968"/>
                  </a:lnTo>
                  <a:lnTo>
                    <a:pt x="233362" y="1968"/>
                  </a:lnTo>
                  <a:lnTo>
                    <a:pt x="233362" y="47688"/>
                  </a:lnTo>
                  <a:lnTo>
                    <a:pt x="233362" y="71818"/>
                  </a:lnTo>
                  <a:lnTo>
                    <a:pt x="233362" y="132778"/>
                  </a:lnTo>
                  <a:lnTo>
                    <a:pt x="172300" y="132778"/>
                  </a:lnTo>
                  <a:lnTo>
                    <a:pt x="172300" y="156908"/>
                  </a:lnTo>
                  <a:lnTo>
                    <a:pt x="333946" y="156908"/>
                  </a:lnTo>
                  <a:lnTo>
                    <a:pt x="333946" y="132778"/>
                  </a:lnTo>
                  <a:close/>
                </a:path>
                <a:path w="772160" h="166369">
                  <a:moveTo>
                    <a:pt x="504825" y="10668"/>
                  </a:moveTo>
                  <a:lnTo>
                    <a:pt x="343179" y="10668"/>
                  </a:lnTo>
                  <a:lnTo>
                    <a:pt x="343179" y="33629"/>
                  </a:lnTo>
                  <a:lnTo>
                    <a:pt x="404139" y="33629"/>
                  </a:lnTo>
                  <a:lnTo>
                    <a:pt x="404139" y="164782"/>
                  </a:lnTo>
                  <a:lnTo>
                    <a:pt x="431571" y="164782"/>
                  </a:lnTo>
                  <a:lnTo>
                    <a:pt x="431571" y="71729"/>
                  </a:lnTo>
                  <a:lnTo>
                    <a:pt x="456349" y="91351"/>
                  </a:lnTo>
                  <a:lnTo>
                    <a:pt x="469760" y="102374"/>
                  </a:lnTo>
                  <a:lnTo>
                    <a:pt x="483489" y="114401"/>
                  </a:lnTo>
                  <a:lnTo>
                    <a:pt x="501777" y="93065"/>
                  </a:lnTo>
                  <a:lnTo>
                    <a:pt x="446811" y="51917"/>
                  </a:lnTo>
                  <a:lnTo>
                    <a:pt x="431571" y="67157"/>
                  </a:lnTo>
                  <a:lnTo>
                    <a:pt x="431571" y="33629"/>
                  </a:lnTo>
                  <a:lnTo>
                    <a:pt x="504825" y="33629"/>
                  </a:lnTo>
                  <a:lnTo>
                    <a:pt x="504825" y="10668"/>
                  </a:lnTo>
                  <a:close/>
                </a:path>
                <a:path w="772160" h="166369">
                  <a:moveTo>
                    <a:pt x="678662" y="140398"/>
                  </a:moveTo>
                  <a:lnTo>
                    <a:pt x="660946" y="135242"/>
                  </a:lnTo>
                  <a:lnTo>
                    <a:pt x="650481" y="131254"/>
                  </a:lnTo>
                  <a:lnTo>
                    <a:pt x="644372" y="128930"/>
                  </a:lnTo>
                  <a:lnTo>
                    <a:pt x="628942" y="121462"/>
                  </a:lnTo>
                  <a:lnTo>
                    <a:pt x="614654" y="112877"/>
                  </a:lnTo>
                  <a:lnTo>
                    <a:pt x="626364" y="99441"/>
                  </a:lnTo>
                  <a:lnTo>
                    <a:pt x="628561" y="96113"/>
                  </a:lnTo>
                  <a:lnTo>
                    <a:pt x="636371" y="84302"/>
                  </a:lnTo>
                  <a:lnTo>
                    <a:pt x="644652" y="67437"/>
                  </a:lnTo>
                  <a:lnTo>
                    <a:pt x="651230" y="48869"/>
                  </a:lnTo>
                  <a:lnTo>
                    <a:pt x="677138" y="48869"/>
                  </a:lnTo>
                  <a:lnTo>
                    <a:pt x="677138" y="25908"/>
                  </a:lnTo>
                  <a:lnTo>
                    <a:pt x="623798" y="25908"/>
                  </a:lnTo>
                  <a:lnTo>
                    <a:pt x="623798" y="48869"/>
                  </a:lnTo>
                  <a:lnTo>
                    <a:pt x="618604" y="62039"/>
                  </a:lnTo>
                  <a:lnTo>
                    <a:pt x="612127" y="74206"/>
                  </a:lnTo>
                  <a:lnTo>
                    <a:pt x="604215" y="85521"/>
                  </a:lnTo>
                  <a:lnTo>
                    <a:pt x="594741" y="96113"/>
                  </a:lnTo>
                  <a:lnTo>
                    <a:pt x="586168" y="85521"/>
                  </a:lnTo>
                  <a:lnTo>
                    <a:pt x="578739" y="74206"/>
                  </a:lnTo>
                  <a:lnTo>
                    <a:pt x="572452" y="62039"/>
                  </a:lnTo>
                  <a:lnTo>
                    <a:pt x="567309" y="48869"/>
                  </a:lnTo>
                  <a:lnTo>
                    <a:pt x="623798" y="48869"/>
                  </a:lnTo>
                  <a:lnTo>
                    <a:pt x="623798" y="25908"/>
                  </a:lnTo>
                  <a:lnTo>
                    <a:pt x="613130" y="25908"/>
                  </a:lnTo>
                  <a:lnTo>
                    <a:pt x="610819" y="20789"/>
                  </a:lnTo>
                  <a:lnTo>
                    <a:pt x="608507" y="14668"/>
                  </a:lnTo>
                  <a:lnTo>
                    <a:pt x="606183" y="7696"/>
                  </a:lnTo>
                  <a:lnTo>
                    <a:pt x="603885" y="0"/>
                  </a:lnTo>
                  <a:lnTo>
                    <a:pt x="577977" y="4572"/>
                  </a:lnTo>
                  <a:lnTo>
                    <a:pt x="581025" y="13716"/>
                  </a:lnTo>
                  <a:lnTo>
                    <a:pt x="584073" y="25908"/>
                  </a:lnTo>
                  <a:lnTo>
                    <a:pt x="513969" y="25908"/>
                  </a:lnTo>
                  <a:lnTo>
                    <a:pt x="513969" y="48869"/>
                  </a:lnTo>
                  <a:lnTo>
                    <a:pt x="541401" y="48869"/>
                  </a:lnTo>
                  <a:lnTo>
                    <a:pt x="547065" y="66586"/>
                  </a:lnTo>
                  <a:lnTo>
                    <a:pt x="554736" y="83159"/>
                  </a:lnTo>
                  <a:lnTo>
                    <a:pt x="564121" y="98590"/>
                  </a:lnTo>
                  <a:lnTo>
                    <a:pt x="574929" y="112877"/>
                  </a:lnTo>
                  <a:lnTo>
                    <a:pt x="561733" y="120840"/>
                  </a:lnTo>
                  <a:lnTo>
                    <a:pt x="547116" y="128549"/>
                  </a:lnTo>
                  <a:lnTo>
                    <a:pt x="530783" y="135674"/>
                  </a:lnTo>
                  <a:lnTo>
                    <a:pt x="512445" y="141922"/>
                  </a:lnTo>
                  <a:lnTo>
                    <a:pt x="516775" y="146812"/>
                  </a:lnTo>
                  <a:lnTo>
                    <a:pt x="520827" y="152400"/>
                  </a:lnTo>
                  <a:lnTo>
                    <a:pt x="524878" y="158864"/>
                  </a:lnTo>
                  <a:lnTo>
                    <a:pt x="529209" y="166306"/>
                  </a:lnTo>
                  <a:lnTo>
                    <a:pt x="548017" y="158267"/>
                  </a:lnTo>
                  <a:lnTo>
                    <a:pt x="565404" y="149923"/>
                  </a:lnTo>
                  <a:lnTo>
                    <a:pt x="581101" y="140995"/>
                  </a:lnTo>
                  <a:lnTo>
                    <a:pt x="594741" y="131254"/>
                  </a:lnTo>
                  <a:lnTo>
                    <a:pt x="609104" y="140995"/>
                  </a:lnTo>
                  <a:lnTo>
                    <a:pt x="624738" y="149733"/>
                  </a:lnTo>
                  <a:lnTo>
                    <a:pt x="641769" y="157619"/>
                  </a:lnTo>
                  <a:lnTo>
                    <a:pt x="660374" y="164782"/>
                  </a:lnTo>
                  <a:lnTo>
                    <a:pt x="663232" y="160553"/>
                  </a:lnTo>
                  <a:lnTo>
                    <a:pt x="667232" y="154876"/>
                  </a:lnTo>
                  <a:lnTo>
                    <a:pt x="672376" y="148069"/>
                  </a:lnTo>
                  <a:lnTo>
                    <a:pt x="678662" y="140398"/>
                  </a:lnTo>
                  <a:close/>
                </a:path>
                <a:path w="772160" h="166369">
                  <a:moveTo>
                    <a:pt x="771715" y="10096"/>
                  </a:moveTo>
                  <a:lnTo>
                    <a:pt x="730465" y="10096"/>
                  </a:lnTo>
                  <a:lnTo>
                    <a:pt x="730465" y="29146"/>
                  </a:lnTo>
                  <a:lnTo>
                    <a:pt x="747331" y="29146"/>
                  </a:lnTo>
                  <a:lnTo>
                    <a:pt x="747331" y="145986"/>
                  </a:lnTo>
                  <a:lnTo>
                    <a:pt x="730465" y="145986"/>
                  </a:lnTo>
                  <a:lnTo>
                    <a:pt x="730465" y="166306"/>
                  </a:lnTo>
                  <a:lnTo>
                    <a:pt x="771715" y="166306"/>
                  </a:lnTo>
                  <a:lnTo>
                    <a:pt x="771715" y="145986"/>
                  </a:lnTo>
                  <a:lnTo>
                    <a:pt x="771715" y="29146"/>
                  </a:lnTo>
                  <a:lnTo>
                    <a:pt x="771715" y="10096"/>
                  </a:lnTo>
                  <a:close/>
                </a:path>
              </a:pathLst>
            </a:custGeom>
            <a:solidFill>
              <a:srgbClr val="1C4D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47939" y="1645824"/>
              <a:ext cx="86868" cy="85439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5005006" y="1593913"/>
              <a:ext cx="866775" cy="168275"/>
            </a:xfrm>
            <a:custGeom>
              <a:avLst/>
              <a:gdLst/>
              <a:ahLst/>
              <a:cxnLst/>
              <a:rect l="l" t="t" r="r" b="b"/>
              <a:pathLst>
                <a:path w="866775" h="168275">
                  <a:moveTo>
                    <a:pt x="41148" y="11620"/>
                  </a:moveTo>
                  <a:lnTo>
                    <a:pt x="0" y="11620"/>
                  </a:lnTo>
                  <a:lnTo>
                    <a:pt x="0" y="30670"/>
                  </a:lnTo>
                  <a:lnTo>
                    <a:pt x="0" y="147510"/>
                  </a:lnTo>
                  <a:lnTo>
                    <a:pt x="0" y="167830"/>
                  </a:lnTo>
                  <a:lnTo>
                    <a:pt x="41148" y="167830"/>
                  </a:lnTo>
                  <a:lnTo>
                    <a:pt x="41148" y="147510"/>
                  </a:lnTo>
                  <a:lnTo>
                    <a:pt x="24384" y="147510"/>
                  </a:lnTo>
                  <a:lnTo>
                    <a:pt x="24384" y="30670"/>
                  </a:lnTo>
                  <a:lnTo>
                    <a:pt x="41148" y="30670"/>
                  </a:lnTo>
                  <a:lnTo>
                    <a:pt x="41148" y="11620"/>
                  </a:lnTo>
                  <a:close/>
                </a:path>
                <a:path w="866775" h="168275">
                  <a:moveTo>
                    <a:pt x="161721" y="42773"/>
                  </a:moveTo>
                  <a:lnTo>
                    <a:pt x="141820" y="32004"/>
                  </a:lnTo>
                  <a:lnTo>
                    <a:pt x="137248" y="39725"/>
                  </a:lnTo>
                  <a:lnTo>
                    <a:pt x="131152" y="51917"/>
                  </a:lnTo>
                  <a:lnTo>
                    <a:pt x="120484" y="51917"/>
                  </a:lnTo>
                  <a:lnTo>
                    <a:pt x="117436" y="53441"/>
                  </a:lnTo>
                  <a:lnTo>
                    <a:pt x="123202" y="44589"/>
                  </a:lnTo>
                  <a:lnTo>
                    <a:pt x="129247" y="34150"/>
                  </a:lnTo>
                  <a:lnTo>
                    <a:pt x="135991" y="22072"/>
                  </a:lnTo>
                  <a:lnTo>
                    <a:pt x="143344" y="9144"/>
                  </a:lnTo>
                  <a:lnTo>
                    <a:pt x="122008" y="0"/>
                  </a:lnTo>
                  <a:lnTo>
                    <a:pt x="112318" y="22072"/>
                  </a:lnTo>
                  <a:lnTo>
                    <a:pt x="112204" y="22288"/>
                  </a:lnTo>
                  <a:lnTo>
                    <a:pt x="103911" y="38150"/>
                  </a:lnTo>
                  <a:lnTo>
                    <a:pt x="96939" y="48526"/>
                  </a:lnTo>
                  <a:lnTo>
                    <a:pt x="91528" y="53441"/>
                  </a:lnTo>
                  <a:lnTo>
                    <a:pt x="99148" y="73253"/>
                  </a:lnTo>
                  <a:lnTo>
                    <a:pt x="102196" y="73253"/>
                  </a:lnTo>
                  <a:lnTo>
                    <a:pt x="109816" y="71729"/>
                  </a:lnTo>
                  <a:lnTo>
                    <a:pt x="118960" y="71729"/>
                  </a:lnTo>
                  <a:lnTo>
                    <a:pt x="111506" y="83134"/>
                  </a:lnTo>
                  <a:lnTo>
                    <a:pt x="105054" y="92113"/>
                  </a:lnTo>
                  <a:lnTo>
                    <a:pt x="99453" y="98513"/>
                  </a:lnTo>
                  <a:lnTo>
                    <a:pt x="94576" y="102209"/>
                  </a:lnTo>
                  <a:lnTo>
                    <a:pt x="102196" y="122021"/>
                  </a:lnTo>
                  <a:lnTo>
                    <a:pt x="110794" y="119735"/>
                  </a:lnTo>
                  <a:lnTo>
                    <a:pt x="122974" y="117449"/>
                  </a:lnTo>
                  <a:lnTo>
                    <a:pt x="138887" y="115163"/>
                  </a:lnTo>
                  <a:lnTo>
                    <a:pt x="158673" y="112877"/>
                  </a:lnTo>
                  <a:lnTo>
                    <a:pt x="158673" y="100685"/>
                  </a:lnTo>
                  <a:lnTo>
                    <a:pt x="159283" y="97637"/>
                  </a:lnTo>
                  <a:lnTo>
                    <a:pt x="159397" y="97066"/>
                  </a:lnTo>
                  <a:lnTo>
                    <a:pt x="160197" y="93065"/>
                  </a:lnTo>
                  <a:lnTo>
                    <a:pt x="147840" y="94424"/>
                  </a:lnTo>
                  <a:lnTo>
                    <a:pt x="138214" y="95923"/>
                  </a:lnTo>
                  <a:lnTo>
                    <a:pt x="131597" y="97066"/>
                  </a:lnTo>
                  <a:lnTo>
                    <a:pt x="131838" y="97066"/>
                  </a:lnTo>
                  <a:lnTo>
                    <a:pt x="126580" y="97637"/>
                  </a:lnTo>
                  <a:lnTo>
                    <a:pt x="151955" y="59055"/>
                  </a:lnTo>
                  <a:lnTo>
                    <a:pt x="155321" y="53441"/>
                  </a:lnTo>
                  <a:lnTo>
                    <a:pt x="161721" y="42773"/>
                  </a:lnTo>
                  <a:close/>
                </a:path>
                <a:path w="866775" h="168275">
                  <a:moveTo>
                    <a:pt x="164769" y="125069"/>
                  </a:moveTo>
                  <a:lnTo>
                    <a:pt x="107035" y="133515"/>
                  </a:lnTo>
                  <a:lnTo>
                    <a:pt x="93052" y="135826"/>
                  </a:lnTo>
                  <a:lnTo>
                    <a:pt x="96100" y="158686"/>
                  </a:lnTo>
                  <a:lnTo>
                    <a:pt x="163245" y="149542"/>
                  </a:lnTo>
                  <a:lnTo>
                    <a:pt x="163245" y="135826"/>
                  </a:lnTo>
                  <a:lnTo>
                    <a:pt x="164769" y="125069"/>
                  </a:lnTo>
                  <a:close/>
                </a:path>
                <a:path w="866775" h="168275">
                  <a:moveTo>
                    <a:pt x="218109" y="105257"/>
                  </a:moveTo>
                  <a:lnTo>
                    <a:pt x="211239" y="95186"/>
                  </a:lnTo>
                  <a:lnTo>
                    <a:pt x="204203" y="85255"/>
                  </a:lnTo>
                  <a:lnTo>
                    <a:pt x="196900" y="75044"/>
                  </a:lnTo>
                  <a:lnTo>
                    <a:pt x="189153" y="64109"/>
                  </a:lnTo>
                  <a:lnTo>
                    <a:pt x="170865" y="77825"/>
                  </a:lnTo>
                  <a:lnTo>
                    <a:pt x="177711" y="87236"/>
                  </a:lnTo>
                  <a:lnTo>
                    <a:pt x="184391" y="97066"/>
                  </a:lnTo>
                  <a:lnTo>
                    <a:pt x="190804" y="107188"/>
                  </a:lnTo>
                  <a:lnTo>
                    <a:pt x="196773" y="117449"/>
                  </a:lnTo>
                  <a:lnTo>
                    <a:pt x="218109" y="105257"/>
                  </a:lnTo>
                  <a:close/>
                </a:path>
                <a:path w="866775" h="168275">
                  <a:moveTo>
                    <a:pt x="251637" y="27432"/>
                  </a:moveTo>
                  <a:lnTo>
                    <a:pt x="196773" y="27432"/>
                  </a:lnTo>
                  <a:lnTo>
                    <a:pt x="199821" y="19812"/>
                  </a:lnTo>
                  <a:lnTo>
                    <a:pt x="202869" y="13716"/>
                  </a:lnTo>
                  <a:lnTo>
                    <a:pt x="204393" y="6096"/>
                  </a:lnTo>
                  <a:lnTo>
                    <a:pt x="181533" y="0"/>
                  </a:lnTo>
                  <a:lnTo>
                    <a:pt x="174891" y="18542"/>
                  </a:lnTo>
                  <a:lnTo>
                    <a:pt x="168389" y="35102"/>
                  </a:lnTo>
                  <a:lnTo>
                    <a:pt x="161607" y="49377"/>
                  </a:lnTo>
                  <a:lnTo>
                    <a:pt x="154101" y="61061"/>
                  </a:lnTo>
                  <a:lnTo>
                    <a:pt x="163245" y="65633"/>
                  </a:lnTo>
                  <a:lnTo>
                    <a:pt x="170865" y="68681"/>
                  </a:lnTo>
                  <a:lnTo>
                    <a:pt x="175437" y="73253"/>
                  </a:lnTo>
                  <a:lnTo>
                    <a:pt x="178854" y="67513"/>
                  </a:lnTo>
                  <a:lnTo>
                    <a:pt x="182105" y="61633"/>
                  </a:lnTo>
                  <a:lnTo>
                    <a:pt x="185089" y="55460"/>
                  </a:lnTo>
                  <a:lnTo>
                    <a:pt x="187629" y="48869"/>
                  </a:lnTo>
                  <a:lnTo>
                    <a:pt x="228777" y="48869"/>
                  </a:lnTo>
                  <a:lnTo>
                    <a:pt x="228142" y="89369"/>
                  </a:lnTo>
                  <a:lnTo>
                    <a:pt x="227368" y="100685"/>
                  </a:lnTo>
                  <a:lnTo>
                    <a:pt x="227241" y="112877"/>
                  </a:lnTo>
                  <a:lnTo>
                    <a:pt x="227139" y="119735"/>
                  </a:lnTo>
                  <a:lnTo>
                    <a:pt x="227063" y="123215"/>
                  </a:lnTo>
                  <a:lnTo>
                    <a:pt x="226618" y="129298"/>
                  </a:lnTo>
                  <a:lnTo>
                    <a:pt x="225729" y="132778"/>
                  </a:lnTo>
                  <a:lnTo>
                    <a:pt x="225729" y="135826"/>
                  </a:lnTo>
                  <a:lnTo>
                    <a:pt x="221183" y="140385"/>
                  </a:lnTo>
                  <a:lnTo>
                    <a:pt x="207518" y="140385"/>
                  </a:lnTo>
                  <a:lnTo>
                    <a:pt x="200774" y="140208"/>
                  </a:lnTo>
                  <a:lnTo>
                    <a:pt x="193179" y="139763"/>
                  </a:lnTo>
                  <a:lnTo>
                    <a:pt x="184581" y="138874"/>
                  </a:lnTo>
                  <a:lnTo>
                    <a:pt x="186105" y="146494"/>
                  </a:lnTo>
                  <a:lnTo>
                    <a:pt x="189153" y="155638"/>
                  </a:lnTo>
                  <a:lnTo>
                    <a:pt x="190677" y="163258"/>
                  </a:lnTo>
                  <a:lnTo>
                    <a:pt x="206108" y="163029"/>
                  </a:lnTo>
                  <a:lnTo>
                    <a:pt x="218109" y="162496"/>
                  </a:lnTo>
                  <a:lnTo>
                    <a:pt x="226682" y="161975"/>
                  </a:lnTo>
                  <a:lnTo>
                    <a:pt x="231825" y="161734"/>
                  </a:lnTo>
                  <a:lnTo>
                    <a:pt x="236397" y="160210"/>
                  </a:lnTo>
                  <a:lnTo>
                    <a:pt x="239445" y="158686"/>
                  </a:lnTo>
                  <a:lnTo>
                    <a:pt x="245541" y="152590"/>
                  </a:lnTo>
                  <a:lnTo>
                    <a:pt x="247065" y="148018"/>
                  </a:lnTo>
                  <a:lnTo>
                    <a:pt x="248589" y="144970"/>
                  </a:lnTo>
                  <a:lnTo>
                    <a:pt x="248805" y="140385"/>
                  </a:lnTo>
                  <a:lnTo>
                    <a:pt x="248894" y="138874"/>
                  </a:lnTo>
                  <a:lnTo>
                    <a:pt x="249377" y="131064"/>
                  </a:lnTo>
                  <a:lnTo>
                    <a:pt x="249504" y="128295"/>
                  </a:lnTo>
                  <a:lnTo>
                    <a:pt x="249885" y="119735"/>
                  </a:lnTo>
                  <a:lnTo>
                    <a:pt x="249974" y="114274"/>
                  </a:lnTo>
                  <a:lnTo>
                    <a:pt x="250088" y="107188"/>
                  </a:lnTo>
                  <a:lnTo>
                    <a:pt x="250215" y="100685"/>
                  </a:lnTo>
                  <a:lnTo>
                    <a:pt x="250317" y="95186"/>
                  </a:lnTo>
                  <a:lnTo>
                    <a:pt x="250431" y="89369"/>
                  </a:lnTo>
                  <a:lnTo>
                    <a:pt x="250558" y="83134"/>
                  </a:lnTo>
                  <a:lnTo>
                    <a:pt x="250659" y="77825"/>
                  </a:lnTo>
                  <a:lnTo>
                    <a:pt x="250710" y="75044"/>
                  </a:lnTo>
                  <a:lnTo>
                    <a:pt x="250837" y="68681"/>
                  </a:lnTo>
                  <a:lnTo>
                    <a:pt x="250926" y="64109"/>
                  </a:lnTo>
                  <a:lnTo>
                    <a:pt x="251028" y="59055"/>
                  </a:lnTo>
                  <a:lnTo>
                    <a:pt x="251129" y="53441"/>
                  </a:lnTo>
                  <a:lnTo>
                    <a:pt x="251218" y="48869"/>
                  </a:lnTo>
                  <a:lnTo>
                    <a:pt x="251307" y="44589"/>
                  </a:lnTo>
                  <a:lnTo>
                    <a:pt x="251434" y="38150"/>
                  </a:lnTo>
                  <a:lnTo>
                    <a:pt x="251548" y="32004"/>
                  </a:lnTo>
                  <a:lnTo>
                    <a:pt x="251637" y="27432"/>
                  </a:lnTo>
                  <a:close/>
                </a:path>
                <a:path w="866775" h="168275">
                  <a:moveTo>
                    <a:pt x="430149" y="144970"/>
                  </a:moveTo>
                  <a:lnTo>
                    <a:pt x="385902" y="120459"/>
                  </a:lnTo>
                  <a:lnTo>
                    <a:pt x="373659" y="109829"/>
                  </a:lnTo>
                  <a:lnTo>
                    <a:pt x="414909" y="109829"/>
                  </a:lnTo>
                  <a:lnTo>
                    <a:pt x="414909" y="90017"/>
                  </a:lnTo>
                  <a:lnTo>
                    <a:pt x="414909" y="70205"/>
                  </a:lnTo>
                  <a:lnTo>
                    <a:pt x="414909" y="50393"/>
                  </a:lnTo>
                  <a:lnTo>
                    <a:pt x="391947" y="50393"/>
                  </a:lnTo>
                  <a:lnTo>
                    <a:pt x="391947" y="70205"/>
                  </a:lnTo>
                  <a:lnTo>
                    <a:pt x="391947" y="90017"/>
                  </a:lnTo>
                  <a:lnTo>
                    <a:pt x="358419" y="90017"/>
                  </a:lnTo>
                  <a:lnTo>
                    <a:pt x="358419" y="70205"/>
                  </a:lnTo>
                  <a:lnTo>
                    <a:pt x="391947" y="70205"/>
                  </a:lnTo>
                  <a:lnTo>
                    <a:pt x="391947" y="50393"/>
                  </a:lnTo>
                  <a:lnTo>
                    <a:pt x="358419" y="50393"/>
                  </a:lnTo>
                  <a:lnTo>
                    <a:pt x="358419" y="38201"/>
                  </a:lnTo>
                  <a:lnTo>
                    <a:pt x="428625" y="38201"/>
                  </a:lnTo>
                  <a:lnTo>
                    <a:pt x="428625" y="15240"/>
                  </a:lnTo>
                  <a:lnTo>
                    <a:pt x="358419" y="15240"/>
                  </a:lnTo>
                  <a:lnTo>
                    <a:pt x="358419" y="1524"/>
                  </a:lnTo>
                  <a:lnTo>
                    <a:pt x="335559" y="1524"/>
                  </a:lnTo>
                  <a:lnTo>
                    <a:pt x="335559" y="15240"/>
                  </a:lnTo>
                  <a:lnTo>
                    <a:pt x="265366" y="15240"/>
                  </a:lnTo>
                  <a:lnTo>
                    <a:pt x="265366" y="38201"/>
                  </a:lnTo>
                  <a:lnTo>
                    <a:pt x="335559" y="38201"/>
                  </a:lnTo>
                  <a:lnTo>
                    <a:pt x="335559" y="50393"/>
                  </a:lnTo>
                  <a:lnTo>
                    <a:pt x="335559" y="70205"/>
                  </a:lnTo>
                  <a:lnTo>
                    <a:pt x="335559" y="90017"/>
                  </a:lnTo>
                  <a:lnTo>
                    <a:pt x="302031" y="90017"/>
                  </a:lnTo>
                  <a:lnTo>
                    <a:pt x="302031" y="70205"/>
                  </a:lnTo>
                  <a:lnTo>
                    <a:pt x="335559" y="70205"/>
                  </a:lnTo>
                  <a:lnTo>
                    <a:pt x="335559" y="50393"/>
                  </a:lnTo>
                  <a:lnTo>
                    <a:pt x="279171" y="50393"/>
                  </a:lnTo>
                  <a:lnTo>
                    <a:pt x="279171" y="109829"/>
                  </a:lnTo>
                  <a:lnTo>
                    <a:pt x="320319" y="109829"/>
                  </a:lnTo>
                  <a:lnTo>
                    <a:pt x="308292" y="120459"/>
                  </a:lnTo>
                  <a:lnTo>
                    <a:pt x="294970" y="129692"/>
                  </a:lnTo>
                  <a:lnTo>
                    <a:pt x="280200" y="137769"/>
                  </a:lnTo>
                  <a:lnTo>
                    <a:pt x="263842" y="144970"/>
                  </a:lnTo>
                  <a:lnTo>
                    <a:pt x="268414" y="149542"/>
                  </a:lnTo>
                  <a:lnTo>
                    <a:pt x="277558" y="164782"/>
                  </a:lnTo>
                  <a:lnTo>
                    <a:pt x="294805" y="155333"/>
                  </a:lnTo>
                  <a:lnTo>
                    <a:pt x="310019" y="145161"/>
                  </a:lnTo>
                  <a:lnTo>
                    <a:pt x="323507" y="134099"/>
                  </a:lnTo>
                  <a:lnTo>
                    <a:pt x="335559" y="122021"/>
                  </a:lnTo>
                  <a:lnTo>
                    <a:pt x="335559" y="166306"/>
                  </a:lnTo>
                  <a:lnTo>
                    <a:pt x="358419" y="166306"/>
                  </a:lnTo>
                  <a:lnTo>
                    <a:pt x="358419" y="122021"/>
                  </a:lnTo>
                  <a:lnTo>
                    <a:pt x="358419" y="118973"/>
                  </a:lnTo>
                  <a:lnTo>
                    <a:pt x="370471" y="132168"/>
                  </a:lnTo>
                  <a:lnTo>
                    <a:pt x="383959" y="144208"/>
                  </a:lnTo>
                  <a:lnTo>
                    <a:pt x="399173" y="155067"/>
                  </a:lnTo>
                  <a:lnTo>
                    <a:pt x="416433" y="164782"/>
                  </a:lnTo>
                  <a:lnTo>
                    <a:pt x="425577" y="149542"/>
                  </a:lnTo>
                  <a:lnTo>
                    <a:pt x="430149" y="144970"/>
                  </a:lnTo>
                  <a:close/>
                </a:path>
                <a:path w="866775" h="168275">
                  <a:moveTo>
                    <a:pt x="593305" y="93065"/>
                  </a:moveTo>
                  <a:lnTo>
                    <a:pt x="532257" y="93065"/>
                  </a:lnTo>
                  <a:lnTo>
                    <a:pt x="532257" y="80873"/>
                  </a:lnTo>
                  <a:lnTo>
                    <a:pt x="507873" y="80873"/>
                  </a:lnTo>
                  <a:lnTo>
                    <a:pt x="507873" y="93065"/>
                  </a:lnTo>
                  <a:lnTo>
                    <a:pt x="443865" y="93065"/>
                  </a:lnTo>
                  <a:lnTo>
                    <a:pt x="443865" y="112877"/>
                  </a:lnTo>
                  <a:lnTo>
                    <a:pt x="478917" y="112877"/>
                  </a:lnTo>
                  <a:lnTo>
                    <a:pt x="469239" y="120637"/>
                  </a:lnTo>
                  <a:lnTo>
                    <a:pt x="458724" y="127977"/>
                  </a:lnTo>
                  <a:lnTo>
                    <a:pt x="447624" y="135026"/>
                  </a:lnTo>
                  <a:lnTo>
                    <a:pt x="436245" y="141922"/>
                  </a:lnTo>
                  <a:lnTo>
                    <a:pt x="445389" y="154114"/>
                  </a:lnTo>
                  <a:lnTo>
                    <a:pt x="484225" y="137718"/>
                  </a:lnTo>
                  <a:lnTo>
                    <a:pt x="495681" y="129730"/>
                  </a:lnTo>
                  <a:lnTo>
                    <a:pt x="480441" y="112877"/>
                  </a:lnTo>
                  <a:lnTo>
                    <a:pt x="507873" y="112877"/>
                  </a:lnTo>
                  <a:lnTo>
                    <a:pt x="507873" y="138874"/>
                  </a:lnTo>
                  <a:lnTo>
                    <a:pt x="504825" y="143446"/>
                  </a:lnTo>
                  <a:lnTo>
                    <a:pt x="494157" y="143446"/>
                  </a:lnTo>
                  <a:lnTo>
                    <a:pt x="488061" y="141922"/>
                  </a:lnTo>
                  <a:lnTo>
                    <a:pt x="480441" y="141922"/>
                  </a:lnTo>
                  <a:lnTo>
                    <a:pt x="481965" y="149542"/>
                  </a:lnTo>
                  <a:lnTo>
                    <a:pt x="485013" y="157162"/>
                  </a:lnTo>
                  <a:lnTo>
                    <a:pt x="486537" y="166306"/>
                  </a:lnTo>
                  <a:lnTo>
                    <a:pt x="496836" y="165404"/>
                  </a:lnTo>
                  <a:lnTo>
                    <a:pt x="505015" y="164782"/>
                  </a:lnTo>
                  <a:lnTo>
                    <a:pt x="511175" y="164172"/>
                  </a:lnTo>
                  <a:lnTo>
                    <a:pt x="532257" y="146494"/>
                  </a:lnTo>
                  <a:lnTo>
                    <a:pt x="532257" y="143446"/>
                  </a:lnTo>
                  <a:lnTo>
                    <a:pt x="532257" y="112877"/>
                  </a:lnTo>
                  <a:lnTo>
                    <a:pt x="555205" y="112877"/>
                  </a:lnTo>
                  <a:lnTo>
                    <a:pt x="593305" y="112877"/>
                  </a:lnTo>
                  <a:lnTo>
                    <a:pt x="593305" y="93065"/>
                  </a:lnTo>
                  <a:close/>
                </a:path>
                <a:path w="866775" h="168275">
                  <a:moveTo>
                    <a:pt x="600925" y="143446"/>
                  </a:moveTo>
                  <a:lnTo>
                    <a:pt x="589495" y="135458"/>
                  </a:lnTo>
                  <a:lnTo>
                    <a:pt x="578065" y="127596"/>
                  </a:lnTo>
                  <a:lnTo>
                    <a:pt x="566635" y="120015"/>
                  </a:lnTo>
                  <a:lnTo>
                    <a:pt x="555205" y="112877"/>
                  </a:lnTo>
                  <a:lnTo>
                    <a:pt x="541401" y="128206"/>
                  </a:lnTo>
                  <a:lnTo>
                    <a:pt x="587209" y="160210"/>
                  </a:lnTo>
                  <a:lnTo>
                    <a:pt x="600925" y="143446"/>
                  </a:lnTo>
                  <a:close/>
                </a:path>
                <a:path w="866775" h="168275">
                  <a:moveTo>
                    <a:pt x="600925" y="65633"/>
                  </a:moveTo>
                  <a:lnTo>
                    <a:pt x="585520" y="64465"/>
                  </a:lnTo>
                  <a:lnTo>
                    <a:pt x="571398" y="63157"/>
                  </a:lnTo>
                  <a:lnTo>
                    <a:pt x="558711" y="61556"/>
                  </a:lnTo>
                  <a:lnTo>
                    <a:pt x="547585" y="59537"/>
                  </a:lnTo>
                  <a:lnTo>
                    <a:pt x="557568" y="53771"/>
                  </a:lnTo>
                  <a:lnTo>
                    <a:pt x="562737" y="50393"/>
                  </a:lnTo>
                  <a:lnTo>
                    <a:pt x="566826" y="47713"/>
                  </a:lnTo>
                  <a:lnTo>
                    <a:pt x="575233" y="41071"/>
                  </a:lnTo>
                  <a:lnTo>
                    <a:pt x="582637" y="33528"/>
                  </a:lnTo>
                  <a:lnTo>
                    <a:pt x="582637" y="15240"/>
                  </a:lnTo>
                  <a:lnTo>
                    <a:pt x="549109" y="15240"/>
                  </a:lnTo>
                  <a:lnTo>
                    <a:pt x="549109" y="33528"/>
                  </a:lnTo>
                  <a:lnTo>
                    <a:pt x="542150" y="38785"/>
                  </a:lnTo>
                  <a:lnTo>
                    <a:pt x="534924" y="43141"/>
                  </a:lnTo>
                  <a:lnTo>
                    <a:pt x="527151" y="46913"/>
                  </a:lnTo>
                  <a:lnTo>
                    <a:pt x="518541" y="50393"/>
                  </a:lnTo>
                  <a:lnTo>
                    <a:pt x="511695" y="46913"/>
                  </a:lnTo>
                  <a:lnTo>
                    <a:pt x="507060" y="44297"/>
                  </a:lnTo>
                  <a:lnTo>
                    <a:pt x="505015" y="43141"/>
                  </a:lnTo>
                  <a:lnTo>
                    <a:pt x="498602" y="38785"/>
                  </a:lnTo>
                  <a:lnTo>
                    <a:pt x="492633" y="33528"/>
                  </a:lnTo>
                  <a:lnTo>
                    <a:pt x="549109" y="33528"/>
                  </a:lnTo>
                  <a:lnTo>
                    <a:pt x="549109" y="15240"/>
                  </a:lnTo>
                  <a:lnTo>
                    <a:pt x="500253" y="15240"/>
                  </a:lnTo>
                  <a:lnTo>
                    <a:pt x="504825" y="10668"/>
                  </a:lnTo>
                  <a:lnTo>
                    <a:pt x="510921" y="1524"/>
                  </a:lnTo>
                  <a:lnTo>
                    <a:pt x="485013" y="1524"/>
                  </a:lnTo>
                  <a:lnTo>
                    <a:pt x="476770" y="12674"/>
                  </a:lnTo>
                  <a:lnTo>
                    <a:pt x="465963" y="23253"/>
                  </a:lnTo>
                  <a:lnTo>
                    <a:pt x="452856" y="33286"/>
                  </a:lnTo>
                  <a:lnTo>
                    <a:pt x="437769" y="42773"/>
                  </a:lnTo>
                  <a:lnTo>
                    <a:pt x="446913" y="54965"/>
                  </a:lnTo>
                  <a:lnTo>
                    <a:pt x="449961" y="59537"/>
                  </a:lnTo>
                  <a:lnTo>
                    <a:pt x="456526" y="56083"/>
                  </a:lnTo>
                  <a:lnTo>
                    <a:pt x="462534" y="52489"/>
                  </a:lnTo>
                  <a:lnTo>
                    <a:pt x="467956" y="48602"/>
                  </a:lnTo>
                  <a:lnTo>
                    <a:pt x="472821" y="44297"/>
                  </a:lnTo>
                  <a:lnTo>
                    <a:pt x="478917" y="48869"/>
                  </a:lnTo>
                  <a:lnTo>
                    <a:pt x="485013" y="54965"/>
                  </a:lnTo>
                  <a:lnTo>
                    <a:pt x="492633" y="59537"/>
                  </a:lnTo>
                  <a:lnTo>
                    <a:pt x="479767" y="61798"/>
                  </a:lnTo>
                  <a:lnTo>
                    <a:pt x="466344" y="63919"/>
                  </a:lnTo>
                  <a:lnTo>
                    <a:pt x="453250" y="65633"/>
                  </a:lnTo>
                  <a:lnTo>
                    <a:pt x="453567" y="65633"/>
                  </a:lnTo>
                  <a:lnTo>
                    <a:pt x="437769" y="67157"/>
                  </a:lnTo>
                  <a:lnTo>
                    <a:pt x="440817" y="74777"/>
                  </a:lnTo>
                  <a:lnTo>
                    <a:pt x="443865" y="80873"/>
                  </a:lnTo>
                  <a:lnTo>
                    <a:pt x="443941" y="81064"/>
                  </a:lnTo>
                  <a:lnTo>
                    <a:pt x="444017" y="81254"/>
                  </a:lnTo>
                  <a:lnTo>
                    <a:pt x="446913" y="88493"/>
                  </a:lnTo>
                  <a:lnTo>
                    <a:pt x="466674" y="85013"/>
                  </a:lnTo>
                  <a:lnTo>
                    <a:pt x="485013" y="81254"/>
                  </a:lnTo>
                  <a:lnTo>
                    <a:pt x="502272" y="76898"/>
                  </a:lnTo>
                  <a:lnTo>
                    <a:pt x="518541" y="71729"/>
                  </a:lnTo>
                  <a:lnTo>
                    <a:pt x="533412" y="76898"/>
                  </a:lnTo>
                  <a:lnTo>
                    <a:pt x="550583" y="81064"/>
                  </a:lnTo>
                  <a:lnTo>
                    <a:pt x="570052" y="84378"/>
                  </a:lnTo>
                  <a:lnTo>
                    <a:pt x="591781" y="86969"/>
                  </a:lnTo>
                  <a:lnTo>
                    <a:pt x="597877" y="71729"/>
                  </a:lnTo>
                  <a:lnTo>
                    <a:pt x="600925" y="65633"/>
                  </a:lnTo>
                  <a:close/>
                </a:path>
                <a:path w="866775" h="168275">
                  <a:moveTo>
                    <a:pt x="661885" y="9144"/>
                  </a:moveTo>
                  <a:lnTo>
                    <a:pt x="639025" y="1524"/>
                  </a:lnTo>
                  <a:lnTo>
                    <a:pt x="631875" y="24447"/>
                  </a:lnTo>
                  <a:lnTo>
                    <a:pt x="624166" y="45389"/>
                  </a:lnTo>
                  <a:lnTo>
                    <a:pt x="615873" y="64617"/>
                  </a:lnTo>
                  <a:lnTo>
                    <a:pt x="607021" y="82397"/>
                  </a:lnTo>
                  <a:lnTo>
                    <a:pt x="608406" y="89306"/>
                  </a:lnTo>
                  <a:lnTo>
                    <a:pt x="610069" y="96494"/>
                  </a:lnTo>
                  <a:lnTo>
                    <a:pt x="611733" y="104254"/>
                  </a:lnTo>
                  <a:lnTo>
                    <a:pt x="613117" y="112877"/>
                  </a:lnTo>
                  <a:lnTo>
                    <a:pt x="616546" y="108013"/>
                  </a:lnTo>
                  <a:lnTo>
                    <a:pt x="619975" y="102590"/>
                  </a:lnTo>
                  <a:lnTo>
                    <a:pt x="623455" y="96494"/>
                  </a:lnTo>
                  <a:lnTo>
                    <a:pt x="626833" y="90017"/>
                  </a:lnTo>
                  <a:lnTo>
                    <a:pt x="626833" y="167830"/>
                  </a:lnTo>
                  <a:lnTo>
                    <a:pt x="649693" y="167830"/>
                  </a:lnTo>
                  <a:lnTo>
                    <a:pt x="649693" y="90017"/>
                  </a:lnTo>
                  <a:lnTo>
                    <a:pt x="649693" y="42773"/>
                  </a:lnTo>
                  <a:lnTo>
                    <a:pt x="652881" y="34696"/>
                  </a:lnTo>
                  <a:lnTo>
                    <a:pt x="655789" y="26492"/>
                  </a:lnTo>
                  <a:lnTo>
                    <a:pt x="658698" y="18034"/>
                  </a:lnTo>
                  <a:lnTo>
                    <a:pt x="661885" y="9144"/>
                  </a:lnTo>
                  <a:close/>
                </a:path>
                <a:path w="866775" h="168275">
                  <a:moveTo>
                    <a:pt x="774750" y="91541"/>
                  </a:moveTo>
                  <a:lnTo>
                    <a:pt x="735126" y="91541"/>
                  </a:lnTo>
                  <a:lnTo>
                    <a:pt x="735126" y="59537"/>
                  </a:lnTo>
                  <a:lnTo>
                    <a:pt x="770178" y="59537"/>
                  </a:lnTo>
                  <a:lnTo>
                    <a:pt x="770178" y="38201"/>
                  </a:lnTo>
                  <a:lnTo>
                    <a:pt x="735126" y="38201"/>
                  </a:lnTo>
                  <a:lnTo>
                    <a:pt x="735126" y="1524"/>
                  </a:lnTo>
                  <a:lnTo>
                    <a:pt x="710742" y="1524"/>
                  </a:lnTo>
                  <a:lnTo>
                    <a:pt x="710742" y="38201"/>
                  </a:lnTo>
                  <a:lnTo>
                    <a:pt x="692454" y="38201"/>
                  </a:lnTo>
                  <a:lnTo>
                    <a:pt x="695502" y="25908"/>
                  </a:lnTo>
                  <a:lnTo>
                    <a:pt x="697026" y="18288"/>
                  </a:lnTo>
                  <a:lnTo>
                    <a:pt x="675601" y="12192"/>
                  </a:lnTo>
                  <a:lnTo>
                    <a:pt x="671004" y="30848"/>
                  </a:lnTo>
                  <a:lnTo>
                    <a:pt x="666267" y="47904"/>
                  </a:lnTo>
                  <a:lnTo>
                    <a:pt x="661238" y="63512"/>
                  </a:lnTo>
                  <a:lnTo>
                    <a:pt x="655789" y="77825"/>
                  </a:lnTo>
                  <a:lnTo>
                    <a:pt x="663409" y="80873"/>
                  </a:lnTo>
                  <a:lnTo>
                    <a:pt x="671029" y="85445"/>
                  </a:lnTo>
                  <a:lnTo>
                    <a:pt x="677125" y="88493"/>
                  </a:lnTo>
                  <a:lnTo>
                    <a:pt x="679488" y="81610"/>
                  </a:lnTo>
                  <a:lnTo>
                    <a:pt x="681977" y="74587"/>
                  </a:lnTo>
                  <a:lnTo>
                    <a:pt x="684720" y="67271"/>
                  </a:lnTo>
                  <a:lnTo>
                    <a:pt x="687882" y="59537"/>
                  </a:lnTo>
                  <a:lnTo>
                    <a:pt x="710742" y="59537"/>
                  </a:lnTo>
                  <a:lnTo>
                    <a:pt x="710742" y="91541"/>
                  </a:lnTo>
                  <a:lnTo>
                    <a:pt x="657313" y="91541"/>
                  </a:lnTo>
                  <a:lnTo>
                    <a:pt x="657313" y="112877"/>
                  </a:lnTo>
                  <a:lnTo>
                    <a:pt x="710742" y="112877"/>
                  </a:lnTo>
                  <a:lnTo>
                    <a:pt x="710742" y="167830"/>
                  </a:lnTo>
                  <a:lnTo>
                    <a:pt x="735126" y="167830"/>
                  </a:lnTo>
                  <a:lnTo>
                    <a:pt x="735126" y="112877"/>
                  </a:lnTo>
                  <a:lnTo>
                    <a:pt x="774750" y="112877"/>
                  </a:lnTo>
                  <a:lnTo>
                    <a:pt x="774750" y="91541"/>
                  </a:lnTo>
                  <a:close/>
                </a:path>
                <a:path w="866775" h="168275">
                  <a:moveTo>
                    <a:pt x="866394" y="11620"/>
                  </a:moveTo>
                  <a:lnTo>
                    <a:pt x="825144" y="11620"/>
                  </a:lnTo>
                  <a:lnTo>
                    <a:pt x="825144" y="30670"/>
                  </a:lnTo>
                  <a:lnTo>
                    <a:pt x="842010" y="30670"/>
                  </a:lnTo>
                  <a:lnTo>
                    <a:pt x="842010" y="147510"/>
                  </a:lnTo>
                  <a:lnTo>
                    <a:pt x="825144" y="147510"/>
                  </a:lnTo>
                  <a:lnTo>
                    <a:pt x="825144" y="167830"/>
                  </a:lnTo>
                  <a:lnTo>
                    <a:pt x="866394" y="167830"/>
                  </a:lnTo>
                  <a:lnTo>
                    <a:pt x="866394" y="147510"/>
                  </a:lnTo>
                  <a:lnTo>
                    <a:pt x="866394" y="30670"/>
                  </a:lnTo>
                  <a:lnTo>
                    <a:pt x="866394" y="11620"/>
                  </a:lnTo>
                  <a:close/>
                </a:path>
              </a:pathLst>
            </a:custGeom>
            <a:solidFill>
              <a:srgbClr val="1C4D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42932" y="1645824"/>
              <a:ext cx="85439" cy="85439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6100089" y="1595437"/>
              <a:ext cx="866775" cy="166370"/>
            </a:xfrm>
            <a:custGeom>
              <a:avLst/>
              <a:gdLst/>
              <a:ahLst/>
              <a:cxnLst/>
              <a:rect l="l" t="t" r="r" b="b"/>
              <a:pathLst>
                <a:path w="866775" h="166369">
                  <a:moveTo>
                    <a:pt x="41148" y="10096"/>
                  </a:moveTo>
                  <a:lnTo>
                    <a:pt x="0" y="10096"/>
                  </a:lnTo>
                  <a:lnTo>
                    <a:pt x="0" y="29146"/>
                  </a:lnTo>
                  <a:lnTo>
                    <a:pt x="0" y="145986"/>
                  </a:lnTo>
                  <a:lnTo>
                    <a:pt x="0" y="166306"/>
                  </a:lnTo>
                  <a:lnTo>
                    <a:pt x="41148" y="166306"/>
                  </a:lnTo>
                  <a:lnTo>
                    <a:pt x="41148" y="145986"/>
                  </a:lnTo>
                  <a:lnTo>
                    <a:pt x="24384" y="145986"/>
                  </a:lnTo>
                  <a:lnTo>
                    <a:pt x="24384" y="29146"/>
                  </a:lnTo>
                  <a:lnTo>
                    <a:pt x="41148" y="29146"/>
                  </a:lnTo>
                  <a:lnTo>
                    <a:pt x="41148" y="10096"/>
                  </a:lnTo>
                  <a:close/>
                </a:path>
                <a:path w="866775" h="166369">
                  <a:moveTo>
                    <a:pt x="257746" y="109829"/>
                  </a:moveTo>
                  <a:lnTo>
                    <a:pt x="240893" y="109829"/>
                  </a:lnTo>
                  <a:lnTo>
                    <a:pt x="240893" y="99161"/>
                  </a:lnTo>
                  <a:lnTo>
                    <a:pt x="240893" y="83921"/>
                  </a:lnTo>
                  <a:lnTo>
                    <a:pt x="240893" y="6096"/>
                  </a:lnTo>
                  <a:lnTo>
                    <a:pt x="218033" y="6096"/>
                  </a:lnTo>
                  <a:lnTo>
                    <a:pt x="218033" y="109829"/>
                  </a:lnTo>
                  <a:lnTo>
                    <a:pt x="134213" y="109829"/>
                  </a:lnTo>
                  <a:lnTo>
                    <a:pt x="134213" y="99161"/>
                  </a:lnTo>
                  <a:lnTo>
                    <a:pt x="218033" y="99161"/>
                  </a:lnTo>
                  <a:lnTo>
                    <a:pt x="218033" y="83921"/>
                  </a:lnTo>
                  <a:lnTo>
                    <a:pt x="134213" y="83921"/>
                  </a:lnTo>
                  <a:lnTo>
                    <a:pt x="134213" y="74777"/>
                  </a:lnTo>
                  <a:lnTo>
                    <a:pt x="218033" y="74777"/>
                  </a:lnTo>
                  <a:lnTo>
                    <a:pt x="218033" y="59537"/>
                  </a:lnTo>
                  <a:lnTo>
                    <a:pt x="134213" y="59537"/>
                  </a:lnTo>
                  <a:lnTo>
                    <a:pt x="134213" y="50393"/>
                  </a:lnTo>
                  <a:lnTo>
                    <a:pt x="218033" y="50393"/>
                  </a:lnTo>
                  <a:lnTo>
                    <a:pt x="218033" y="35153"/>
                  </a:lnTo>
                  <a:lnTo>
                    <a:pt x="134213" y="35153"/>
                  </a:lnTo>
                  <a:lnTo>
                    <a:pt x="134213" y="25908"/>
                  </a:lnTo>
                  <a:lnTo>
                    <a:pt x="218033" y="25908"/>
                  </a:lnTo>
                  <a:lnTo>
                    <a:pt x="218033" y="6096"/>
                  </a:lnTo>
                  <a:lnTo>
                    <a:pt x="109728" y="6096"/>
                  </a:lnTo>
                  <a:lnTo>
                    <a:pt x="109728" y="109829"/>
                  </a:lnTo>
                  <a:lnTo>
                    <a:pt x="92964" y="109829"/>
                  </a:lnTo>
                  <a:lnTo>
                    <a:pt x="92964" y="128206"/>
                  </a:lnTo>
                  <a:lnTo>
                    <a:pt x="144881" y="128206"/>
                  </a:lnTo>
                  <a:lnTo>
                    <a:pt x="132524" y="133400"/>
                  </a:lnTo>
                  <a:lnTo>
                    <a:pt x="120446" y="137731"/>
                  </a:lnTo>
                  <a:lnTo>
                    <a:pt x="108356" y="141503"/>
                  </a:lnTo>
                  <a:lnTo>
                    <a:pt x="96012" y="144970"/>
                  </a:lnTo>
                  <a:lnTo>
                    <a:pt x="105143" y="160197"/>
                  </a:lnTo>
                  <a:lnTo>
                    <a:pt x="108204" y="166306"/>
                  </a:lnTo>
                  <a:lnTo>
                    <a:pt x="163169" y="144970"/>
                  </a:lnTo>
                  <a:lnTo>
                    <a:pt x="152501" y="128206"/>
                  </a:lnTo>
                  <a:lnTo>
                    <a:pt x="195173" y="128206"/>
                  </a:lnTo>
                  <a:lnTo>
                    <a:pt x="186029" y="144970"/>
                  </a:lnTo>
                  <a:lnTo>
                    <a:pt x="216128" y="155448"/>
                  </a:lnTo>
                  <a:lnTo>
                    <a:pt x="243941" y="164782"/>
                  </a:lnTo>
                  <a:lnTo>
                    <a:pt x="254698" y="144970"/>
                  </a:lnTo>
                  <a:lnTo>
                    <a:pt x="239445" y="139788"/>
                  </a:lnTo>
                  <a:lnTo>
                    <a:pt x="225653" y="135445"/>
                  </a:lnTo>
                  <a:lnTo>
                    <a:pt x="201269" y="128206"/>
                  </a:lnTo>
                  <a:lnTo>
                    <a:pt x="257746" y="128206"/>
                  </a:lnTo>
                  <a:lnTo>
                    <a:pt x="257746" y="109829"/>
                  </a:lnTo>
                  <a:close/>
                </a:path>
                <a:path w="866775" h="166369">
                  <a:moveTo>
                    <a:pt x="430060" y="111353"/>
                  </a:moveTo>
                  <a:lnTo>
                    <a:pt x="416318" y="97091"/>
                  </a:lnTo>
                  <a:lnTo>
                    <a:pt x="404723" y="81826"/>
                  </a:lnTo>
                  <a:lnTo>
                    <a:pt x="401104" y="75755"/>
                  </a:lnTo>
                  <a:lnTo>
                    <a:pt x="401104" y="115925"/>
                  </a:lnTo>
                  <a:lnTo>
                    <a:pt x="375094" y="115925"/>
                  </a:lnTo>
                  <a:lnTo>
                    <a:pt x="375094" y="59537"/>
                  </a:lnTo>
                  <a:lnTo>
                    <a:pt x="380873" y="75209"/>
                  </a:lnTo>
                  <a:lnTo>
                    <a:pt x="386956" y="90017"/>
                  </a:lnTo>
                  <a:lnTo>
                    <a:pt x="393611" y="103682"/>
                  </a:lnTo>
                  <a:lnTo>
                    <a:pt x="401104" y="115925"/>
                  </a:lnTo>
                  <a:lnTo>
                    <a:pt x="401104" y="75755"/>
                  </a:lnTo>
                  <a:lnTo>
                    <a:pt x="395122" y="65709"/>
                  </a:lnTo>
                  <a:lnTo>
                    <a:pt x="392290" y="59537"/>
                  </a:lnTo>
                  <a:lnTo>
                    <a:pt x="391579" y="58013"/>
                  </a:lnTo>
                  <a:lnTo>
                    <a:pt x="387388" y="48869"/>
                  </a:lnTo>
                  <a:lnTo>
                    <a:pt x="423964" y="48869"/>
                  </a:lnTo>
                  <a:lnTo>
                    <a:pt x="423964" y="27432"/>
                  </a:lnTo>
                  <a:lnTo>
                    <a:pt x="375094" y="27432"/>
                  </a:lnTo>
                  <a:lnTo>
                    <a:pt x="375094" y="0"/>
                  </a:lnTo>
                  <a:lnTo>
                    <a:pt x="353758" y="0"/>
                  </a:lnTo>
                  <a:lnTo>
                    <a:pt x="353758" y="27432"/>
                  </a:lnTo>
                  <a:lnTo>
                    <a:pt x="353758" y="58013"/>
                  </a:lnTo>
                  <a:lnTo>
                    <a:pt x="353758" y="115925"/>
                  </a:lnTo>
                  <a:lnTo>
                    <a:pt x="327850" y="115925"/>
                  </a:lnTo>
                  <a:lnTo>
                    <a:pt x="328815" y="114401"/>
                  </a:lnTo>
                  <a:lnTo>
                    <a:pt x="336181" y="102806"/>
                  </a:lnTo>
                  <a:lnTo>
                    <a:pt x="343090" y="88684"/>
                  </a:lnTo>
                  <a:lnTo>
                    <a:pt x="348856" y="73710"/>
                  </a:lnTo>
                  <a:lnTo>
                    <a:pt x="353758" y="58013"/>
                  </a:lnTo>
                  <a:lnTo>
                    <a:pt x="353758" y="27432"/>
                  </a:lnTo>
                  <a:lnTo>
                    <a:pt x="309562" y="27432"/>
                  </a:lnTo>
                  <a:lnTo>
                    <a:pt x="309562" y="48869"/>
                  </a:lnTo>
                  <a:lnTo>
                    <a:pt x="340042" y="48869"/>
                  </a:lnTo>
                  <a:lnTo>
                    <a:pt x="332562" y="66827"/>
                  </a:lnTo>
                  <a:lnTo>
                    <a:pt x="323659" y="83921"/>
                  </a:lnTo>
                  <a:lnTo>
                    <a:pt x="313042" y="99872"/>
                  </a:lnTo>
                  <a:lnTo>
                    <a:pt x="300418" y="114401"/>
                  </a:lnTo>
                  <a:lnTo>
                    <a:pt x="300418" y="91541"/>
                  </a:lnTo>
                  <a:lnTo>
                    <a:pt x="300418" y="45808"/>
                  </a:lnTo>
                  <a:lnTo>
                    <a:pt x="303606" y="36398"/>
                  </a:lnTo>
                  <a:lnTo>
                    <a:pt x="306514" y="26530"/>
                  </a:lnTo>
                  <a:lnTo>
                    <a:pt x="309422" y="16383"/>
                  </a:lnTo>
                  <a:lnTo>
                    <a:pt x="312610" y="6096"/>
                  </a:lnTo>
                  <a:lnTo>
                    <a:pt x="291274" y="0"/>
                  </a:lnTo>
                  <a:lnTo>
                    <a:pt x="284416" y="24638"/>
                  </a:lnTo>
                  <a:lnTo>
                    <a:pt x="277558" y="45808"/>
                  </a:lnTo>
                  <a:lnTo>
                    <a:pt x="270700" y="63538"/>
                  </a:lnTo>
                  <a:lnTo>
                    <a:pt x="263842" y="77825"/>
                  </a:lnTo>
                  <a:lnTo>
                    <a:pt x="265201" y="85826"/>
                  </a:lnTo>
                  <a:lnTo>
                    <a:pt x="266700" y="93827"/>
                  </a:lnTo>
                  <a:lnTo>
                    <a:pt x="267919" y="101828"/>
                  </a:lnTo>
                  <a:lnTo>
                    <a:pt x="268033" y="103682"/>
                  </a:lnTo>
                  <a:lnTo>
                    <a:pt x="268414" y="109829"/>
                  </a:lnTo>
                  <a:lnTo>
                    <a:pt x="273011" y="103682"/>
                  </a:lnTo>
                  <a:lnTo>
                    <a:pt x="276034" y="97637"/>
                  </a:lnTo>
                  <a:lnTo>
                    <a:pt x="280606" y="91541"/>
                  </a:lnTo>
                  <a:lnTo>
                    <a:pt x="280606" y="164782"/>
                  </a:lnTo>
                  <a:lnTo>
                    <a:pt x="300418" y="164782"/>
                  </a:lnTo>
                  <a:lnTo>
                    <a:pt x="300418" y="118973"/>
                  </a:lnTo>
                  <a:lnTo>
                    <a:pt x="304990" y="126682"/>
                  </a:lnTo>
                  <a:lnTo>
                    <a:pt x="309562" y="132778"/>
                  </a:lnTo>
                  <a:lnTo>
                    <a:pt x="312610" y="137350"/>
                  </a:lnTo>
                  <a:lnTo>
                    <a:pt x="317182" y="131254"/>
                  </a:lnTo>
                  <a:lnTo>
                    <a:pt x="321754" y="125069"/>
                  </a:lnTo>
                  <a:lnTo>
                    <a:pt x="326326" y="118973"/>
                  </a:lnTo>
                  <a:lnTo>
                    <a:pt x="326326" y="137350"/>
                  </a:lnTo>
                  <a:lnTo>
                    <a:pt x="353758" y="137350"/>
                  </a:lnTo>
                  <a:lnTo>
                    <a:pt x="353758" y="164782"/>
                  </a:lnTo>
                  <a:lnTo>
                    <a:pt x="375094" y="164782"/>
                  </a:lnTo>
                  <a:lnTo>
                    <a:pt x="375094" y="137350"/>
                  </a:lnTo>
                  <a:lnTo>
                    <a:pt x="404152" y="137350"/>
                  </a:lnTo>
                  <a:lnTo>
                    <a:pt x="404152" y="120497"/>
                  </a:lnTo>
                  <a:lnTo>
                    <a:pt x="407200" y="125069"/>
                  </a:lnTo>
                  <a:lnTo>
                    <a:pt x="411772" y="131254"/>
                  </a:lnTo>
                  <a:lnTo>
                    <a:pt x="416344" y="135826"/>
                  </a:lnTo>
                  <a:lnTo>
                    <a:pt x="419773" y="129222"/>
                  </a:lnTo>
                  <a:lnTo>
                    <a:pt x="423202" y="123024"/>
                  </a:lnTo>
                  <a:lnTo>
                    <a:pt x="424662" y="120497"/>
                  </a:lnTo>
                  <a:lnTo>
                    <a:pt x="425538" y="118973"/>
                  </a:lnTo>
                  <a:lnTo>
                    <a:pt x="427329" y="115925"/>
                  </a:lnTo>
                  <a:lnTo>
                    <a:pt x="430060" y="111353"/>
                  </a:lnTo>
                  <a:close/>
                </a:path>
                <a:path w="866775" h="166369">
                  <a:moveTo>
                    <a:pt x="494055" y="9144"/>
                  </a:moveTo>
                  <a:lnTo>
                    <a:pt x="469671" y="1524"/>
                  </a:lnTo>
                  <a:lnTo>
                    <a:pt x="462267" y="23495"/>
                  </a:lnTo>
                  <a:lnTo>
                    <a:pt x="453859" y="43484"/>
                  </a:lnTo>
                  <a:lnTo>
                    <a:pt x="444601" y="61188"/>
                  </a:lnTo>
                  <a:lnTo>
                    <a:pt x="434619" y="76301"/>
                  </a:lnTo>
                  <a:lnTo>
                    <a:pt x="437527" y="85115"/>
                  </a:lnTo>
                  <a:lnTo>
                    <a:pt x="437616" y="85445"/>
                  </a:lnTo>
                  <a:lnTo>
                    <a:pt x="439572" y="93065"/>
                  </a:lnTo>
                  <a:lnTo>
                    <a:pt x="441058" y="99872"/>
                  </a:lnTo>
                  <a:lnTo>
                    <a:pt x="442239" y="105257"/>
                  </a:lnTo>
                  <a:lnTo>
                    <a:pt x="448335" y="99161"/>
                  </a:lnTo>
                  <a:lnTo>
                    <a:pt x="452907" y="93065"/>
                  </a:lnTo>
                  <a:lnTo>
                    <a:pt x="457479" y="85445"/>
                  </a:lnTo>
                  <a:lnTo>
                    <a:pt x="457479" y="164782"/>
                  </a:lnTo>
                  <a:lnTo>
                    <a:pt x="480339" y="164782"/>
                  </a:lnTo>
                  <a:lnTo>
                    <a:pt x="480339" y="85445"/>
                  </a:lnTo>
                  <a:lnTo>
                    <a:pt x="480339" y="44297"/>
                  </a:lnTo>
                  <a:lnTo>
                    <a:pt x="483768" y="35128"/>
                  </a:lnTo>
                  <a:lnTo>
                    <a:pt x="487197" y="26111"/>
                  </a:lnTo>
                  <a:lnTo>
                    <a:pt x="490626" y="17411"/>
                  </a:lnTo>
                  <a:lnTo>
                    <a:pt x="494055" y="9144"/>
                  </a:lnTo>
                  <a:close/>
                </a:path>
                <a:path w="866775" h="166369">
                  <a:moveTo>
                    <a:pt x="602361" y="73253"/>
                  </a:moveTo>
                  <a:lnTo>
                    <a:pt x="558165" y="73253"/>
                  </a:lnTo>
                  <a:lnTo>
                    <a:pt x="558165" y="36677"/>
                  </a:lnTo>
                  <a:lnTo>
                    <a:pt x="558165" y="35128"/>
                  </a:lnTo>
                  <a:lnTo>
                    <a:pt x="558444" y="35128"/>
                  </a:lnTo>
                  <a:lnTo>
                    <a:pt x="577786" y="33007"/>
                  </a:lnTo>
                  <a:lnTo>
                    <a:pt x="587095" y="32283"/>
                  </a:lnTo>
                  <a:lnTo>
                    <a:pt x="596265" y="32004"/>
                  </a:lnTo>
                  <a:lnTo>
                    <a:pt x="593217" y="18288"/>
                  </a:lnTo>
                  <a:lnTo>
                    <a:pt x="591693" y="10668"/>
                  </a:lnTo>
                  <a:lnTo>
                    <a:pt x="590169" y="9144"/>
                  </a:lnTo>
                  <a:lnTo>
                    <a:pt x="569836" y="11176"/>
                  </a:lnTo>
                  <a:lnTo>
                    <a:pt x="547484" y="12763"/>
                  </a:lnTo>
                  <a:lnTo>
                    <a:pt x="522833" y="14084"/>
                  </a:lnTo>
                  <a:lnTo>
                    <a:pt x="495579" y="15240"/>
                  </a:lnTo>
                  <a:lnTo>
                    <a:pt x="498627" y="24384"/>
                  </a:lnTo>
                  <a:lnTo>
                    <a:pt x="500227" y="32283"/>
                  </a:lnTo>
                  <a:lnTo>
                    <a:pt x="501675" y="38201"/>
                  </a:lnTo>
                  <a:lnTo>
                    <a:pt x="533781" y="36677"/>
                  </a:lnTo>
                  <a:lnTo>
                    <a:pt x="533781" y="73253"/>
                  </a:lnTo>
                  <a:lnTo>
                    <a:pt x="489483" y="73253"/>
                  </a:lnTo>
                  <a:lnTo>
                    <a:pt x="489483" y="94589"/>
                  </a:lnTo>
                  <a:lnTo>
                    <a:pt x="533781" y="94589"/>
                  </a:lnTo>
                  <a:lnTo>
                    <a:pt x="533781" y="135826"/>
                  </a:lnTo>
                  <a:lnTo>
                    <a:pt x="492531" y="135826"/>
                  </a:lnTo>
                  <a:lnTo>
                    <a:pt x="492531" y="158686"/>
                  </a:lnTo>
                  <a:lnTo>
                    <a:pt x="594741" y="158686"/>
                  </a:lnTo>
                  <a:lnTo>
                    <a:pt x="594741" y="135826"/>
                  </a:lnTo>
                  <a:lnTo>
                    <a:pt x="558165" y="135826"/>
                  </a:lnTo>
                  <a:lnTo>
                    <a:pt x="558165" y="94589"/>
                  </a:lnTo>
                  <a:lnTo>
                    <a:pt x="602361" y="94589"/>
                  </a:lnTo>
                  <a:lnTo>
                    <a:pt x="602361" y="73253"/>
                  </a:lnTo>
                  <a:close/>
                </a:path>
                <a:path w="866775" h="166369">
                  <a:moveTo>
                    <a:pt x="760945" y="96113"/>
                  </a:moveTo>
                  <a:lnTo>
                    <a:pt x="689317" y="96113"/>
                  </a:lnTo>
                  <a:lnTo>
                    <a:pt x="690841" y="91541"/>
                  </a:lnTo>
                  <a:lnTo>
                    <a:pt x="690841" y="86969"/>
                  </a:lnTo>
                  <a:lnTo>
                    <a:pt x="692365" y="80873"/>
                  </a:lnTo>
                  <a:lnTo>
                    <a:pt x="667981" y="80873"/>
                  </a:lnTo>
                  <a:lnTo>
                    <a:pt x="667981" y="86969"/>
                  </a:lnTo>
                  <a:lnTo>
                    <a:pt x="664933" y="96113"/>
                  </a:lnTo>
                  <a:lnTo>
                    <a:pt x="613029" y="96113"/>
                  </a:lnTo>
                  <a:lnTo>
                    <a:pt x="613029" y="117449"/>
                  </a:lnTo>
                  <a:lnTo>
                    <a:pt x="658837" y="117449"/>
                  </a:lnTo>
                  <a:lnTo>
                    <a:pt x="650481" y="126961"/>
                  </a:lnTo>
                  <a:lnTo>
                    <a:pt x="639140" y="134874"/>
                  </a:lnTo>
                  <a:lnTo>
                    <a:pt x="624674" y="141338"/>
                  </a:lnTo>
                  <a:lnTo>
                    <a:pt x="606933" y="146494"/>
                  </a:lnTo>
                  <a:lnTo>
                    <a:pt x="613029" y="154114"/>
                  </a:lnTo>
                  <a:lnTo>
                    <a:pt x="619125" y="160210"/>
                  </a:lnTo>
                  <a:lnTo>
                    <a:pt x="622173" y="166306"/>
                  </a:lnTo>
                  <a:lnTo>
                    <a:pt x="644855" y="158051"/>
                  </a:lnTo>
                  <a:lnTo>
                    <a:pt x="662647" y="147066"/>
                  </a:lnTo>
                  <a:lnTo>
                    <a:pt x="675843" y="133477"/>
                  </a:lnTo>
                  <a:lnTo>
                    <a:pt x="684745" y="117449"/>
                  </a:lnTo>
                  <a:lnTo>
                    <a:pt x="733513" y="117449"/>
                  </a:lnTo>
                  <a:lnTo>
                    <a:pt x="733513" y="125069"/>
                  </a:lnTo>
                  <a:lnTo>
                    <a:pt x="731989" y="131254"/>
                  </a:lnTo>
                  <a:lnTo>
                    <a:pt x="731989" y="132778"/>
                  </a:lnTo>
                  <a:lnTo>
                    <a:pt x="730465" y="135826"/>
                  </a:lnTo>
                  <a:lnTo>
                    <a:pt x="727417" y="138874"/>
                  </a:lnTo>
                  <a:lnTo>
                    <a:pt x="724369" y="140398"/>
                  </a:lnTo>
                  <a:lnTo>
                    <a:pt x="719797" y="141922"/>
                  </a:lnTo>
                  <a:lnTo>
                    <a:pt x="715225" y="141922"/>
                  </a:lnTo>
                  <a:lnTo>
                    <a:pt x="708088" y="141693"/>
                  </a:lnTo>
                  <a:lnTo>
                    <a:pt x="692086" y="140639"/>
                  </a:lnTo>
                  <a:lnTo>
                    <a:pt x="683221" y="140398"/>
                  </a:lnTo>
                  <a:lnTo>
                    <a:pt x="683323" y="140639"/>
                  </a:lnTo>
                  <a:lnTo>
                    <a:pt x="686269" y="148018"/>
                  </a:lnTo>
                  <a:lnTo>
                    <a:pt x="689317" y="163258"/>
                  </a:lnTo>
                  <a:lnTo>
                    <a:pt x="706081" y="163258"/>
                  </a:lnTo>
                  <a:lnTo>
                    <a:pt x="744181" y="158686"/>
                  </a:lnTo>
                  <a:lnTo>
                    <a:pt x="756564" y="141160"/>
                  </a:lnTo>
                  <a:lnTo>
                    <a:pt x="757897" y="135826"/>
                  </a:lnTo>
                  <a:lnTo>
                    <a:pt x="757974" y="134874"/>
                  </a:lnTo>
                  <a:lnTo>
                    <a:pt x="758088" y="133477"/>
                  </a:lnTo>
                  <a:lnTo>
                    <a:pt x="758139" y="132778"/>
                  </a:lnTo>
                  <a:lnTo>
                    <a:pt x="758253" y="131254"/>
                  </a:lnTo>
                  <a:lnTo>
                    <a:pt x="760945" y="96113"/>
                  </a:lnTo>
                  <a:close/>
                </a:path>
                <a:path w="866775" h="166369">
                  <a:moveTo>
                    <a:pt x="773137" y="65633"/>
                  </a:moveTo>
                  <a:lnTo>
                    <a:pt x="759472" y="64465"/>
                  </a:lnTo>
                  <a:lnTo>
                    <a:pt x="746086" y="63157"/>
                  </a:lnTo>
                  <a:lnTo>
                    <a:pt x="733285" y="61556"/>
                  </a:lnTo>
                  <a:lnTo>
                    <a:pt x="721321" y="59537"/>
                  </a:lnTo>
                  <a:lnTo>
                    <a:pt x="731710" y="53441"/>
                  </a:lnTo>
                  <a:lnTo>
                    <a:pt x="736320" y="50393"/>
                  </a:lnTo>
                  <a:lnTo>
                    <a:pt x="741514" y="46951"/>
                  </a:lnTo>
                  <a:lnTo>
                    <a:pt x="750900" y="39776"/>
                  </a:lnTo>
                  <a:lnTo>
                    <a:pt x="759421" y="32004"/>
                  </a:lnTo>
                  <a:lnTo>
                    <a:pt x="759421" y="13716"/>
                  </a:lnTo>
                  <a:lnTo>
                    <a:pt x="725893" y="13716"/>
                  </a:lnTo>
                  <a:lnTo>
                    <a:pt x="725893" y="32004"/>
                  </a:lnTo>
                  <a:lnTo>
                    <a:pt x="718515" y="37490"/>
                  </a:lnTo>
                  <a:lnTo>
                    <a:pt x="710272" y="42379"/>
                  </a:lnTo>
                  <a:lnTo>
                    <a:pt x="701471" y="46672"/>
                  </a:lnTo>
                  <a:lnTo>
                    <a:pt x="692365" y="50393"/>
                  </a:lnTo>
                  <a:lnTo>
                    <a:pt x="683514" y="46672"/>
                  </a:lnTo>
                  <a:lnTo>
                    <a:pt x="678929" y="44297"/>
                  </a:lnTo>
                  <a:lnTo>
                    <a:pt x="675220" y="42379"/>
                  </a:lnTo>
                  <a:lnTo>
                    <a:pt x="667512" y="37490"/>
                  </a:lnTo>
                  <a:lnTo>
                    <a:pt x="660361" y="32004"/>
                  </a:lnTo>
                  <a:lnTo>
                    <a:pt x="725893" y="32004"/>
                  </a:lnTo>
                  <a:lnTo>
                    <a:pt x="725893" y="13716"/>
                  </a:lnTo>
                  <a:lnTo>
                    <a:pt x="672553" y="13716"/>
                  </a:lnTo>
                  <a:lnTo>
                    <a:pt x="681697" y="0"/>
                  </a:lnTo>
                  <a:lnTo>
                    <a:pt x="657313" y="0"/>
                  </a:lnTo>
                  <a:lnTo>
                    <a:pt x="648144" y="11150"/>
                  </a:lnTo>
                  <a:lnTo>
                    <a:pt x="636854" y="21729"/>
                  </a:lnTo>
                  <a:lnTo>
                    <a:pt x="623582" y="31762"/>
                  </a:lnTo>
                  <a:lnTo>
                    <a:pt x="608457" y="41249"/>
                  </a:lnTo>
                  <a:lnTo>
                    <a:pt x="614553" y="47345"/>
                  </a:lnTo>
                  <a:lnTo>
                    <a:pt x="619125" y="53441"/>
                  </a:lnTo>
                  <a:lnTo>
                    <a:pt x="622173" y="58013"/>
                  </a:lnTo>
                  <a:lnTo>
                    <a:pt x="629793" y="53441"/>
                  </a:lnTo>
                  <a:lnTo>
                    <a:pt x="635889" y="48869"/>
                  </a:lnTo>
                  <a:lnTo>
                    <a:pt x="643509" y="44297"/>
                  </a:lnTo>
                  <a:lnTo>
                    <a:pt x="649605" y="48869"/>
                  </a:lnTo>
                  <a:lnTo>
                    <a:pt x="655789" y="54965"/>
                  </a:lnTo>
                  <a:lnTo>
                    <a:pt x="663409" y="59537"/>
                  </a:lnTo>
                  <a:lnTo>
                    <a:pt x="650481" y="62674"/>
                  </a:lnTo>
                  <a:lnTo>
                    <a:pt x="636854" y="65252"/>
                  </a:lnTo>
                  <a:lnTo>
                    <a:pt x="622388" y="67246"/>
                  </a:lnTo>
                  <a:lnTo>
                    <a:pt x="606933" y="68681"/>
                  </a:lnTo>
                  <a:lnTo>
                    <a:pt x="611505" y="76301"/>
                  </a:lnTo>
                  <a:lnTo>
                    <a:pt x="614553" y="83921"/>
                  </a:lnTo>
                  <a:lnTo>
                    <a:pt x="616077" y="90017"/>
                  </a:lnTo>
                  <a:lnTo>
                    <a:pt x="636981" y="86296"/>
                  </a:lnTo>
                  <a:lnTo>
                    <a:pt x="656323" y="82016"/>
                  </a:lnTo>
                  <a:lnTo>
                    <a:pt x="674382" y="77114"/>
                  </a:lnTo>
                  <a:lnTo>
                    <a:pt x="690841" y="71729"/>
                  </a:lnTo>
                  <a:lnTo>
                    <a:pt x="706780" y="77114"/>
                  </a:lnTo>
                  <a:lnTo>
                    <a:pt x="724560" y="81635"/>
                  </a:lnTo>
                  <a:lnTo>
                    <a:pt x="743788" y="85013"/>
                  </a:lnTo>
                  <a:lnTo>
                    <a:pt x="763993" y="86969"/>
                  </a:lnTo>
                  <a:lnTo>
                    <a:pt x="767041" y="80873"/>
                  </a:lnTo>
                  <a:lnTo>
                    <a:pt x="770699" y="71729"/>
                  </a:lnTo>
                  <a:lnTo>
                    <a:pt x="773137" y="65633"/>
                  </a:lnTo>
                  <a:close/>
                </a:path>
                <a:path w="866775" h="166369">
                  <a:moveTo>
                    <a:pt x="866292" y="10096"/>
                  </a:moveTo>
                  <a:lnTo>
                    <a:pt x="825055" y="10096"/>
                  </a:lnTo>
                  <a:lnTo>
                    <a:pt x="825055" y="29146"/>
                  </a:lnTo>
                  <a:lnTo>
                    <a:pt x="841908" y="29146"/>
                  </a:lnTo>
                  <a:lnTo>
                    <a:pt x="841908" y="145986"/>
                  </a:lnTo>
                  <a:lnTo>
                    <a:pt x="825055" y="145986"/>
                  </a:lnTo>
                  <a:lnTo>
                    <a:pt x="825055" y="166306"/>
                  </a:lnTo>
                  <a:lnTo>
                    <a:pt x="866292" y="166306"/>
                  </a:lnTo>
                  <a:lnTo>
                    <a:pt x="866292" y="145986"/>
                  </a:lnTo>
                  <a:lnTo>
                    <a:pt x="866292" y="29146"/>
                  </a:lnTo>
                  <a:lnTo>
                    <a:pt x="866292" y="10096"/>
                  </a:lnTo>
                  <a:close/>
                </a:path>
              </a:pathLst>
            </a:custGeom>
            <a:solidFill>
              <a:srgbClr val="1C4D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37927" y="1645824"/>
              <a:ext cx="85439" cy="85439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7195083" y="1593913"/>
              <a:ext cx="866775" cy="168275"/>
            </a:xfrm>
            <a:custGeom>
              <a:avLst/>
              <a:gdLst/>
              <a:ahLst/>
              <a:cxnLst/>
              <a:rect l="l" t="t" r="r" b="b"/>
              <a:pathLst>
                <a:path w="866775" h="168275">
                  <a:moveTo>
                    <a:pt x="41148" y="11620"/>
                  </a:moveTo>
                  <a:lnTo>
                    <a:pt x="0" y="11620"/>
                  </a:lnTo>
                  <a:lnTo>
                    <a:pt x="0" y="30670"/>
                  </a:lnTo>
                  <a:lnTo>
                    <a:pt x="0" y="147510"/>
                  </a:lnTo>
                  <a:lnTo>
                    <a:pt x="0" y="167830"/>
                  </a:lnTo>
                  <a:lnTo>
                    <a:pt x="41148" y="167830"/>
                  </a:lnTo>
                  <a:lnTo>
                    <a:pt x="41148" y="147510"/>
                  </a:lnTo>
                  <a:lnTo>
                    <a:pt x="24384" y="147510"/>
                  </a:lnTo>
                  <a:lnTo>
                    <a:pt x="24384" y="30670"/>
                  </a:lnTo>
                  <a:lnTo>
                    <a:pt x="41148" y="30670"/>
                  </a:lnTo>
                  <a:lnTo>
                    <a:pt x="41148" y="11620"/>
                  </a:lnTo>
                  <a:close/>
                </a:path>
                <a:path w="866775" h="168275">
                  <a:moveTo>
                    <a:pt x="131406" y="128181"/>
                  </a:moveTo>
                  <a:lnTo>
                    <a:pt x="131152" y="128181"/>
                  </a:lnTo>
                  <a:lnTo>
                    <a:pt x="131152" y="106781"/>
                  </a:lnTo>
                  <a:lnTo>
                    <a:pt x="120891" y="108775"/>
                  </a:lnTo>
                  <a:lnTo>
                    <a:pt x="110769" y="110210"/>
                  </a:lnTo>
                  <a:lnTo>
                    <a:pt x="101854" y="110985"/>
                  </a:lnTo>
                  <a:lnTo>
                    <a:pt x="103657" y="110985"/>
                  </a:lnTo>
                  <a:lnTo>
                    <a:pt x="91440" y="111353"/>
                  </a:lnTo>
                  <a:lnTo>
                    <a:pt x="94576" y="132778"/>
                  </a:lnTo>
                  <a:lnTo>
                    <a:pt x="131406" y="128181"/>
                  </a:lnTo>
                  <a:close/>
                </a:path>
                <a:path w="866775" h="168275">
                  <a:moveTo>
                    <a:pt x="157060" y="77825"/>
                  </a:moveTo>
                  <a:lnTo>
                    <a:pt x="147916" y="77825"/>
                  </a:lnTo>
                  <a:lnTo>
                    <a:pt x="152488" y="10668"/>
                  </a:lnTo>
                  <a:lnTo>
                    <a:pt x="94576" y="10668"/>
                  </a:lnTo>
                  <a:lnTo>
                    <a:pt x="94576" y="30480"/>
                  </a:lnTo>
                  <a:lnTo>
                    <a:pt x="131152" y="30480"/>
                  </a:lnTo>
                  <a:lnTo>
                    <a:pt x="128104" y="77825"/>
                  </a:lnTo>
                  <a:lnTo>
                    <a:pt x="115912" y="77825"/>
                  </a:lnTo>
                  <a:lnTo>
                    <a:pt x="120484" y="35153"/>
                  </a:lnTo>
                  <a:lnTo>
                    <a:pt x="100672" y="35153"/>
                  </a:lnTo>
                  <a:lnTo>
                    <a:pt x="94576" y="97637"/>
                  </a:lnTo>
                  <a:lnTo>
                    <a:pt x="137248" y="97637"/>
                  </a:lnTo>
                  <a:lnTo>
                    <a:pt x="136423" y="108775"/>
                  </a:lnTo>
                  <a:lnTo>
                    <a:pt x="136296" y="110985"/>
                  </a:lnTo>
                  <a:lnTo>
                    <a:pt x="136207" y="112991"/>
                  </a:lnTo>
                  <a:lnTo>
                    <a:pt x="136131" y="114604"/>
                  </a:lnTo>
                  <a:lnTo>
                    <a:pt x="136029" y="116928"/>
                  </a:lnTo>
                  <a:lnTo>
                    <a:pt x="135915" y="119367"/>
                  </a:lnTo>
                  <a:lnTo>
                    <a:pt x="135839" y="123545"/>
                  </a:lnTo>
                  <a:lnTo>
                    <a:pt x="135724" y="134302"/>
                  </a:lnTo>
                  <a:lnTo>
                    <a:pt x="134200" y="138874"/>
                  </a:lnTo>
                  <a:lnTo>
                    <a:pt x="131152" y="141922"/>
                  </a:lnTo>
                  <a:lnTo>
                    <a:pt x="109816" y="141922"/>
                  </a:lnTo>
                  <a:lnTo>
                    <a:pt x="103720" y="140398"/>
                  </a:lnTo>
                  <a:lnTo>
                    <a:pt x="105244" y="148018"/>
                  </a:lnTo>
                  <a:lnTo>
                    <a:pt x="105244" y="155638"/>
                  </a:lnTo>
                  <a:lnTo>
                    <a:pt x="106768" y="163245"/>
                  </a:lnTo>
                  <a:lnTo>
                    <a:pt x="118198" y="163245"/>
                  </a:lnTo>
                  <a:lnTo>
                    <a:pt x="127342" y="163068"/>
                  </a:lnTo>
                  <a:lnTo>
                    <a:pt x="154012" y="138874"/>
                  </a:lnTo>
                  <a:lnTo>
                    <a:pt x="155143" y="129984"/>
                  </a:lnTo>
                  <a:lnTo>
                    <a:pt x="156108" y="116928"/>
                  </a:lnTo>
                  <a:lnTo>
                    <a:pt x="156210" y="114604"/>
                  </a:lnTo>
                  <a:lnTo>
                    <a:pt x="156273" y="112991"/>
                  </a:lnTo>
                  <a:lnTo>
                    <a:pt x="156387" y="110210"/>
                  </a:lnTo>
                  <a:lnTo>
                    <a:pt x="156502" y="107175"/>
                  </a:lnTo>
                  <a:lnTo>
                    <a:pt x="156578" y="105333"/>
                  </a:lnTo>
                  <a:lnTo>
                    <a:pt x="156730" y="101333"/>
                  </a:lnTo>
                  <a:lnTo>
                    <a:pt x="156857" y="95326"/>
                  </a:lnTo>
                  <a:lnTo>
                    <a:pt x="156972" y="85445"/>
                  </a:lnTo>
                  <a:lnTo>
                    <a:pt x="157060" y="77825"/>
                  </a:lnTo>
                  <a:close/>
                </a:path>
                <a:path w="866775" h="168275">
                  <a:moveTo>
                    <a:pt x="193636" y="131254"/>
                  </a:moveTo>
                  <a:lnTo>
                    <a:pt x="189306" y="118922"/>
                  </a:lnTo>
                  <a:lnTo>
                    <a:pt x="185254" y="107175"/>
                  </a:lnTo>
                  <a:lnTo>
                    <a:pt x="181216" y="96024"/>
                  </a:lnTo>
                  <a:lnTo>
                    <a:pt x="176872" y="85445"/>
                  </a:lnTo>
                  <a:lnTo>
                    <a:pt x="160108" y="93065"/>
                  </a:lnTo>
                  <a:lnTo>
                    <a:pt x="164426" y="105333"/>
                  </a:lnTo>
                  <a:lnTo>
                    <a:pt x="171907" y="127609"/>
                  </a:lnTo>
                  <a:lnTo>
                    <a:pt x="175348" y="137350"/>
                  </a:lnTo>
                  <a:lnTo>
                    <a:pt x="193636" y="131254"/>
                  </a:lnTo>
                  <a:close/>
                </a:path>
                <a:path w="866775" h="168275">
                  <a:moveTo>
                    <a:pt x="218020" y="123545"/>
                  </a:moveTo>
                  <a:lnTo>
                    <a:pt x="215734" y="112991"/>
                  </a:lnTo>
                  <a:lnTo>
                    <a:pt x="213448" y="102019"/>
                  </a:lnTo>
                  <a:lnTo>
                    <a:pt x="208876" y="79349"/>
                  </a:lnTo>
                  <a:lnTo>
                    <a:pt x="190588" y="83921"/>
                  </a:lnTo>
                  <a:lnTo>
                    <a:pt x="199656" y="127609"/>
                  </a:lnTo>
                  <a:lnTo>
                    <a:pt x="199859" y="128181"/>
                  </a:lnTo>
                  <a:lnTo>
                    <a:pt x="218020" y="123545"/>
                  </a:lnTo>
                  <a:close/>
                </a:path>
                <a:path w="866775" h="168275">
                  <a:moveTo>
                    <a:pt x="256222" y="141922"/>
                  </a:moveTo>
                  <a:lnTo>
                    <a:pt x="234886" y="141922"/>
                  </a:lnTo>
                  <a:lnTo>
                    <a:pt x="239433" y="128181"/>
                  </a:lnTo>
                  <a:lnTo>
                    <a:pt x="243840" y="114604"/>
                  </a:lnTo>
                  <a:lnTo>
                    <a:pt x="247954" y="101333"/>
                  </a:lnTo>
                  <a:lnTo>
                    <a:pt x="251650" y="88493"/>
                  </a:lnTo>
                  <a:lnTo>
                    <a:pt x="230314" y="82397"/>
                  </a:lnTo>
                  <a:lnTo>
                    <a:pt x="227660" y="96405"/>
                  </a:lnTo>
                  <a:lnTo>
                    <a:pt x="224320" y="110985"/>
                  </a:lnTo>
                  <a:lnTo>
                    <a:pt x="224218" y="111353"/>
                  </a:lnTo>
                  <a:lnTo>
                    <a:pt x="220141" y="126161"/>
                  </a:lnTo>
                  <a:lnTo>
                    <a:pt x="214972" y="141922"/>
                  </a:lnTo>
                  <a:lnTo>
                    <a:pt x="158584" y="141922"/>
                  </a:lnTo>
                  <a:lnTo>
                    <a:pt x="158584" y="161734"/>
                  </a:lnTo>
                  <a:lnTo>
                    <a:pt x="256222" y="161734"/>
                  </a:lnTo>
                  <a:lnTo>
                    <a:pt x="256222" y="141922"/>
                  </a:lnTo>
                  <a:close/>
                </a:path>
                <a:path w="866775" h="168275">
                  <a:moveTo>
                    <a:pt x="260794" y="51917"/>
                  </a:moveTo>
                  <a:lnTo>
                    <a:pt x="248742" y="43954"/>
                  </a:lnTo>
                  <a:lnTo>
                    <a:pt x="237540" y="33959"/>
                  </a:lnTo>
                  <a:lnTo>
                    <a:pt x="231597" y="27432"/>
                  </a:lnTo>
                  <a:lnTo>
                    <a:pt x="227164" y="22567"/>
                  </a:lnTo>
                  <a:lnTo>
                    <a:pt x="227164" y="53441"/>
                  </a:lnTo>
                  <a:lnTo>
                    <a:pt x="184492" y="53441"/>
                  </a:lnTo>
                  <a:lnTo>
                    <a:pt x="190804" y="46609"/>
                  </a:lnTo>
                  <a:lnTo>
                    <a:pt x="196113" y="39903"/>
                  </a:lnTo>
                  <a:lnTo>
                    <a:pt x="200571" y="33464"/>
                  </a:lnTo>
                  <a:lnTo>
                    <a:pt x="204304" y="27432"/>
                  </a:lnTo>
                  <a:lnTo>
                    <a:pt x="215163" y="41046"/>
                  </a:lnTo>
                  <a:lnTo>
                    <a:pt x="220814" y="47459"/>
                  </a:lnTo>
                  <a:lnTo>
                    <a:pt x="227164" y="53441"/>
                  </a:lnTo>
                  <a:lnTo>
                    <a:pt x="227164" y="22567"/>
                  </a:lnTo>
                  <a:lnTo>
                    <a:pt x="226898" y="22263"/>
                  </a:lnTo>
                  <a:lnTo>
                    <a:pt x="216496" y="9144"/>
                  </a:lnTo>
                  <a:lnTo>
                    <a:pt x="221068" y="3048"/>
                  </a:lnTo>
                  <a:lnTo>
                    <a:pt x="195160" y="3048"/>
                  </a:lnTo>
                  <a:lnTo>
                    <a:pt x="186334" y="17360"/>
                  </a:lnTo>
                  <a:lnTo>
                    <a:pt x="175958" y="30480"/>
                  </a:lnTo>
                  <a:lnTo>
                    <a:pt x="164096" y="42570"/>
                  </a:lnTo>
                  <a:lnTo>
                    <a:pt x="150964" y="53441"/>
                  </a:lnTo>
                  <a:lnTo>
                    <a:pt x="155536" y="61061"/>
                  </a:lnTo>
                  <a:lnTo>
                    <a:pt x="158584" y="67157"/>
                  </a:lnTo>
                  <a:lnTo>
                    <a:pt x="161632" y="74777"/>
                  </a:lnTo>
                  <a:lnTo>
                    <a:pt x="166204" y="71729"/>
                  </a:lnTo>
                  <a:lnTo>
                    <a:pt x="173824" y="64109"/>
                  </a:lnTo>
                  <a:lnTo>
                    <a:pt x="173824" y="73253"/>
                  </a:lnTo>
                  <a:lnTo>
                    <a:pt x="237934" y="73253"/>
                  </a:lnTo>
                  <a:lnTo>
                    <a:pt x="237934" y="64109"/>
                  </a:lnTo>
                  <a:lnTo>
                    <a:pt x="242506" y="67157"/>
                  </a:lnTo>
                  <a:lnTo>
                    <a:pt x="245554" y="70205"/>
                  </a:lnTo>
                  <a:lnTo>
                    <a:pt x="248602" y="71729"/>
                  </a:lnTo>
                  <a:lnTo>
                    <a:pt x="253174" y="64109"/>
                  </a:lnTo>
                  <a:lnTo>
                    <a:pt x="256222" y="58013"/>
                  </a:lnTo>
                  <a:lnTo>
                    <a:pt x="259651" y="53441"/>
                  </a:lnTo>
                  <a:lnTo>
                    <a:pt x="260794" y="51917"/>
                  </a:lnTo>
                  <a:close/>
                </a:path>
                <a:path w="866775" h="168275">
                  <a:moveTo>
                    <a:pt x="308038" y="32004"/>
                  </a:moveTo>
                  <a:lnTo>
                    <a:pt x="303225" y="24028"/>
                  </a:lnTo>
                  <a:lnTo>
                    <a:pt x="298132" y="16192"/>
                  </a:lnTo>
                  <a:lnTo>
                    <a:pt x="288226" y="1524"/>
                  </a:lnTo>
                  <a:lnTo>
                    <a:pt x="269938" y="12192"/>
                  </a:lnTo>
                  <a:lnTo>
                    <a:pt x="288226" y="44297"/>
                  </a:lnTo>
                  <a:lnTo>
                    <a:pt x="295846" y="38201"/>
                  </a:lnTo>
                  <a:lnTo>
                    <a:pt x="303466" y="35153"/>
                  </a:lnTo>
                  <a:lnTo>
                    <a:pt x="308038" y="32004"/>
                  </a:lnTo>
                  <a:close/>
                </a:path>
                <a:path w="866775" h="168275">
                  <a:moveTo>
                    <a:pt x="318706" y="129730"/>
                  </a:moveTo>
                  <a:lnTo>
                    <a:pt x="317182" y="118973"/>
                  </a:lnTo>
                  <a:lnTo>
                    <a:pt x="315658" y="111353"/>
                  </a:lnTo>
                  <a:lnTo>
                    <a:pt x="315658" y="106781"/>
                  </a:lnTo>
                  <a:lnTo>
                    <a:pt x="300418" y="118973"/>
                  </a:lnTo>
                  <a:lnTo>
                    <a:pt x="300418" y="51917"/>
                  </a:lnTo>
                  <a:lnTo>
                    <a:pt x="263842" y="51917"/>
                  </a:lnTo>
                  <a:lnTo>
                    <a:pt x="263842" y="73253"/>
                  </a:lnTo>
                  <a:lnTo>
                    <a:pt x="277558" y="73253"/>
                  </a:lnTo>
                  <a:lnTo>
                    <a:pt x="277558" y="132778"/>
                  </a:lnTo>
                  <a:lnTo>
                    <a:pt x="276072" y="135763"/>
                  </a:lnTo>
                  <a:lnTo>
                    <a:pt x="272986" y="140398"/>
                  </a:lnTo>
                  <a:lnTo>
                    <a:pt x="283654" y="158686"/>
                  </a:lnTo>
                  <a:lnTo>
                    <a:pt x="293636" y="150101"/>
                  </a:lnTo>
                  <a:lnTo>
                    <a:pt x="302895" y="142494"/>
                  </a:lnTo>
                  <a:lnTo>
                    <a:pt x="311302" y="135763"/>
                  </a:lnTo>
                  <a:lnTo>
                    <a:pt x="318706" y="129730"/>
                  </a:lnTo>
                  <a:close/>
                </a:path>
                <a:path w="866775" h="168275">
                  <a:moveTo>
                    <a:pt x="430060" y="137350"/>
                  </a:moveTo>
                  <a:lnTo>
                    <a:pt x="388912" y="137350"/>
                  </a:lnTo>
                  <a:lnTo>
                    <a:pt x="388912" y="94589"/>
                  </a:lnTo>
                  <a:lnTo>
                    <a:pt x="423964" y="94589"/>
                  </a:lnTo>
                  <a:lnTo>
                    <a:pt x="423964" y="73253"/>
                  </a:lnTo>
                  <a:lnTo>
                    <a:pt x="388912" y="73253"/>
                  </a:lnTo>
                  <a:lnTo>
                    <a:pt x="388912" y="35153"/>
                  </a:lnTo>
                  <a:lnTo>
                    <a:pt x="428536" y="35153"/>
                  </a:lnTo>
                  <a:lnTo>
                    <a:pt x="428536" y="12192"/>
                  </a:lnTo>
                  <a:lnTo>
                    <a:pt x="317182" y="12192"/>
                  </a:lnTo>
                  <a:lnTo>
                    <a:pt x="317182" y="35153"/>
                  </a:lnTo>
                  <a:lnTo>
                    <a:pt x="366052" y="35153"/>
                  </a:lnTo>
                  <a:lnTo>
                    <a:pt x="366052" y="137350"/>
                  </a:lnTo>
                  <a:lnTo>
                    <a:pt x="347662" y="137350"/>
                  </a:lnTo>
                  <a:lnTo>
                    <a:pt x="347662" y="53441"/>
                  </a:lnTo>
                  <a:lnTo>
                    <a:pt x="324802" y="53441"/>
                  </a:lnTo>
                  <a:lnTo>
                    <a:pt x="324802" y="137350"/>
                  </a:lnTo>
                  <a:lnTo>
                    <a:pt x="311086" y="137350"/>
                  </a:lnTo>
                  <a:lnTo>
                    <a:pt x="311086" y="158686"/>
                  </a:lnTo>
                  <a:lnTo>
                    <a:pt x="430060" y="158686"/>
                  </a:lnTo>
                  <a:lnTo>
                    <a:pt x="430060" y="137350"/>
                  </a:lnTo>
                  <a:close/>
                </a:path>
                <a:path w="866775" h="168275">
                  <a:moveTo>
                    <a:pt x="597789" y="24384"/>
                  </a:moveTo>
                  <a:lnTo>
                    <a:pt x="536829" y="24384"/>
                  </a:lnTo>
                  <a:lnTo>
                    <a:pt x="535305" y="18288"/>
                  </a:lnTo>
                  <a:lnTo>
                    <a:pt x="532257" y="10668"/>
                  </a:lnTo>
                  <a:lnTo>
                    <a:pt x="529209" y="1524"/>
                  </a:lnTo>
                  <a:lnTo>
                    <a:pt x="501777" y="7620"/>
                  </a:lnTo>
                  <a:lnTo>
                    <a:pt x="509397" y="24384"/>
                  </a:lnTo>
                  <a:lnTo>
                    <a:pt x="439204" y="24384"/>
                  </a:lnTo>
                  <a:lnTo>
                    <a:pt x="439204" y="47345"/>
                  </a:lnTo>
                  <a:lnTo>
                    <a:pt x="477304" y="47345"/>
                  </a:lnTo>
                  <a:lnTo>
                    <a:pt x="477037" y="60198"/>
                  </a:lnTo>
                  <a:lnTo>
                    <a:pt x="476351" y="71348"/>
                  </a:lnTo>
                  <a:lnTo>
                    <a:pt x="475373" y="80772"/>
                  </a:lnTo>
                  <a:lnTo>
                    <a:pt x="474256" y="88493"/>
                  </a:lnTo>
                  <a:lnTo>
                    <a:pt x="473443" y="96253"/>
                  </a:lnTo>
                  <a:lnTo>
                    <a:pt x="452158" y="132778"/>
                  </a:lnTo>
                  <a:lnTo>
                    <a:pt x="436156" y="146494"/>
                  </a:lnTo>
                  <a:lnTo>
                    <a:pt x="447395" y="159448"/>
                  </a:lnTo>
                  <a:lnTo>
                    <a:pt x="450938" y="164071"/>
                  </a:lnTo>
                  <a:lnTo>
                    <a:pt x="452920" y="167830"/>
                  </a:lnTo>
                  <a:lnTo>
                    <a:pt x="472097" y="151815"/>
                  </a:lnTo>
                  <a:lnTo>
                    <a:pt x="486295" y="133502"/>
                  </a:lnTo>
                  <a:lnTo>
                    <a:pt x="495642" y="112890"/>
                  </a:lnTo>
                  <a:lnTo>
                    <a:pt x="500253" y="90017"/>
                  </a:lnTo>
                  <a:lnTo>
                    <a:pt x="553593" y="90017"/>
                  </a:lnTo>
                  <a:lnTo>
                    <a:pt x="553593" y="112877"/>
                  </a:lnTo>
                  <a:lnTo>
                    <a:pt x="552069" y="122021"/>
                  </a:lnTo>
                  <a:lnTo>
                    <a:pt x="552069" y="131254"/>
                  </a:lnTo>
                  <a:lnTo>
                    <a:pt x="550545" y="132778"/>
                  </a:lnTo>
                  <a:lnTo>
                    <a:pt x="550545" y="134302"/>
                  </a:lnTo>
                  <a:lnTo>
                    <a:pt x="547497" y="137350"/>
                  </a:lnTo>
                  <a:lnTo>
                    <a:pt x="545973" y="137350"/>
                  </a:lnTo>
                  <a:lnTo>
                    <a:pt x="544449" y="138874"/>
                  </a:lnTo>
                  <a:lnTo>
                    <a:pt x="506349" y="138874"/>
                  </a:lnTo>
                  <a:lnTo>
                    <a:pt x="508368" y="144640"/>
                  </a:lnTo>
                  <a:lnTo>
                    <a:pt x="509968" y="150685"/>
                  </a:lnTo>
                  <a:lnTo>
                    <a:pt x="511276" y="157314"/>
                  </a:lnTo>
                  <a:lnTo>
                    <a:pt x="512445" y="164782"/>
                  </a:lnTo>
                  <a:lnTo>
                    <a:pt x="532638" y="164592"/>
                  </a:lnTo>
                  <a:lnTo>
                    <a:pt x="540308" y="164147"/>
                  </a:lnTo>
                  <a:lnTo>
                    <a:pt x="545973" y="163258"/>
                  </a:lnTo>
                  <a:lnTo>
                    <a:pt x="553593" y="163258"/>
                  </a:lnTo>
                  <a:lnTo>
                    <a:pt x="559689" y="161734"/>
                  </a:lnTo>
                  <a:lnTo>
                    <a:pt x="562737" y="160210"/>
                  </a:lnTo>
                  <a:lnTo>
                    <a:pt x="565785" y="160210"/>
                  </a:lnTo>
                  <a:lnTo>
                    <a:pt x="568833" y="157162"/>
                  </a:lnTo>
                  <a:lnTo>
                    <a:pt x="570357" y="154114"/>
                  </a:lnTo>
                  <a:lnTo>
                    <a:pt x="573405" y="151066"/>
                  </a:lnTo>
                  <a:lnTo>
                    <a:pt x="574929" y="146494"/>
                  </a:lnTo>
                  <a:lnTo>
                    <a:pt x="576453" y="143446"/>
                  </a:lnTo>
                  <a:lnTo>
                    <a:pt x="577735" y="124764"/>
                  </a:lnTo>
                  <a:lnTo>
                    <a:pt x="577977" y="114401"/>
                  </a:lnTo>
                  <a:lnTo>
                    <a:pt x="578878" y="102323"/>
                  </a:lnTo>
                  <a:lnTo>
                    <a:pt x="580123" y="79895"/>
                  </a:lnTo>
                  <a:lnTo>
                    <a:pt x="581025" y="68681"/>
                  </a:lnTo>
                  <a:lnTo>
                    <a:pt x="501777" y="68681"/>
                  </a:lnTo>
                  <a:lnTo>
                    <a:pt x="501777" y="53441"/>
                  </a:lnTo>
                  <a:lnTo>
                    <a:pt x="503301" y="47345"/>
                  </a:lnTo>
                  <a:lnTo>
                    <a:pt x="597789" y="47345"/>
                  </a:lnTo>
                  <a:lnTo>
                    <a:pt x="597789" y="24384"/>
                  </a:lnTo>
                  <a:close/>
                </a:path>
                <a:path w="866775" h="168275">
                  <a:moveTo>
                    <a:pt x="767143" y="13716"/>
                  </a:moveTo>
                  <a:lnTo>
                    <a:pt x="706094" y="13716"/>
                  </a:lnTo>
                  <a:lnTo>
                    <a:pt x="701522" y="0"/>
                  </a:lnTo>
                  <a:lnTo>
                    <a:pt x="672566" y="3048"/>
                  </a:lnTo>
                  <a:lnTo>
                    <a:pt x="675614" y="9144"/>
                  </a:lnTo>
                  <a:lnTo>
                    <a:pt x="677138" y="13716"/>
                  </a:lnTo>
                  <a:lnTo>
                    <a:pt x="613029" y="13716"/>
                  </a:lnTo>
                  <a:lnTo>
                    <a:pt x="613029" y="41249"/>
                  </a:lnTo>
                  <a:lnTo>
                    <a:pt x="635977" y="41249"/>
                  </a:lnTo>
                  <a:lnTo>
                    <a:pt x="635977" y="30480"/>
                  </a:lnTo>
                  <a:lnTo>
                    <a:pt x="745718" y="30480"/>
                  </a:lnTo>
                  <a:lnTo>
                    <a:pt x="745718" y="41249"/>
                  </a:lnTo>
                  <a:lnTo>
                    <a:pt x="767143" y="41249"/>
                  </a:lnTo>
                  <a:lnTo>
                    <a:pt x="767143" y="30480"/>
                  </a:lnTo>
                  <a:lnTo>
                    <a:pt x="767143" y="13716"/>
                  </a:lnTo>
                  <a:close/>
                </a:path>
                <a:path w="866775" h="168275">
                  <a:moveTo>
                    <a:pt x="770191" y="44297"/>
                  </a:moveTo>
                  <a:lnTo>
                    <a:pt x="715238" y="44297"/>
                  </a:lnTo>
                  <a:lnTo>
                    <a:pt x="715238" y="59537"/>
                  </a:lnTo>
                  <a:lnTo>
                    <a:pt x="706094" y="68681"/>
                  </a:lnTo>
                  <a:lnTo>
                    <a:pt x="698474" y="71729"/>
                  </a:lnTo>
                  <a:lnTo>
                    <a:pt x="666457" y="65633"/>
                  </a:lnTo>
                  <a:lnTo>
                    <a:pt x="672566" y="59537"/>
                  </a:lnTo>
                  <a:lnTo>
                    <a:pt x="715238" y="59537"/>
                  </a:lnTo>
                  <a:lnTo>
                    <a:pt x="715238" y="44297"/>
                  </a:lnTo>
                  <a:lnTo>
                    <a:pt x="686282" y="44297"/>
                  </a:lnTo>
                  <a:lnTo>
                    <a:pt x="692378" y="36677"/>
                  </a:lnTo>
                  <a:lnTo>
                    <a:pt x="666457" y="32004"/>
                  </a:lnTo>
                  <a:lnTo>
                    <a:pt x="664933" y="35153"/>
                  </a:lnTo>
                  <a:lnTo>
                    <a:pt x="658837" y="44297"/>
                  </a:lnTo>
                  <a:lnTo>
                    <a:pt x="611505" y="44297"/>
                  </a:lnTo>
                  <a:lnTo>
                    <a:pt x="611505" y="59537"/>
                  </a:lnTo>
                  <a:lnTo>
                    <a:pt x="646645" y="59537"/>
                  </a:lnTo>
                  <a:lnTo>
                    <a:pt x="642073" y="64109"/>
                  </a:lnTo>
                  <a:lnTo>
                    <a:pt x="637501" y="70205"/>
                  </a:lnTo>
                  <a:lnTo>
                    <a:pt x="632929" y="74777"/>
                  </a:lnTo>
                  <a:lnTo>
                    <a:pt x="640930" y="76822"/>
                  </a:lnTo>
                  <a:lnTo>
                    <a:pt x="656932" y="80352"/>
                  </a:lnTo>
                  <a:lnTo>
                    <a:pt x="664933" y="82397"/>
                  </a:lnTo>
                  <a:lnTo>
                    <a:pt x="654989" y="83540"/>
                  </a:lnTo>
                  <a:lnTo>
                    <a:pt x="631037" y="85826"/>
                  </a:lnTo>
                  <a:lnTo>
                    <a:pt x="617601" y="86969"/>
                  </a:lnTo>
                  <a:lnTo>
                    <a:pt x="623697" y="99161"/>
                  </a:lnTo>
                  <a:lnTo>
                    <a:pt x="626745" y="106781"/>
                  </a:lnTo>
                  <a:lnTo>
                    <a:pt x="649376" y="103301"/>
                  </a:lnTo>
                  <a:lnTo>
                    <a:pt x="669124" y="99542"/>
                  </a:lnTo>
                  <a:lnTo>
                    <a:pt x="685990" y="95211"/>
                  </a:lnTo>
                  <a:lnTo>
                    <a:pt x="699998" y="90017"/>
                  </a:lnTo>
                  <a:lnTo>
                    <a:pt x="713689" y="94348"/>
                  </a:lnTo>
                  <a:lnTo>
                    <a:pt x="740498" y="102450"/>
                  </a:lnTo>
                  <a:lnTo>
                    <a:pt x="753338" y="106781"/>
                  </a:lnTo>
                  <a:lnTo>
                    <a:pt x="762444" y="90017"/>
                  </a:lnTo>
                  <a:lnTo>
                    <a:pt x="764095" y="86969"/>
                  </a:lnTo>
                  <a:lnTo>
                    <a:pt x="724382" y="77825"/>
                  </a:lnTo>
                  <a:lnTo>
                    <a:pt x="728954" y="74104"/>
                  </a:lnTo>
                  <a:lnTo>
                    <a:pt x="731494" y="71729"/>
                  </a:lnTo>
                  <a:lnTo>
                    <a:pt x="733526" y="69824"/>
                  </a:lnTo>
                  <a:lnTo>
                    <a:pt x="738098" y="64960"/>
                  </a:lnTo>
                  <a:lnTo>
                    <a:pt x="742670" y="59537"/>
                  </a:lnTo>
                  <a:lnTo>
                    <a:pt x="770191" y="59537"/>
                  </a:lnTo>
                  <a:lnTo>
                    <a:pt x="770191" y="44297"/>
                  </a:lnTo>
                  <a:close/>
                </a:path>
                <a:path w="866775" h="168275">
                  <a:moveTo>
                    <a:pt x="774763" y="144970"/>
                  </a:moveTo>
                  <a:lnTo>
                    <a:pt x="758177" y="142138"/>
                  </a:lnTo>
                  <a:lnTo>
                    <a:pt x="743051" y="138303"/>
                  </a:lnTo>
                  <a:lnTo>
                    <a:pt x="740333" y="137350"/>
                  </a:lnTo>
                  <a:lnTo>
                    <a:pt x="735990" y="135826"/>
                  </a:lnTo>
                  <a:lnTo>
                    <a:pt x="729665" y="133616"/>
                  </a:lnTo>
                  <a:lnTo>
                    <a:pt x="718286" y="128206"/>
                  </a:lnTo>
                  <a:lnTo>
                    <a:pt x="770191" y="128206"/>
                  </a:lnTo>
                  <a:lnTo>
                    <a:pt x="770191" y="109829"/>
                  </a:lnTo>
                  <a:lnTo>
                    <a:pt x="701522" y="109829"/>
                  </a:lnTo>
                  <a:lnTo>
                    <a:pt x="701522" y="97637"/>
                  </a:lnTo>
                  <a:lnTo>
                    <a:pt x="680186" y="97637"/>
                  </a:lnTo>
                  <a:lnTo>
                    <a:pt x="680186" y="109829"/>
                  </a:lnTo>
                  <a:lnTo>
                    <a:pt x="611505" y="109829"/>
                  </a:lnTo>
                  <a:lnTo>
                    <a:pt x="611505" y="128206"/>
                  </a:lnTo>
                  <a:lnTo>
                    <a:pt x="661885" y="128206"/>
                  </a:lnTo>
                  <a:lnTo>
                    <a:pt x="649947" y="133616"/>
                  </a:lnTo>
                  <a:lnTo>
                    <a:pt x="636892" y="138493"/>
                  </a:lnTo>
                  <a:lnTo>
                    <a:pt x="623023" y="142786"/>
                  </a:lnTo>
                  <a:lnTo>
                    <a:pt x="608457" y="146494"/>
                  </a:lnTo>
                  <a:lnTo>
                    <a:pt x="614553" y="158686"/>
                  </a:lnTo>
                  <a:lnTo>
                    <a:pt x="617601" y="166306"/>
                  </a:lnTo>
                  <a:lnTo>
                    <a:pt x="636104" y="160210"/>
                  </a:lnTo>
                  <a:lnTo>
                    <a:pt x="652360" y="153352"/>
                  </a:lnTo>
                  <a:lnTo>
                    <a:pt x="666991" y="145313"/>
                  </a:lnTo>
                  <a:lnTo>
                    <a:pt x="680186" y="135826"/>
                  </a:lnTo>
                  <a:lnTo>
                    <a:pt x="680186" y="167830"/>
                  </a:lnTo>
                  <a:lnTo>
                    <a:pt x="701522" y="167830"/>
                  </a:lnTo>
                  <a:lnTo>
                    <a:pt x="701522" y="137350"/>
                  </a:lnTo>
                  <a:lnTo>
                    <a:pt x="714946" y="146164"/>
                  </a:lnTo>
                  <a:lnTo>
                    <a:pt x="730097" y="154114"/>
                  </a:lnTo>
                  <a:lnTo>
                    <a:pt x="746988" y="160934"/>
                  </a:lnTo>
                  <a:lnTo>
                    <a:pt x="765619" y="166306"/>
                  </a:lnTo>
                  <a:lnTo>
                    <a:pt x="767143" y="160210"/>
                  </a:lnTo>
                  <a:lnTo>
                    <a:pt x="770191" y="152590"/>
                  </a:lnTo>
                  <a:lnTo>
                    <a:pt x="774763" y="144970"/>
                  </a:lnTo>
                  <a:close/>
                </a:path>
                <a:path w="866775" h="168275">
                  <a:moveTo>
                    <a:pt x="866305" y="11620"/>
                  </a:moveTo>
                  <a:lnTo>
                    <a:pt x="825055" y="11620"/>
                  </a:lnTo>
                  <a:lnTo>
                    <a:pt x="825055" y="30670"/>
                  </a:lnTo>
                  <a:lnTo>
                    <a:pt x="841921" y="30670"/>
                  </a:lnTo>
                  <a:lnTo>
                    <a:pt x="841921" y="147510"/>
                  </a:lnTo>
                  <a:lnTo>
                    <a:pt x="825055" y="147510"/>
                  </a:lnTo>
                  <a:lnTo>
                    <a:pt x="825055" y="167830"/>
                  </a:lnTo>
                  <a:lnTo>
                    <a:pt x="866305" y="167830"/>
                  </a:lnTo>
                  <a:lnTo>
                    <a:pt x="866305" y="147510"/>
                  </a:lnTo>
                  <a:lnTo>
                    <a:pt x="866305" y="30670"/>
                  </a:lnTo>
                  <a:lnTo>
                    <a:pt x="866305" y="11620"/>
                  </a:lnTo>
                  <a:close/>
                </a:path>
              </a:pathLst>
            </a:custGeom>
            <a:solidFill>
              <a:srgbClr val="1C4DD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364236" y="2392679"/>
            <a:ext cx="9976485" cy="1551940"/>
            <a:chOff x="364236" y="2392679"/>
            <a:chExt cx="9976485" cy="1551940"/>
          </a:xfrm>
        </p:grpSpPr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4236" y="2392679"/>
              <a:ext cx="3281171" cy="1551353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7091" y="2425345"/>
              <a:ext cx="3193551" cy="1458477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88080" y="2392679"/>
              <a:ext cx="3331464" cy="1551353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51416" y="2425345"/>
              <a:ext cx="3201171" cy="1458477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0692" y="2392679"/>
              <a:ext cx="3279647" cy="1551353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24885" y="2425345"/>
              <a:ext cx="3192027" cy="1458477"/>
            </a:xfrm>
            <a:prstGeom prst="rect">
              <a:avLst/>
            </a:prstGeom>
          </p:spPr>
        </p:pic>
      </p:grpSp>
      <p:sp>
        <p:nvSpPr>
          <p:cNvPr id="27" name="object 27" descr=""/>
          <p:cNvSpPr/>
          <p:nvPr/>
        </p:nvSpPr>
        <p:spPr>
          <a:xfrm>
            <a:off x="387095" y="6123432"/>
            <a:ext cx="9939655" cy="9525"/>
          </a:xfrm>
          <a:custGeom>
            <a:avLst/>
            <a:gdLst/>
            <a:ahLst/>
            <a:cxnLst/>
            <a:rect l="l" t="t" r="r" b="b"/>
            <a:pathLst>
              <a:path w="9939655" h="9525">
                <a:moveTo>
                  <a:pt x="9939528" y="9144"/>
                </a:moveTo>
                <a:lnTo>
                  <a:pt x="0" y="9144"/>
                </a:lnTo>
                <a:lnTo>
                  <a:pt x="0" y="0"/>
                </a:lnTo>
                <a:lnTo>
                  <a:pt x="9939528" y="0"/>
                </a:lnTo>
                <a:lnTo>
                  <a:pt x="9939528" y="9144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384035" y="6245352"/>
            <a:ext cx="555625" cy="108585"/>
          </a:xfrm>
          <a:custGeom>
            <a:avLst/>
            <a:gdLst/>
            <a:ahLst/>
            <a:cxnLst/>
            <a:rect l="l" t="t" r="r" b="b"/>
            <a:pathLst>
              <a:path w="555625" h="108585">
                <a:moveTo>
                  <a:pt x="36576" y="21336"/>
                </a:moveTo>
                <a:lnTo>
                  <a:pt x="22860" y="21336"/>
                </a:lnTo>
                <a:lnTo>
                  <a:pt x="22860" y="1524"/>
                </a:lnTo>
                <a:lnTo>
                  <a:pt x="15240" y="1524"/>
                </a:lnTo>
                <a:lnTo>
                  <a:pt x="15240" y="21336"/>
                </a:lnTo>
                <a:lnTo>
                  <a:pt x="1524" y="21336"/>
                </a:lnTo>
                <a:lnTo>
                  <a:pt x="1524" y="28956"/>
                </a:lnTo>
                <a:lnTo>
                  <a:pt x="15240" y="28956"/>
                </a:lnTo>
                <a:lnTo>
                  <a:pt x="15240" y="51917"/>
                </a:lnTo>
                <a:lnTo>
                  <a:pt x="10668" y="54965"/>
                </a:lnTo>
                <a:lnTo>
                  <a:pt x="6096" y="56489"/>
                </a:lnTo>
                <a:lnTo>
                  <a:pt x="0" y="58013"/>
                </a:lnTo>
                <a:lnTo>
                  <a:pt x="1524" y="68681"/>
                </a:lnTo>
                <a:lnTo>
                  <a:pt x="6096" y="65633"/>
                </a:lnTo>
                <a:lnTo>
                  <a:pt x="10668" y="64109"/>
                </a:lnTo>
                <a:lnTo>
                  <a:pt x="15240" y="61061"/>
                </a:lnTo>
                <a:lnTo>
                  <a:pt x="15240" y="97637"/>
                </a:lnTo>
                <a:lnTo>
                  <a:pt x="1524" y="97637"/>
                </a:lnTo>
                <a:lnTo>
                  <a:pt x="1524" y="106781"/>
                </a:lnTo>
                <a:lnTo>
                  <a:pt x="15240" y="106781"/>
                </a:lnTo>
                <a:lnTo>
                  <a:pt x="19812" y="105257"/>
                </a:lnTo>
                <a:lnTo>
                  <a:pt x="22860" y="102209"/>
                </a:lnTo>
                <a:lnTo>
                  <a:pt x="22860" y="61061"/>
                </a:lnTo>
                <a:lnTo>
                  <a:pt x="22860" y="56489"/>
                </a:lnTo>
                <a:lnTo>
                  <a:pt x="27432" y="54965"/>
                </a:lnTo>
                <a:lnTo>
                  <a:pt x="32004" y="51917"/>
                </a:lnTo>
                <a:lnTo>
                  <a:pt x="36576" y="50393"/>
                </a:lnTo>
                <a:lnTo>
                  <a:pt x="36576" y="47345"/>
                </a:lnTo>
                <a:lnTo>
                  <a:pt x="35052" y="44297"/>
                </a:lnTo>
                <a:lnTo>
                  <a:pt x="35052" y="41249"/>
                </a:lnTo>
                <a:lnTo>
                  <a:pt x="32004" y="44297"/>
                </a:lnTo>
                <a:lnTo>
                  <a:pt x="22860" y="47345"/>
                </a:lnTo>
                <a:lnTo>
                  <a:pt x="22860" y="28956"/>
                </a:lnTo>
                <a:lnTo>
                  <a:pt x="36576" y="28956"/>
                </a:lnTo>
                <a:lnTo>
                  <a:pt x="36576" y="21336"/>
                </a:lnTo>
                <a:close/>
              </a:path>
              <a:path w="555625" h="108585">
                <a:moveTo>
                  <a:pt x="99161" y="6096"/>
                </a:moveTo>
                <a:lnTo>
                  <a:pt x="90017" y="6096"/>
                </a:lnTo>
                <a:lnTo>
                  <a:pt x="90017" y="12192"/>
                </a:lnTo>
                <a:lnTo>
                  <a:pt x="90017" y="21336"/>
                </a:lnTo>
                <a:lnTo>
                  <a:pt x="90017" y="28956"/>
                </a:lnTo>
                <a:lnTo>
                  <a:pt x="90017" y="38201"/>
                </a:lnTo>
                <a:lnTo>
                  <a:pt x="51816" y="38201"/>
                </a:lnTo>
                <a:lnTo>
                  <a:pt x="51816" y="28956"/>
                </a:lnTo>
                <a:lnTo>
                  <a:pt x="90017" y="28956"/>
                </a:lnTo>
                <a:lnTo>
                  <a:pt x="90017" y="21336"/>
                </a:lnTo>
                <a:lnTo>
                  <a:pt x="51816" y="21336"/>
                </a:lnTo>
                <a:lnTo>
                  <a:pt x="51816" y="12192"/>
                </a:lnTo>
                <a:lnTo>
                  <a:pt x="90017" y="12192"/>
                </a:lnTo>
                <a:lnTo>
                  <a:pt x="90017" y="6096"/>
                </a:lnTo>
                <a:lnTo>
                  <a:pt x="44196" y="6096"/>
                </a:lnTo>
                <a:lnTo>
                  <a:pt x="44196" y="48869"/>
                </a:lnTo>
                <a:lnTo>
                  <a:pt x="51816" y="48869"/>
                </a:lnTo>
                <a:lnTo>
                  <a:pt x="51816" y="45821"/>
                </a:lnTo>
                <a:lnTo>
                  <a:pt x="90017" y="45821"/>
                </a:lnTo>
                <a:lnTo>
                  <a:pt x="90017" y="48869"/>
                </a:lnTo>
                <a:lnTo>
                  <a:pt x="99161" y="48869"/>
                </a:lnTo>
                <a:lnTo>
                  <a:pt x="99161" y="45821"/>
                </a:lnTo>
                <a:lnTo>
                  <a:pt x="99161" y="38201"/>
                </a:lnTo>
                <a:lnTo>
                  <a:pt x="99161" y="28956"/>
                </a:lnTo>
                <a:lnTo>
                  <a:pt x="99161" y="21336"/>
                </a:lnTo>
                <a:lnTo>
                  <a:pt x="99161" y="12192"/>
                </a:lnTo>
                <a:lnTo>
                  <a:pt x="99161" y="6096"/>
                </a:lnTo>
                <a:close/>
              </a:path>
              <a:path w="555625" h="108585">
                <a:moveTo>
                  <a:pt x="109829" y="96113"/>
                </a:moveTo>
                <a:lnTo>
                  <a:pt x="98145" y="96964"/>
                </a:lnTo>
                <a:lnTo>
                  <a:pt x="88442" y="97256"/>
                </a:lnTo>
                <a:lnTo>
                  <a:pt x="81026" y="96964"/>
                </a:lnTo>
                <a:lnTo>
                  <a:pt x="76200" y="96113"/>
                </a:lnTo>
                <a:lnTo>
                  <a:pt x="76200" y="94589"/>
                </a:lnTo>
                <a:lnTo>
                  <a:pt x="76200" y="80873"/>
                </a:lnTo>
                <a:lnTo>
                  <a:pt x="103733" y="80873"/>
                </a:lnTo>
                <a:lnTo>
                  <a:pt x="103733" y="74777"/>
                </a:lnTo>
                <a:lnTo>
                  <a:pt x="76200" y="74777"/>
                </a:lnTo>
                <a:lnTo>
                  <a:pt x="76200" y="62585"/>
                </a:lnTo>
                <a:lnTo>
                  <a:pt x="108305" y="62585"/>
                </a:lnTo>
                <a:lnTo>
                  <a:pt x="108305" y="54965"/>
                </a:lnTo>
                <a:lnTo>
                  <a:pt x="35052" y="54965"/>
                </a:lnTo>
                <a:lnTo>
                  <a:pt x="35052" y="62585"/>
                </a:lnTo>
                <a:lnTo>
                  <a:pt x="68580" y="62585"/>
                </a:lnTo>
                <a:lnTo>
                  <a:pt x="68580" y="94589"/>
                </a:lnTo>
                <a:lnTo>
                  <a:pt x="60960" y="91541"/>
                </a:lnTo>
                <a:lnTo>
                  <a:pt x="56896" y="88493"/>
                </a:lnTo>
                <a:lnTo>
                  <a:pt x="54864" y="86969"/>
                </a:lnTo>
                <a:lnTo>
                  <a:pt x="50292" y="80873"/>
                </a:lnTo>
                <a:lnTo>
                  <a:pt x="51816" y="76301"/>
                </a:lnTo>
                <a:lnTo>
                  <a:pt x="51816" y="65633"/>
                </a:lnTo>
                <a:lnTo>
                  <a:pt x="44196" y="65633"/>
                </a:lnTo>
                <a:lnTo>
                  <a:pt x="42227" y="77368"/>
                </a:lnTo>
                <a:lnTo>
                  <a:pt x="38671" y="87541"/>
                </a:lnTo>
                <a:lnTo>
                  <a:pt x="33705" y="96278"/>
                </a:lnTo>
                <a:lnTo>
                  <a:pt x="27432" y="103733"/>
                </a:lnTo>
                <a:lnTo>
                  <a:pt x="28956" y="105257"/>
                </a:lnTo>
                <a:lnTo>
                  <a:pt x="32004" y="106781"/>
                </a:lnTo>
                <a:lnTo>
                  <a:pt x="33528" y="108305"/>
                </a:lnTo>
                <a:lnTo>
                  <a:pt x="39624" y="102209"/>
                </a:lnTo>
                <a:lnTo>
                  <a:pt x="44196" y="96113"/>
                </a:lnTo>
                <a:lnTo>
                  <a:pt x="47244" y="88493"/>
                </a:lnTo>
                <a:lnTo>
                  <a:pt x="53530" y="95377"/>
                </a:lnTo>
                <a:lnTo>
                  <a:pt x="60960" y="100114"/>
                </a:lnTo>
                <a:lnTo>
                  <a:pt x="69532" y="102857"/>
                </a:lnTo>
                <a:lnTo>
                  <a:pt x="79248" y="103733"/>
                </a:lnTo>
                <a:lnTo>
                  <a:pt x="86804" y="104584"/>
                </a:lnTo>
                <a:lnTo>
                  <a:pt x="93624" y="104876"/>
                </a:lnTo>
                <a:lnTo>
                  <a:pt x="100139" y="104584"/>
                </a:lnTo>
                <a:lnTo>
                  <a:pt x="106781" y="103733"/>
                </a:lnTo>
                <a:lnTo>
                  <a:pt x="108305" y="99161"/>
                </a:lnTo>
                <a:lnTo>
                  <a:pt x="109258" y="97256"/>
                </a:lnTo>
                <a:lnTo>
                  <a:pt x="109829" y="96113"/>
                </a:lnTo>
                <a:close/>
              </a:path>
              <a:path w="555625" h="108585">
                <a:moveTo>
                  <a:pt x="144881" y="61061"/>
                </a:moveTo>
                <a:lnTo>
                  <a:pt x="137261" y="56489"/>
                </a:lnTo>
                <a:lnTo>
                  <a:pt x="131305" y="66484"/>
                </a:lnTo>
                <a:lnTo>
                  <a:pt x="125069" y="75920"/>
                </a:lnTo>
                <a:lnTo>
                  <a:pt x="118833" y="84772"/>
                </a:lnTo>
                <a:lnTo>
                  <a:pt x="112877" y="93065"/>
                </a:lnTo>
                <a:lnTo>
                  <a:pt x="115925" y="94589"/>
                </a:lnTo>
                <a:lnTo>
                  <a:pt x="117449" y="96113"/>
                </a:lnTo>
                <a:lnTo>
                  <a:pt x="120497" y="97637"/>
                </a:lnTo>
                <a:lnTo>
                  <a:pt x="127088" y="89141"/>
                </a:lnTo>
                <a:lnTo>
                  <a:pt x="133261" y="79921"/>
                </a:lnTo>
                <a:lnTo>
                  <a:pt x="139141" y="70421"/>
                </a:lnTo>
                <a:lnTo>
                  <a:pt x="144881" y="61061"/>
                </a:lnTo>
                <a:close/>
              </a:path>
              <a:path w="555625" h="108585">
                <a:moveTo>
                  <a:pt x="210413" y="7620"/>
                </a:moveTo>
                <a:lnTo>
                  <a:pt x="122021" y="7620"/>
                </a:lnTo>
                <a:lnTo>
                  <a:pt x="122021" y="15240"/>
                </a:lnTo>
                <a:lnTo>
                  <a:pt x="210413" y="15240"/>
                </a:lnTo>
                <a:lnTo>
                  <a:pt x="210413" y="7620"/>
                </a:lnTo>
                <a:close/>
              </a:path>
              <a:path w="555625" h="108585">
                <a:moveTo>
                  <a:pt x="221170" y="90017"/>
                </a:moveTo>
                <a:lnTo>
                  <a:pt x="214503" y="81775"/>
                </a:lnTo>
                <a:lnTo>
                  <a:pt x="201790" y="64731"/>
                </a:lnTo>
                <a:lnTo>
                  <a:pt x="195173" y="56489"/>
                </a:lnTo>
                <a:lnTo>
                  <a:pt x="187553" y="61061"/>
                </a:lnTo>
                <a:lnTo>
                  <a:pt x="193535" y="69113"/>
                </a:lnTo>
                <a:lnTo>
                  <a:pt x="199936" y="77444"/>
                </a:lnTo>
                <a:lnTo>
                  <a:pt x="206629" y="86347"/>
                </a:lnTo>
                <a:lnTo>
                  <a:pt x="213461" y="96113"/>
                </a:lnTo>
                <a:lnTo>
                  <a:pt x="221170" y="90017"/>
                </a:lnTo>
                <a:close/>
              </a:path>
              <a:path w="555625" h="108585">
                <a:moveTo>
                  <a:pt x="221170" y="39725"/>
                </a:moveTo>
                <a:lnTo>
                  <a:pt x="112877" y="39725"/>
                </a:lnTo>
                <a:lnTo>
                  <a:pt x="112877" y="47345"/>
                </a:lnTo>
                <a:lnTo>
                  <a:pt x="164693" y="47345"/>
                </a:lnTo>
                <a:lnTo>
                  <a:pt x="164693" y="94589"/>
                </a:lnTo>
                <a:lnTo>
                  <a:pt x="161645" y="96113"/>
                </a:lnTo>
                <a:lnTo>
                  <a:pt x="141833" y="96113"/>
                </a:lnTo>
                <a:lnTo>
                  <a:pt x="141833" y="102209"/>
                </a:lnTo>
                <a:lnTo>
                  <a:pt x="143357" y="105257"/>
                </a:lnTo>
                <a:lnTo>
                  <a:pt x="169265" y="105257"/>
                </a:lnTo>
                <a:lnTo>
                  <a:pt x="173837" y="100685"/>
                </a:lnTo>
                <a:lnTo>
                  <a:pt x="173837" y="47345"/>
                </a:lnTo>
                <a:lnTo>
                  <a:pt x="221170" y="47345"/>
                </a:lnTo>
                <a:lnTo>
                  <a:pt x="221170" y="39725"/>
                </a:lnTo>
                <a:close/>
              </a:path>
              <a:path w="555625" h="108585">
                <a:moveTo>
                  <a:pt x="253187" y="21336"/>
                </a:moveTo>
                <a:lnTo>
                  <a:pt x="234899" y="3048"/>
                </a:lnTo>
                <a:lnTo>
                  <a:pt x="228803" y="9144"/>
                </a:lnTo>
                <a:lnTo>
                  <a:pt x="240995" y="21336"/>
                </a:lnTo>
                <a:lnTo>
                  <a:pt x="245567" y="27432"/>
                </a:lnTo>
                <a:lnTo>
                  <a:pt x="253187" y="21336"/>
                </a:lnTo>
                <a:close/>
              </a:path>
              <a:path w="555625" h="108585">
                <a:moveTo>
                  <a:pt x="257759" y="82397"/>
                </a:moveTo>
                <a:lnTo>
                  <a:pt x="254711" y="85445"/>
                </a:lnTo>
                <a:lnTo>
                  <a:pt x="245567" y="91541"/>
                </a:lnTo>
                <a:lnTo>
                  <a:pt x="245567" y="38201"/>
                </a:lnTo>
                <a:lnTo>
                  <a:pt x="224231" y="38201"/>
                </a:lnTo>
                <a:lnTo>
                  <a:pt x="224231" y="45821"/>
                </a:lnTo>
                <a:lnTo>
                  <a:pt x="236423" y="45821"/>
                </a:lnTo>
                <a:lnTo>
                  <a:pt x="236423" y="93065"/>
                </a:lnTo>
                <a:lnTo>
                  <a:pt x="234899" y="97637"/>
                </a:lnTo>
                <a:lnTo>
                  <a:pt x="233375" y="99161"/>
                </a:lnTo>
                <a:lnTo>
                  <a:pt x="237947" y="106781"/>
                </a:lnTo>
                <a:lnTo>
                  <a:pt x="242519" y="102209"/>
                </a:lnTo>
                <a:lnTo>
                  <a:pt x="248615" y="97637"/>
                </a:lnTo>
                <a:lnTo>
                  <a:pt x="257759" y="91541"/>
                </a:lnTo>
                <a:lnTo>
                  <a:pt x="257759" y="82397"/>
                </a:lnTo>
                <a:close/>
              </a:path>
              <a:path w="555625" h="108585">
                <a:moveTo>
                  <a:pt x="303479" y="48869"/>
                </a:moveTo>
                <a:lnTo>
                  <a:pt x="295859" y="48869"/>
                </a:lnTo>
                <a:lnTo>
                  <a:pt x="295859" y="56489"/>
                </a:lnTo>
                <a:lnTo>
                  <a:pt x="295859" y="77825"/>
                </a:lnTo>
                <a:lnTo>
                  <a:pt x="271475" y="77825"/>
                </a:lnTo>
                <a:lnTo>
                  <a:pt x="271475" y="56489"/>
                </a:lnTo>
                <a:lnTo>
                  <a:pt x="295859" y="56489"/>
                </a:lnTo>
                <a:lnTo>
                  <a:pt x="295859" y="48869"/>
                </a:lnTo>
                <a:lnTo>
                  <a:pt x="262331" y="48869"/>
                </a:lnTo>
                <a:lnTo>
                  <a:pt x="262331" y="93065"/>
                </a:lnTo>
                <a:lnTo>
                  <a:pt x="271475" y="93065"/>
                </a:lnTo>
                <a:lnTo>
                  <a:pt x="271475" y="85445"/>
                </a:lnTo>
                <a:lnTo>
                  <a:pt x="303479" y="85445"/>
                </a:lnTo>
                <a:lnTo>
                  <a:pt x="303479" y="77825"/>
                </a:lnTo>
                <a:lnTo>
                  <a:pt x="303479" y="56489"/>
                </a:lnTo>
                <a:lnTo>
                  <a:pt x="303479" y="48869"/>
                </a:lnTo>
                <a:close/>
              </a:path>
              <a:path w="555625" h="108585">
                <a:moveTo>
                  <a:pt x="312623" y="28956"/>
                </a:moveTo>
                <a:lnTo>
                  <a:pt x="256235" y="28956"/>
                </a:lnTo>
                <a:lnTo>
                  <a:pt x="256235" y="36677"/>
                </a:lnTo>
                <a:lnTo>
                  <a:pt x="312623" y="36677"/>
                </a:lnTo>
                <a:lnTo>
                  <a:pt x="312623" y="28956"/>
                </a:lnTo>
                <a:close/>
              </a:path>
              <a:path w="555625" h="108585">
                <a:moveTo>
                  <a:pt x="326339" y="6096"/>
                </a:moveTo>
                <a:lnTo>
                  <a:pt x="259283" y="6096"/>
                </a:lnTo>
                <a:lnTo>
                  <a:pt x="259283" y="15240"/>
                </a:lnTo>
                <a:lnTo>
                  <a:pt x="317195" y="15240"/>
                </a:lnTo>
                <a:lnTo>
                  <a:pt x="317195" y="96113"/>
                </a:lnTo>
                <a:lnTo>
                  <a:pt x="315671" y="99161"/>
                </a:lnTo>
                <a:lnTo>
                  <a:pt x="306527" y="99161"/>
                </a:lnTo>
                <a:lnTo>
                  <a:pt x="300431" y="97637"/>
                </a:lnTo>
                <a:lnTo>
                  <a:pt x="294335" y="97637"/>
                </a:lnTo>
                <a:lnTo>
                  <a:pt x="294335" y="100685"/>
                </a:lnTo>
                <a:lnTo>
                  <a:pt x="295859" y="103733"/>
                </a:lnTo>
                <a:lnTo>
                  <a:pt x="295859" y="106781"/>
                </a:lnTo>
                <a:lnTo>
                  <a:pt x="321767" y="106781"/>
                </a:lnTo>
                <a:lnTo>
                  <a:pt x="326339" y="102209"/>
                </a:lnTo>
                <a:lnTo>
                  <a:pt x="326339" y="99161"/>
                </a:lnTo>
                <a:lnTo>
                  <a:pt x="326339" y="6096"/>
                </a:lnTo>
                <a:close/>
              </a:path>
              <a:path w="555625" h="108585">
                <a:moveTo>
                  <a:pt x="358432" y="58013"/>
                </a:moveTo>
                <a:lnTo>
                  <a:pt x="353860" y="54965"/>
                </a:lnTo>
                <a:lnTo>
                  <a:pt x="347675" y="50393"/>
                </a:lnTo>
                <a:lnTo>
                  <a:pt x="341579" y="45821"/>
                </a:lnTo>
                <a:lnTo>
                  <a:pt x="337007" y="51917"/>
                </a:lnTo>
                <a:lnTo>
                  <a:pt x="340055" y="54965"/>
                </a:lnTo>
                <a:lnTo>
                  <a:pt x="346151" y="59537"/>
                </a:lnTo>
                <a:lnTo>
                  <a:pt x="353860" y="65633"/>
                </a:lnTo>
                <a:lnTo>
                  <a:pt x="358432" y="58013"/>
                </a:lnTo>
                <a:close/>
              </a:path>
              <a:path w="555625" h="108585">
                <a:moveTo>
                  <a:pt x="369100" y="71729"/>
                </a:moveTo>
                <a:lnTo>
                  <a:pt x="364528" y="70205"/>
                </a:lnTo>
                <a:lnTo>
                  <a:pt x="363004" y="67157"/>
                </a:lnTo>
                <a:lnTo>
                  <a:pt x="359956" y="65633"/>
                </a:lnTo>
                <a:lnTo>
                  <a:pt x="355346" y="75399"/>
                </a:lnTo>
                <a:lnTo>
                  <a:pt x="350570" y="84302"/>
                </a:lnTo>
                <a:lnTo>
                  <a:pt x="345516" y="92633"/>
                </a:lnTo>
                <a:lnTo>
                  <a:pt x="340055" y="100685"/>
                </a:lnTo>
                <a:lnTo>
                  <a:pt x="347675" y="106781"/>
                </a:lnTo>
                <a:lnTo>
                  <a:pt x="356704" y="92113"/>
                </a:lnTo>
                <a:lnTo>
                  <a:pt x="362546" y="82562"/>
                </a:lnTo>
                <a:lnTo>
                  <a:pt x="369100" y="71729"/>
                </a:lnTo>
                <a:close/>
              </a:path>
              <a:path w="555625" h="108585">
                <a:moveTo>
                  <a:pt x="372148" y="41249"/>
                </a:moveTo>
                <a:lnTo>
                  <a:pt x="367576" y="36677"/>
                </a:lnTo>
                <a:lnTo>
                  <a:pt x="361480" y="32004"/>
                </a:lnTo>
                <a:lnTo>
                  <a:pt x="353860" y="27432"/>
                </a:lnTo>
                <a:lnTo>
                  <a:pt x="347675" y="33629"/>
                </a:lnTo>
                <a:lnTo>
                  <a:pt x="353860" y="36677"/>
                </a:lnTo>
                <a:lnTo>
                  <a:pt x="359956" y="41249"/>
                </a:lnTo>
                <a:lnTo>
                  <a:pt x="366052" y="47345"/>
                </a:lnTo>
                <a:lnTo>
                  <a:pt x="372148" y="41249"/>
                </a:lnTo>
                <a:close/>
              </a:path>
              <a:path w="555625" h="108585">
                <a:moveTo>
                  <a:pt x="443776" y="76301"/>
                </a:moveTo>
                <a:lnTo>
                  <a:pt x="440728" y="76301"/>
                </a:lnTo>
                <a:lnTo>
                  <a:pt x="434632" y="73253"/>
                </a:lnTo>
                <a:lnTo>
                  <a:pt x="434632" y="83921"/>
                </a:lnTo>
                <a:lnTo>
                  <a:pt x="433108" y="90017"/>
                </a:lnTo>
                <a:lnTo>
                  <a:pt x="433108" y="94589"/>
                </a:lnTo>
                <a:lnTo>
                  <a:pt x="428536" y="96113"/>
                </a:lnTo>
                <a:lnTo>
                  <a:pt x="390436" y="96113"/>
                </a:lnTo>
                <a:lnTo>
                  <a:pt x="387388" y="94589"/>
                </a:lnTo>
                <a:lnTo>
                  <a:pt x="387388" y="42773"/>
                </a:lnTo>
                <a:lnTo>
                  <a:pt x="422440" y="42773"/>
                </a:lnTo>
                <a:lnTo>
                  <a:pt x="422440" y="50393"/>
                </a:lnTo>
                <a:lnTo>
                  <a:pt x="420916" y="56489"/>
                </a:lnTo>
                <a:lnTo>
                  <a:pt x="420916" y="65633"/>
                </a:lnTo>
                <a:lnTo>
                  <a:pt x="417868" y="68681"/>
                </a:lnTo>
                <a:lnTo>
                  <a:pt x="402628" y="68681"/>
                </a:lnTo>
                <a:lnTo>
                  <a:pt x="396532" y="67157"/>
                </a:lnTo>
                <a:lnTo>
                  <a:pt x="398056" y="70205"/>
                </a:lnTo>
                <a:lnTo>
                  <a:pt x="398056" y="76301"/>
                </a:lnTo>
                <a:lnTo>
                  <a:pt x="423964" y="76301"/>
                </a:lnTo>
                <a:lnTo>
                  <a:pt x="428536" y="71729"/>
                </a:lnTo>
                <a:lnTo>
                  <a:pt x="428967" y="68681"/>
                </a:lnTo>
                <a:lnTo>
                  <a:pt x="430060" y="61061"/>
                </a:lnTo>
                <a:lnTo>
                  <a:pt x="430085" y="55943"/>
                </a:lnTo>
                <a:lnTo>
                  <a:pt x="430250" y="49822"/>
                </a:lnTo>
                <a:lnTo>
                  <a:pt x="430707" y="42773"/>
                </a:lnTo>
                <a:lnTo>
                  <a:pt x="431584" y="35153"/>
                </a:lnTo>
                <a:lnTo>
                  <a:pt x="379768" y="35153"/>
                </a:lnTo>
                <a:lnTo>
                  <a:pt x="379768" y="100685"/>
                </a:lnTo>
                <a:lnTo>
                  <a:pt x="384340" y="103733"/>
                </a:lnTo>
                <a:lnTo>
                  <a:pt x="423964" y="103733"/>
                </a:lnTo>
                <a:lnTo>
                  <a:pt x="434632" y="105257"/>
                </a:lnTo>
                <a:lnTo>
                  <a:pt x="440728" y="100685"/>
                </a:lnTo>
                <a:lnTo>
                  <a:pt x="441642" y="96113"/>
                </a:lnTo>
                <a:lnTo>
                  <a:pt x="442252" y="93065"/>
                </a:lnTo>
                <a:lnTo>
                  <a:pt x="442252" y="86969"/>
                </a:lnTo>
                <a:lnTo>
                  <a:pt x="443776" y="82397"/>
                </a:lnTo>
                <a:lnTo>
                  <a:pt x="443776" y="76301"/>
                </a:lnTo>
                <a:close/>
              </a:path>
              <a:path w="555625" h="108585">
                <a:moveTo>
                  <a:pt x="443776" y="12192"/>
                </a:moveTo>
                <a:lnTo>
                  <a:pt x="413296" y="12192"/>
                </a:lnTo>
                <a:lnTo>
                  <a:pt x="413296" y="0"/>
                </a:lnTo>
                <a:lnTo>
                  <a:pt x="404152" y="0"/>
                </a:lnTo>
                <a:lnTo>
                  <a:pt x="404152" y="12192"/>
                </a:lnTo>
                <a:lnTo>
                  <a:pt x="375196" y="12192"/>
                </a:lnTo>
                <a:lnTo>
                  <a:pt x="375196" y="0"/>
                </a:lnTo>
                <a:lnTo>
                  <a:pt x="366052" y="0"/>
                </a:lnTo>
                <a:lnTo>
                  <a:pt x="366052" y="12192"/>
                </a:lnTo>
                <a:lnTo>
                  <a:pt x="337007" y="12192"/>
                </a:lnTo>
                <a:lnTo>
                  <a:pt x="337007" y="19812"/>
                </a:lnTo>
                <a:lnTo>
                  <a:pt x="366052" y="19812"/>
                </a:lnTo>
                <a:lnTo>
                  <a:pt x="366052" y="28956"/>
                </a:lnTo>
                <a:lnTo>
                  <a:pt x="375196" y="28956"/>
                </a:lnTo>
                <a:lnTo>
                  <a:pt x="375196" y="19812"/>
                </a:lnTo>
                <a:lnTo>
                  <a:pt x="404152" y="19812"/>
                </a:lnTo>
                <a:lnTo>
                  <a:pt x="404152" y="28956"/>
                </a:lnTo>
                <a:lnTo>
                  <a:pt x="413296" y="28956"/>
                </a:lnTo>
                <a:lnTo>
                  <a:pt x="413296" y="19812"/>
                </a:lnTo>
                <a:lnTo>
                  <a:pt x="443776" y="19812"/>
                </a:lnTo>
                <a:lnTo>
                  <a:pt x="443776" y="12192"/>
                </a:lnTo>
                <a:close/>
              </a:path>
              <a:path w="555625" h="108585">
                <a:moveTo>
                  <a:pt x="507885" y="82397"/>
                </a:moveTo>
                <a:lnTo>
                  <a:pt x="501256" y="83515"/>
                </a:lnTo>
                <a:lnTo>
                  <a:pt x="494919" y="84493"/>
                </a:lnTo>
                <a:lnTo>
                  <a:pt x="488556" y="85178"/>
                </a:lnTo>
                <a:lnTo>
                  <a:pt x="481876" y="85445"/>
                </a:lnTo>
                <a:lnTo>
                  <a:pt x="481876" y="56489"/>
                </a:lnTo>
                <a:lnTo>
                  <a:pt x="503313" y="56489"/>
                </a:lnTo>
                <a:lnTo>
                  <a:pt x="503313" y="48869"/>
                </a:lnTo>
                <a:lnTo>
                  <a:pt x="451396" y="48869"/>
                </a:lnTo>
                <a:lnTo>
                  <a:pt x="451396" y="56489"/>
                </a:lnTo>
                <a:lnTo>
                  <a:pt x="472732" y="56489"/>
                </a:lnTo>
                <a:lnTo>
                  <a:pt x="472732" y="86969"/>
                </a:lnTo>
                <a:lnTo>
                  <a:pt x="463588" y="88493"/>
                </a:lnTo>
                <a:lnTo>
                  <a:pt x="455968" y="90017"/>
                </a:lnTo>
                <a:lnTo>
                  <a:pt x="448348" y="90017"/>
                </a:lnTo>
                <a:lnTo>
                  <a:pt x="449872" y="99161"/>
                </a:lnTo>
                <a:lnTo>
                  <a:pt x="463003" y="97751"/>
                </a:lnTo>
                <a:lnTo>
                  <a:pt x="477164" y="95923"/>
                </a:lnTo>
                <a:lnTo>
                  <a:pt x="507885" y="91541"/>
                </a:lnTo>
                <a:lnTo>
                  <a:pt x="507885" y="85445"/>
                </a:lnTo>
                <a:lnTo>
                  <a:pt x="507885" y="82397"/>
                </a:lnTo>
                <a:close/>
              </a:path>
              <a:path w="555625" h="108585">
                <a:moveTo>
                  <a:pt x="545985" y="13716"/>
                </a:moveTo>
                <a:lnTo>
                  <a:pt x="539889" y="9144"/>
                </a:lnTo>
                <a:lnTo>
                  <a:pt x="535317" y="4572"/>
                </a:lnTo>
                <a:lnTo>
                  <a:pt x="530745" y="1524"/>
                </a:lnTo>
                <a:lnTo>
                  <a:pt x="524649" y="6096"/>
                </a:lnTo>
                <a:lnTo>
                  <a:pt x="530745" y="10668"/>
                </a:lnTo>
                <a:lnTo>
                  <a:pt x="539889" y="19812"/>
                </a:lnTo>
                <a:lnTo>
                  <a:pt x="545985" y="13716"/>
                </a:lnTo>
                <a:close/>
              </a:path>
              <a:path w="555625" h="108585">
                <a:moveTo>
                  <a:pt x="555129" y="79349"/>
                </a:moveTo>
                <a:lnTo>
                  <a:pt x="553605" y="79349"/>
                </a:lnTo>
                <a:lnTo>
                  <a:pt x="550557" y="77825"/>
                </a:lnTo>
                <a:lnTo>
                  <a:pt x="545985" y="76301"/>
                </a:lnTo>
                <a:lnTo>
                  <a:pt x="545985" y="83921"/>
                </a:lnTo>
                <a:lnTo>
                  <a:pt x="544461" y="90017"/>
                </a:lnTo>
                <a:lnTo>
                  <a:pt x="544461" y="93065"/>
                </a:lnTo>
                <a:lnTo>
                  <a:pt x="541413" y="99161"/>
                </a:lnTo>
                <a:lnTo>
                  <a:pt x="539889" y="99161"/>
                </a:lnTo>
                <a:lnTo>
                  <a:pt x="519023" y="53848"/>
                </a:lnTo>
                <a:lnTo>
                  <a:pt x="517029" y="28956"/>
                </a:lnTo>
                <a:lnTo>
                  <a:pt x="553605" y="28956"/>
                </a:lnTo>
                <a:lnTo>
                  <a:pt x="553605" y="21336"/>
                </a:lnTo>
                <a:lnTo>
                  <a:pt x="517029" y="21336"/>
                </a:lnTo>
                <a:lnTo>
                  <a:pt x="517029" y="0"/>
                </a:lnTo>
                <a:lnTo>
                  <a:pt x="507885" y="0"/>
                </a:lnTo>
                <a:lnTo>
                  <a:pt x="507885" y="21336"/>
                </a:lnTo>
                <a:lnTo>
                  <a:pt x="446824" y="21336"/>
                </a:lnTo>
                <a:lnTo>
                  <a:pt x="446824" y="28956"/>
                </a:lnTo>
                <a:lnTo>
                  <a:pt x="507885" y="28956"/>
                </a:lnTo>
                <a:lnTo>
                  <a:pt x="509879" y="53848"/>
                </a:lnTo>
                <a:lnTo>
                  <a:pt x="513600" y="74002"/>
                </a:lnTo>
                <a:lnTo>
                  <a:pt x="519023" y="89496"/>
                </a:lnTo>
                <a:lnTo>
                  <a:pt x="526173" y="100685"/>
                </a:lnTo>
                <a:lnTo>
                  <a:pt x="530745" y="105257"/>
                </a:lnTo>
                <a:lnTo>
                  <a:pt x="535317" y="108305"/>
                </a:lnTo>
                <a:lnTo>
                  <a:pt x="545985" y="108305"/>
                </a:lnTo>
                <a:lnTo>
                  <a:pt x="549033" y="105257"/>
                </a:lnTo>
                <a:lnTo>
                  <a:pt x="550557" y="100685"/>
                </a:lnTo>
                <a:lnTo>
                  <a:pt x="550938" y="99161"/>
                </a:lnTo>
                <a:lnTo>
                  <a:pt x="553605" y="88493"/>
                </a:lnTo>
                <a:lnTo>
                  <a:pt x="555129" y="79349"/>
                </a:lnTo>
                <a:close/>
              </a:path>
            </a:pathLst>
          </a:custGeom>
          <a:solidFill>
            <a:srgbClr val="46546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" name="object 29" descr=""/>
          <p:cNvGrpSpPr/>
          <p:nvPr/>
        </p:nvGrpSpPr>
        <p:grpSpPr>
          <a:xfrm>
            <a:off x="9918858" y="6251447"/>
            <a:ext cx="256540" cy="102235"/>
            <a:chOff x="9918858" y="6251447"/>
            <a:chExt cx="256540" cy="102235"/>
          </a:xfrm>
        </p:grpSpPr>
        <p:pic>
          <p:nvPicPr>
            <p:cNvPr id="30" name="object 3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918858" y="6251447"/>
              <a:ext cx="216599" cy="102203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10161364" y="6277355"/>
              <a:ext cx="13970" cy="62865"/>
            </a:xfrm>
            <a:custGeom>
              <a:avLst/>
              <a:gdLst/>
              <a:ahLst/>
              <a:cxnLst/>
              <a:rect l="l" t="t" r="r" b="b"/>
              <a:pathLst>
                <a:path w="13970" h="62864">
                  <a:moveTo>
                    <a:pt x="13716" y="10763"/>
                  </a:moveTo>
                  <a:lnTo>
                    <a:pt x="1524" y="10763"/>
                  </a:lnTo>
                  <a:lnTo>
                    <a:pt x="0" y="9239"/>
                  </a:lnTo>
                  <a:lnTo>
                    <a:pt x="0" y="4667"/>
                  </a:lnTo>
                  <a:lnTo>
                    <a:pt x="3048" y="1619"/>
                  </a:lnTo>
                  <a:lnTo>
                    <a:pt x="3048" y="0"/>
                  </a:lnTo>
                  <a:lnTo>
                    <a:pt x="10668" y="0"/>
                  </a:lnTo>
                  <a:lnTo>
                    <a:pt x="12192" y="1619"/>
                  </a:lnTo>
                  <a:lnTo>
                    <a:pt x="13716" y="3143"/>
                  </a:lnTo>
                  <a:lnTo>
                    <a:pt x="13716" y="10763"/>
                  </a:lnTo>
                  <a:close/>
                </a:path>
                <a:path w="13970" h="62864">
                  <a:moveTo>
                    <a:pt x="9144" y="13811"/>
                  </a:moveTo>
                  <a:lnTo>
                    <a:pt x="6096" y="13811"/>
                  </a:lnTo>
                  <a:lnTo>
                    <a:pt x="3048" y="12287"/>
                  </a:lnTo>
                  <a:lnTo>
                    <a:pt x="3048" y="10763"/>
                  </a:lnTo>
                  <a:lnTo>
                    <a:pt x="12192" y="10763"/>
                  </a:lnTo>
                  <a:lnTo>
                    <a:pt x="9144" y="13811"/>
                  </a:lnTo>
                  <a:close/>
                </a:path>
                <a:path w="13970" h="62864">
                  <a:moveTo>
                    <a:pt x="10668" y="62579"/>
                  </a:moveTo>
                  <a:lnTo>
                    <a:pt x="3048" y="62579"/>
                  </a:lnTo>
                  <a:lnTo>
                    <a:pt x="3048" y="61055"/>
                  </a:lnTo>
                  <a:lnTo>
                    <a:pt x="0" y="58007"/>
                  </a:lnTo>
                  <a:lnTo>
                    <a:pt x="0" y="53435"/>
                  </a:lnTo>
                  <a:lnTo>
                    <a:pt x="3048" y="50387"/>
                  </a:lnTo>
                  <a:lnTo>
                    <a:pt x="3048" y="48863"/>
                  </a:lnTo>
                  <a:lnTo>
                    <a:pt x="10668" y="48863"/>
                  </a:lnTo>
                  <a:lnTo>
                    <a:pt x="13716" y="51911"/>
                  </a:lnTo>
                  <a:lnTo>
                    <a:pt x="13716" y="59531"/>
                  </a:lnTo>
                  <a:lnTo>
                    <a:pt x="10668" y="62579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/>
          <p:nvPr/>
        </p:nvSpPr>
        <p:spPr>
          <a:xfrm>
            <a:off x="10258996" y="6256019"/>
            <a:ext cx="55244" cy="84455"/>
          </a:xfrm>
          <a:custGeom>
            <a:avLst/>
            <a:gdLst/>
            <a:ahLst/>
            <a:cxnLst/>
            <a:rect l="l" t="t" r="r" b="b"/>
            <a:pathLst>
              <a:path w="55245" h="84454">
                <a:moveTo>
                  <a:pt x="12192" y="21336"/>
                </a:moveTo>
                <a:lnTo>
                  <a:pt x="1524" y="21336"/>
                </a:lnTo>
                <a:lnTo>
                  <a:pt x="1524" y="18288"/>
                </a:lnTo>
                <a:lnTo>
                  <a:pt x="3048" y="13716"/>
                </a:lnTo>
                <a:lnTo>
                  <a:pt x="6096" y="10668"/>
                </a:lnTo>
                <a:lnTo>
                  <a:pt x="7620" y="7620"/>
                </a:lnTo>
                <a:lnTo>
                  <a:pt x="10668" y="4572"/>
                </a:lnTo>
                <a:lnTo>
                  <a:pt x="19812" y="1524"/>
                </a:lnTo>
                <a:lnTo>
                  <a:pt x="22860" y="0"/>
                </a:lnTo>
                <a:lnTo>
                  <a:pt x="33528" y="0"/>
                </a:lnTo>
                <a:lnTo>
                  <a:pt x="38100" y="1524"/>
                </a:lnTo>
                <a:lnTo>
                  <a:pt x="41148" y="3048"/>
                </a:lnTo>
                <a:lnTo>
                  <a:pt x="44196" y="6096"/>
                </a:lnTo>
                <a:lnTo>
                  <a:pt x="47244" y="7620"/>
                </a:lnTo>
                <a:lnTo>
                  <a:pt x="48768" y="9144"/>
                </a:lnTo>
                <a:lnTo>
                  <a:pt x="22860" y="9144"/>
                </a:lnTo>
                <a:lnTo>
                  <a:pt x="19812" y="10668"/>
                </a:lnTo>
                <a:lnTo>
                  <a:pt x="18288" y="12192"/>
                </a:lnTo>
                <a:lnTo>
                  <a:pt x="15240" y="13716"/>
                </a:lnTo>
                <a:lnTo>
                  <a:pt x="12192" y="16764"/>
                </a:lnTo>
                <a:lnTo>
                  <a:pt x="12192" y="21336"/>
                </a:lnTo>
                <a:close/>
              </a:path>
              <a:path w="55245" h="84454">
                <a:moveTo>
                  <a:pt x="50800" y="74771"/>
                </a:moveTo>
                <a:lnTo>
                  <a:pt x="33528" y="74771"/>
                </a:lnTo>
                <a:lnTo>
                  <a:pt x="39624" y="71723"/>
                </a:lnTo>
                <a:lnTo>
                  <a:pt x="41148" y="70199"/>
                </a:lnTo>
                <a:lnTo>
                  <a:pt x="42672" y="67151"/>
                </a:lnTo>
                <a:lnTo>
                  <a:pt x="44196" y="65627"/>
                </a:lnTo>
                <a:lnTo>
                  <a:pt x="45720" y="62579"/>
                </a:lnTo>
                <a:lnTo>
                  <a:pt x="45720" y="58007"/>
                </a:lnTo>
                <a:lnTo>
                  <a:pt x="44196" y="54959"/>
                </a:lnTo>
                <a:lnTo>
                  <a:pt x="42672" y="53435"/>
                </a:lnTo>
                <a:lnTo>
                  <a:pt x="41148" y="50387"/>
                </a:lnTo>
                <a:lnTo>
                  <a:pt x="39624" y="48863"/>
                </a:lnTo>
                <a:lnTo>
                  <a:pt x="33528" y="45815"/>
                </a:lnTo>
                <a:lnTo>
                  <a:pt x="19812" y="45815"/>
                </a:lnTo>
                <a:lnTo>
                  <a:pt x="19812" y="36671"/>
                </a:lnTo>
                <a:lnTo>
                  <a:pt x="32004" y="36671"/>
                </a:lnTo>
                <a:lnTo>
                  <a:pt x="35052" y="35147"/>
                </a:lnTo>
                <a:lnTo>
                  <a:pt x="36576" y="33623"/>
                </a:lnTo>
                <a:lnTo>
                  <a:pt x="39624" y="32099"/>
                </a:lnTo>
                <a:lnTo>
                  <a:pt x="41148" y="30575"/>
                </a:lnTo>
                <a:lnTo>
                  <a:pt x="41148" y="27527"/>
                </a:lnTo>
                <a:lnTo>
                  <a:pt x="42672" y="26003"/>
                </a:lnTo>
                <a:lnTo>
                  <a:pt x="42672" y="19812"/>
                </a:lnTo>
                <a:lnTo>
                  <a:pt x="41148" y="18288"/>
                </a:lnTo>
                <a:lnTo>
                  <a:pt x="41148" y="15240"/>
                </a:lnTo>
                <a:lnTo>
                  <a:pt x="38100" y="12192"/>
                </a:lnTo>
                <a:lnTo>
                  <a:pt x="35052" y="10668"/>
                </a:lnTo>
                <a:lnTo>
                  <a:pt x="33528" y="9144"/>
                </a:lnTo>
                <a:lnTo>
                  <a:pt x="48768" y="9144"/>
                </a:lnTo>
                <a:lnTo>
                  <a:pt x="50292" y="10668"/>
                </a:lnTo>
                <a:lnTo>
                  <a:pt x="51816" y="15240"/>
                </a:lnTo>
                <a:lnTo>
                  <a:pt x="53340" y="18288"/>
                </a:lnTo>
                <a:lnTo>
                  <a:pt x="53340" y="27527"/>
                </a:lnTo>
                <a:lnTo>
                  <a:pt x="51816" y="30575"/>
                </a:lnTo>
                <a:lnTo>
                  <a:pt x="48768" y="33623"/>
                </a:lnTo>
                <a:lnTo>
                  <a:pt x="47244" y="36671"/>
                </a:lnTo>
                <a:lnTo>
                  <a:pt x="42672" y="39719"/>
                </a:lnTo>
                <a:lnTo>
                  <a:pt x="39624" y="41243"/>
                </a:lnTo>
                <a:lnTo>
                  <a:pt x="42672" y="41243"/>
                </a:lnTo>
                <a:lnTo>
                  <a:pt x="45720" y="42767"/>
                </a:lnTo>
                <a:lnTo>
                  <a:pt x="47244" y="44291"/>
                </a:lnTo>
                <a:lnTo>
                  <a:pt x="50292" y="45815"/>
                </a:lnTo>
                <a:lnTo>
                  <a:pt x="53340" y="51911"/>
                </a:lnTo>
                <a:lnTo>
                  <a:pt x="54864" y="53435"/>
                </a:lnTo>
                <a:lnTo>
                  <a:pt x="54864" y="68675"/>
                </a:lnTo>
                <a:lnTo>
                  <a:pt x="51816" y="71723"/>
                </a:lnTo>
                <a:lnTo>
                  <a:pt x="50800" y="74771"/>
                </a:lnTo>
                <a:close/>
              </a:path>
              <a:path w="55245" h="84454">
                <a:moveTo>
                  <a:pt x="33528" y="83915"/>
                </a:moveTo>
                <a:lnTo>
                  <a:pt x="22860" y="83915"/>
                </a:lnTo>
                <a:lnTo>
                  <a:pt x="9144" y="79343"/>
                </a:lnTo>
                <a:lnTo>
                  <a:pt x="6096" y="76295"/>
                </a:lnTo>
                <a:lnTo>
                  <a:pt x="4572" y="73247"/>
                </a:lnTo>
                <a:lnTo>
                  <a:pt x="1524" y="70199"/>
                </a:lnTo>
                <a:lnTo>
                  <a:pt x="0" y="67151"/>
                </a:lnTo>
                <a:lnTo>
                  <a:pt x="0" y="62579"/>
                </a:lnTo>
                <a:lnTo>
                  <a:pt x="10668" y="62579"/>
                </a:lnTo>
                <a:lnTo>
                  <a:pt x="10668" y="64103"/>
                </a:lnTo>
                <a:lnTo>
                  <a:pt x="12192" y="67151"/>
                </a:lnTo>
                <a:lnTo>
                  <a:pt x="16764" y="71723"/>
                </a:lnTo>
                <a:lnTo>
                  <a:pt x="19812" y="73247"/>
                </a:lnTo>
                <a:lnTo>
                  <a:pt x="21336" y="74771"/>
                </a:lnTo>
                <a:lnTo>
                  <a:pt x="50800" y="74771"/>
                </a:lnTo>
                <a:lnTo>
                  <a:pt x="50292" y="76295"/>
                </a:lnTo>
                <a:lnTo>
                  <a:pt x="45720" y="79343"/>
                </a:lnTo>
                <a:lnTo>
                  <a:pt x="42672" y="80867"/>
                </a:lnTo>
                <a:lnTo>
                  <a:pt x="33528" y="83915"/>
                </a:lnTo>
                <a:close/>
              </a:path>
            </a:pathLst>
          </a:custGeom>
          <a:solidFill>
            <a:srgbClr val="465469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85667" y="745712"/>
            <a:ext cx="424180" cy="116205"/>
            <a:chOff x="385667" y="745712"/>
            <a:chExt cx="424180" cy="11620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5667" y="745712"/>
              <a:ext cx="371760" cy="11591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788288" y="779240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90" h="69215">
                  <a:moveTo>
                    <a:pt x="16764" y="19907"/>
                  </a:moveTo>
                  <a:lnTo>
                    <a:pt x="6096" y="19907"/>
                  </a:lnTo>
                  <a:lnTo>
                    <a:pt x="0" y="13811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3048" y="3048"/>
                  </a:lnTo>
                  <a:lnTo>
                    <a:pt x="6096" y="1524"/>
                  </a:lnTo>
                  <a:lnTo>
                    <a:pt x="7620" y="0"/>
                  </a:lnTo>
                  <a:lnTo>
                    <a:pt x="13716" y="0"/>
                  </a:lnTo>
                  <a:lnTo>
                    <a:pt x="16764" y="1524"/>
                  </a:lnTo>
                  <a:lnTo>
                    <a:pt x="18288" y="3048"/>
                  </a:lnTo>
                  <a:lnTo>
                    <a:pt x="21336" y="4572"/>
                  </a:lnTo>
                  <a:lnTo>
                    <a:pt x="21336" y="15335"/>
                  </a:lnTo>
                  <a:lnTo>
                    <a:pt x="18288" y="16859"/>
                  </a:lnTo>
                  <a:lnTo>
                    <a:pt x="16764" y="19907"/>
                  </a:lnTo>
                  <a:close/>
                </a:path>
                <a:path w="21590" h="69215">
                  <a:moveTo>
                    <a:pt x="13716" y="68675"/>
                  </a:moveTo>
                  <a:lnTo>
                    <a:pt x="7620" y="68675"/>
                  </a:lnTo>
                  <a:lnTo>
                    <a:pt x="6096" y="67151"/>
                  </a:lnTo>
                  <a:lnTo>
                    <a:pt x="3048" y="65627"/>
                  </a:lnTo>
                  <a:lnTo>
                    <a:pt x="1524" y="62579"/>
                  </a:lnTo>
                  <a:lnTo>
                    <a:pt x="0" y="61055"/>
                  </a:lnTo>
                  <a:lnTo>
                    <a:pt x="0" y="54959"/>
                  </a:lnTo>
                  <a:lnTo>
                    <a:pt x="6096" y="48863"/>
                  </a:lnTo>
                  <a:lnTo>
                    <a:pt x="16764" y="48863"/>
                  </a:lnTo>
                  <a:lnTo>
                    <a:pt x="18288" y="51911"/>
                  </a:lnTo>
                  <a:lnTo>
                    <a:pt x="21336" y="53435"/>
                  </a:lnTo>
                  <a:lnTo>
                    <a:pt x="21336" y="62579"/>
                  </a:lnTo>
                  <a:lnTo>
                    <a:pt x="16764" y="67151"/>
                  </a:lnTo>
                  <a:lnTo>
                    <a:pt x="13716" y="68675"/>
                  </a:lnTo>
                  <a:close/>
                </a:path>
              </a:pathLst>
            </a:custGeom>
            <a:solidFill>
              <a:srgbClr val="05956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4208" y="756380"/>
            <a:ext cx="167735" cy="9610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5283" y="745712"/>
            <a:ext cx="1226153" cy="115919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541197" y="988313"/>
            <a:ext cx="1726564" cy="285750"/>
          </a:xfrm>
          <a:custGeom>
            <a:avLst/>
            <a:gdLst/>
            <a:ahLst/>
            <a:cxnLst/>
            <a:rect l="l" t="t" r="r" b="b"/>
            <a:pathLst>
              <a:path w="1726564" h="285750">
                <a:moveTo>
                  <a:pt x="97637" y="120497"/>
                </a:moveTo>
                <a:lnTo>
                  <a:pt x="70116" y="126593"/>
                </a:lnTo>
                <a:lnTo>
                  <a:pt x="70116" y="82397"/>
                </a:lnTo>
                <a:lnTo>
                  <a:pt x="96113" y="82397"/>
                </a:lnTo>
                <a:lnTo>
                  <a:pt x="96113" y="47244"/>
                </a:lnTo>
                <a:lnTo>
                  <a:pt x="70116" y="47244"/>
                </a:lnTo>
                <a:lnTo>
                  <a:pt x="70116" y="1524"/>
                </a:lnTo>
                <a:lnTo>
                  <a:pt x="33540" y="1524"/>
                </a:lnTo>
                <a:lnTo>
                  <a:pt x="33540" y="47244"/>
                </a:lnTo>
                <a:lnTo>
                  <a:pt x="1536" y="47244"/>
                </a:lnTo>
                <a:lnTo>
                  <a:pt x="1536" y="82397"/>
                </a:lnTo>
                <a:lnTo>
                  <a:pt x="33540" y="82397"/>
                </a:lnTo>
                <a:lnTo>
                  <a:pt x="33540" y="135737"/>
                </a:lnTo>
                <a:lnTo>
                  <a:pt x="16205" y="140119"/>
                </a:lnTo>
                <a:lnTo>
                  <a:pt x="8026" y="141947"/>
                </a:lnTo>
                <a:lnTo>
                  <a:pt x="0" y="143357"/>
                </a:lnTo>
                <a:lnTo>
                  <a:pt x="4584" y="186118"/>
                </a:lnTo>
                <a:lnTo>
                  <a:pt x="33540" y="176974"/>
                </a:lnTo>
                <a:lnTo>
                  <a:pt x="33540" y="239458"/>
                </a:lnTo>
                <a:lnTo>
                  <a:pt x="30492" y="242506"/>
                </a:lnTo>
                <a:lnTo>
                  <a:pt x="27444" y="242506"/>
                </a:lnTo>
                <a:lnTo>
                  <a:pt x="22872" y="244030"/>
                </a:lnTo>
                <a:lnTo>
                  <a:pt x="4584" y="244030"/>
                </a:lnTo>
                <a:lnTo>
                  <a:pt x="5956" y="253199"/>
                </a:lnTo>
                <a:lnTo>
                  <a:pt x="9296" y="271551"/>
                </a:lnTo>
                <a:lnTo>
                  <a:pt x="10680" y="280708"/>
                </a:lnTo>
                <a:lnTo>
                  <a:pt x="21513" y="280466"/>
                </a:lnTo>
                <a:lnTo>
                  <a:pt x="39179" y="279425"/>
                </a:lnTo>
                <a:lnTo>
                  <a:pt x="45732" y="279184"/>
                </a:lnTo>
                <a:lnTo>
                  <a:pt x="53352" y="277660"/>
                </a:lnTo>
                <a:lnTo>
                  <a:pt x="59448" y="274612"/>
                </a:lnTo>
                <a:lnTo>
                  <a:pt x="62496" y="268516"/>
                </a:lnTo>
                <a:lnTo>
                  <a:pt x="67068" y="263842"/>
                </a:lnTo>
                <a:lnTo>
                  <a:pt x="70116" y="254698"/>
                </a:lnTo>
                <a:lnTo>
                  <a:pt x="70116" y="176974"/>
                </a:lnTo>
                <a:lnTo>
                  <a:pt x="70116" y="166217"/>
                </a:lnTo>
                <a:lnTo>
                  <a:pt x="88480" y="160693"/>
                </a:lnTo>
                <a:lnTo>
                  <a:pt x="94208" y="159143"/>
                </a:lnTo>
                <a:lnTo>
                  <a:pt x="97637" y="158597"/>
                </a:lnTo>
                <a:lnTo>
                  <a:pt x="97637" y="126593"/>
                </a:lnTo>
                <a:lnTo>
                  <a:pt x="97637" y="120497"/>
                </a:lnTo>
                <a:close/>
              </a:path>
              <a:path w="1726564" h="285750">
                <a:moveTo>
                  <a:pt x="271475" y="132689"/>
                </a:moveTo>
                <a:lnTo>
                  <a:pt x="233375" y="132689"/>
                </a:lnTo>
                <a:lnTo>
                  <a:pt x="233375" y="164693"/>
                </a:lnTo>
                <a:lnTo>
                  <a:pt x="233375" y="184594"/>
                </a:lnTo>
                <a:lnTo>
                  <a:pt x="233375" y="215074"/>
                </a:lnTo>
                <a:lnTo>
                  <a:pt x="233375" y="234886"/>
                </a:lnTo>
                <a:lnTo>
                  <a:pt x="146405" y="234886"/>
                </a:lnTo>
                <a:lnTo>
                  <a:pt x="146405" y="215074"/>
                </a:lnTo>
                <a:lnTo>
                  <a:pt x="233375" y="215074"/>
                </a:lnTo>
                <a:lnTo>
                  <a:pt x="233375" y="184594"/>
                </a:lnTo>
                <a:lnTo>
                  <a:pt x="146405" y="184594"/>
                </a:lnTo>
                <a:lnTo>
                  <a:pt x="146405" y="164693"/>
                </a:lnTo>
                <a:lnTo>
                  <a:pt x="233375" y="164693"/>
                </a:lnTo>
                <a:lnTo>
                  <a:pt x="233375" y="132689"/>
                </a:lnTo>
                <a:lnTo>
                  <a:pt x="108305" y="132689"/>
                </a:lnTo>
                <a:lnTo>
                  <a:pt x="108305" y="282232"/>
                </a:lnTo>
                <a:lnTo>
                  <a:pt x="146405" y="282232"/>
                </a:lnTo>
                <a:lnTo>
                  <a:pt x="146405" y="266890"/>
                </a:lnTo>
                <a:lnTo>
                  <a:pt x="233375" y="266890"/>
                </a:lnTo>
                <a:lnTo>
                  <a:pt x="233375" y="280708"/>
                </a:lnTo>
                <a:lnTo>
                  <a:pt x="271475" y="280708"/>
                </a:lnTo>
                <a:lnTo>
                  <a:pt x="271475" y="266890"/>
                </a:lnTo>
                <a:lnTo>
                  <a:pt x="271475" y="234886"/>
                </a:lnTo>
                <a:lnTo>
                  <a:pt x="271475" y="215074"/>
                </a:lnTo>
                <a:lnTo>
                  <a:pt x="271475" y="184594"/>
                </a:lnTo>
                <a:lnTo>
                  <a:pt x="271475" y="164693"/>
                </a:lnTo>
                <a:lnTo>
                  <a:pt x="271475" y="132689"/>
                </a:lnTo>
                <a:close/>
              </a:path>
              <a:path w="1726564" h="285750">
                <a:moveTo>
                  <a:pt x="283667" y="62484"/>
                </a:moveTo>
                <a:lnTo>
                  <a:pt x="274523" y="59918"/>
                </a:lnTo>
                <a:lnTo>
                  <a:pt x="265379" y="56769"/>
                </a:lnTo>
                <a:lnTo>
                  <a:pt x="256235" y="53060"/>
                </a:lnTo>
                <a:lnTo>
                  <a:pt x="247091" y="48768"/>
                </a:lnTo>
                <a:lnTo>
                  <a:pt x="246799" y="56464"/>
                </a:lnTo>
                <a:lnTo>
                  <a:pt x="246761" y="56769"/>
                </a:lnTo>
                <a:lnTo>
                  <a:pt x="245948" y="63436"/>
                </a:lnTo>
                <a:lnTo>
                  <a:pt x="244513" y="69557"/>
                </a:lnTo>
                <a:lnTo>
                  <a:pt x="242506" y="74676"/>
                </a:lnTo>
                <a:lnTo>
                  <a:pt x="240982" y="79248"/>
                </a:lnTo>
                <a:lnTo>
                  <a:pt x="234899" y="82397"/>
                </a:lnTo>
                <a:lnTo>
                  <a:pt x="149453" y="82397"/>
                </a:lnTo>
                <a:lnTo>
                  <a:pt x="143357" y="77724"/>
                </a:lnTo>
                <a:lnTo>
                  <a:pt x="143357" y="64008"/>
                </a:lnTo>
                <a:lnTo>
                  <a:pt x="180213" y="59156"/>
                </a:lnTo>
                <a:lnTo>
                  <a:pt x="215226" y="53721"/>
                </a:lnTo>
                <a:lnTo>
                  <a:pt x="248234" y="47726"/>
                </a:lnTo>
                <a:lnTo>
                  <a:pt x="279082" y="41148"/>
                </a:lnTo>
                <a:lnTo>
                  <a:pt x="275767" y="32004"/>
                </a:lnTo>
                <a:lnTo>
                  <a:pt x="266903" y="7620"/>
                </a:lnTo>
                <a:lnTo>
                  <a:pt x="236016" y="15290"/>
                </a:lnTo>
                <a:lnTo>
                  <a:pt x="205130" y="22098"/>
                </a:lnTo>
                <a:lnTo>
                  <a:pt x="174231" y="27774"/>
                </a:lnTo>
                <a:lnTo>
                  <a:pt x="143357" y="32004"/>
                </a:lnTo>
                <a:lnTo>
                  <a:pt x="143357" y="3048"/>
                </a:lnTo>
                <a:lnTo>
                  <a:pt x="105257" y="3048"/>
                </a:lnTo>
                <a:lnTo>
                  <a:pt x="105257" y="73152"/>
                </a:lnTo>
                <a:lnTo>
                  <a:pt x="108064" y="92100"/>
                </a:lnTo>
                <a:lnTo>
                  <a:pt x="116306" y="105435"/>
                </a:lnTo>
                <a:lnTo>
                  <a:pt x="129692" y="113334"/>
                </a:lnTo>
                <a:lnTo>
                  <a:pt x="147929" y="115925"/>
                </a:lnTo>
                <a:lnTo>
                  <a:pt x="234899" y="115925"/>
                </a:lnTo>
                <a:lnTo>
                  <a:pt x="274904" y="93433"/>
                </a:lnTo>
                <a:lnTo>
                  <a:pt x="279704" y="79971"/>
                </a:lnTo>
                <a:lnTo>
                  <a:pt x="283667" y="62484"/>
                </a:lnTo>
                <a:close/>
              </a:path>
              <a:path w="1726564" h="285750">
                <a:moveTo>
                  <a:pt x="465112" y="115925"/>
                </a:moveTo>
                <a:lnTo>
                  <a:pt x="456831" y="105613"/>
                </a:lnTo>
                <a:lnTo>
                  <a:pt x="447967" y="95148"/>
                </a:lnTo>
                <a:lnTo>
                  <a:pt x="438543" y="84378"/>
                </a:lnTo>
                <a:lnTo>
                  <a:pt x="428536" y="73152"/>
                </a:lnTo>
                <a:lnTo>
                  <a:pt x="398056" y="94589"/>
                </a:lnTo>
                <a:lnTo>
                  <a:pt x="407797" y="105968"/>
                </a:lnTo>
                <a:lnTo>
                  <a:pt x="416534" y="117068"/>
                </a:lnTo>
                <a:lnTo>
                  <a:pt x="424421" y="127596"/>
                </a:lnTo>
                <a:lnTo>
                  <a:pt x="431584" y="137261"/>
                </a:lnTo>
                <a:lnTo>
                  <a:pt x="465112" y="115925"/>
                </a:lnTo>
                <a:close/>
              </a:path>
              <a:path w="1726564" h="285750">
                <a:moveTo>
                  <a:pt x="553605" y="138785"/>
                </a:moveTo>
                <a:lnTo>
                  <a:pt x="317195" y="138785"/>
                </a:lnTo>
                <a:lnTo>
                  <a:pt x="317195" y="175450"/>
                </a:lnTo>
                <a:lnTo>
                  <a:pt x="494169" y="175450"/>
                </a:lnTo>
                <a:lnTo>
                  <a:pt x="481799" y="185153"/>
                </a:lnTo>
                <a:lnTo>
                  <a:pt x="467601" y="195834"/>
                </a:lnTo>
                <a:lnTo>
                  <a:pt x="451421" y="207391"/>
                </a:lnTo>
                <a:lnTo>
                  <a:pt x="433108" y="219646"/>
                </a:lnTo>
                <a:lnTo>
                  <a:pt x="411988" y="210553"/>
                </a:lnTo>
                <a:lnTo>
                  <a:pt x="356908" y="186118"/>
                </a:lnTo>
                <a:lnTo>
                  <a:pt x="337007" y="215074"/>
                </a:lnTo>
                <a:lnTo>
                  <a:pt x="363016" y="227317"/>
                </a:lnTo>
                <a:lnTo>
                  <a:pt x="394995" y="243281"/>
                </a:lnTo>
                <a:lnTo>
                  <a:pt x="475780" y="285280"/>
                </a:lnTo>
                <a:lnTo>
                  <a:pt x="501789" y="250126"/>
                </a:lnTo>
                <a:lnTo>
                  <a:pt x="494919" y="247827"/>
                </a:lnTo>
                <a:lnTo>
                  <a:pt x="488061" y="245364"/>
                </a:lnTo>
                <a:lnTo>
                  <a:pt x="481164" y="242633"/>
                </a:lnTo>
                <a:lnTo>
                  <a:pt x="474256" y="239458"/>
                </a:lnTo>
                <a:lnTo>
                  <a:pt x="493128" y="225171"/>
                </a:lnTo>
                <a:lnTo>
                  <a:pt x="500176" y="219646"/>
                </a:lnTo>
                <a:lnTo>
                  <a:pt x="512826" y="209740"/>
                </a:lnTo>
                <a:lnTo>
                  <a:pt x="533069" y="193167"/>
                </a:lnTo>
                <a:lnTo>
                  <a:pt x="553605" y="175450"/>
                </a:lnTo>
                <a:lnTo>
                  <a:pt x="553605" y="138785"/>
                </a:lnTo>
                <a:close/>
              </a:path>
              <a:path w="1726564" h="285750">
                <a:moveTo>
                  <a:pt x="576465" y="93065"/>
                </a:moveTo>
                <a:lnTo>
                  <a:pt x="541616" y="77584"/>
                </a:lnTo>
                <a:lnTo>
                  <a:pt x="510349" y="58686"/>
                </a:lnTo>
                <a:lnTo>
                  <a:pt x="486765" y="39624"/>
                </a:lnTo>
                <a:lnTo>
                  <a:pt x="482765" y="36398"/>
                </a:lnTo>
                <a:lnTo>
                  <a:pt x="459016" y="10668"/>
                </a:lnTo>
                <a:lnTo>
                  <a:pt x="466636" y="1524"/>
                </a:lnTo>
                <a:lnTo>
                  <a:pt x="416344" y="1524"/>
                </a:lnTo>
                <a:lnTo>
                  <a:pt x="391464" y="31292"/>
                </a:lnTo>
                <a:lnTo>
                  <a:pt x="362572" y="56781"/>
                </a:lnTo>
                <a:lnTo>
                  <a:pt x="329679" y="78295"/>
                </a:lnTo>
                <a:lnTo>
                  <a:pt x="292811" y="96113"/>
                </a:lnTo>
                <a:lnTo>
                  <a:pt x="298754" y="103517"/>
                </a:lnTo>
                <a:lnTo>
                  <a:pt x="305003" y="111925"/>
                </a:lnTo>
                <a:lnTo>
                  <a:pt x="311238" y="121183"/>
                </a:lnTo>
                <a:lnTo>
                  <a:pt x="317195" y="131165"/>
                </a:lnTo>
                <a:lnTo>
                  <a:pt x="352933" y="110858"/>
                </a:lnTo>
                <a:lnTo>
                  <a:pt x="384517" y="88823"/>
                </a:lnTo>
                <a:lnTo>
                  <a:pt x="411797" y="65074"/>
                </a:lnTo>
                <a:lnTo>
                  <a:pt x="434632" y="39624"/>
                </a:lnTo>
                <a:lnTo>
                  <a:pt x="458965" y="66535"/>
                </a:lnTo>
                <a:lnTo>
                  <a:pt x="486308" y="90157"/>
                </a:lnTo>
                <a:lnTo>
                  <a:pt x="516788" y="110642"/>
                </a:lnTo>
                <a:lnTo>
                  <a:pt x="550557" y="128117"/>
                </a:lnTo>
                <a:lnTo>
                  <a:pt x="558025" y="118135"/>
                </a:lnTo>
                <a:lnTo>
                  <a:pt x="570699" y="100469"/>
                </a:lnTo>
                <a:lnTo>
                  <a:pt x="576465" y="93065"/>
                </a:lnTo>
                <a:close/>
              </a:path>
              <a:path w="1726564" h="285750">
                <a:moveTo>
                  <a:pt x="651230" y="150977"/>
                </a:moveTo>
                <a:lnTo>
                  <a:pt x="605421" y="117449"/>
                </a:lnTo>
                <a:lnTo>
                  <a:pt x="584085" y="144881"/>
                </a:lnTo>
                <a:lnTo>
                  <a:pt x="604088" y="162039"/>
                </a:lnTo>
                <a:lnTo>
                  <a:pt x="614768" y="171500"/>
                </a:lnTo>
                <a:lnTo>
                  <a:pt x="625322" y="181546"/>
                </a:lnTo>
                <a:lnTo>
                  <a:pt x="651230" y="150977"/>
                </a:lnTo>
                <a:close/>
              </a:path>
              <a:path w="1726564" h="285750">
                <a:moveTo>
                  <a:pt x="667994" y="192214"/>
                </a:moveTo>
                <a:lnTo>
                  <a:pt x="632942" y="176974"/>
                </a:lnTo>
                <a:lnTo>
                  <a:pt x="632828" y="177317"/>
                </a:lnTo>
                <a:lnTo>
                  <a:pt x="625995" y="198107"/>
                </a:lnTo>
                <a:lnTo>
                  <a:pt x="618604" y="220218"/>
                </a:lnTo>
                <a:lnTo>
                  <a:pt x="610362" y="243205"/>
                </a:lnTo>
                <a:lnTo>
                  <a:pt x="600849" y="266890"/>
                </a:lnTo>
                <a:lnTo>
                  <a:pt x="610908" y="270637"/>
                </a:lnTo>
                <a:lnTo>
                  <a:pt x="620699" y="274789"/>
                </a:lnTo>
                <a:lnTo>
                  <a:pt x="640562" y="283756"/>
                </a:lnTo>
                <a:lnTo>
                  <a:pt x="649135" y="253123"/>
                </a:lnTo>
                <a:lnTo>
                  <a:pt x="656564" y="227660"/>
                </a:lnTo>
                <a:lnTo>
                  <a:pt x="662851" y="207365"/>
                </a:lnTo>
                <a:lnTo>
                  <a:pt x="667994" y="192214"/>
                </a:lnTo>
                <a:close/>
              </a:path>
              <a:path w="1726564" h="285750">
                <a:moveTo>
                  <a:pt x="675614" y="102209"/>
                </a:moveTo>
                <a:lnTo>
                  <a:pt x="667613" y="95897"/>
                </a:lnTo>
                <a:lnTo>
                  <a:pt x="657326" y="88290"/>
                </a:lnTo>
                <a:lnTo>
                  <a:pt x="629894" y="68580"/>
                </a:lnTo>
                <a:lnTo>
                  <a:pt x="606945" y="96113"/>
                </a:lnTo>
                <a:lnTo>
                  <a:pt x="619899" y="105232"/>
                </a:lnTo>
                <a:lnTo>
                  <a:pt x="631405" y="114211"/>
                </a:lnTo>
                <a:lnTo>
                  <a:pt x="641756" y="122897"/>
                </a:lnTo>
                <a:lnTo>
                  <a:pt x="651230" y="131165"/>
                </a:lnTo>
                <a:lnTo>
                  <a:pt x="675614" y="102209"/>
                </a:lnTo>
                <a:close/>
              </a:path>
              <a:path w="1726564" h="285750">
                <a:moveTo>
                  <a:pt x="867740" y="22860"/>
                </a:moveTo>
                <a:lnTo>
                  <a:pt x="797636" y="22860"/>
                </a:lnTo>
                <a:lnTo>
                  <a:pt x="797636" y="1524"/>
                </a:lnTo>
                <a:lnTo>
                  <a:pt x="758012" y="1524"/>
                </a:lnTo>
                <a:lnTo>
                  <a:pt x="758012" y="22860"/>
                </a:lnTo>
                <a:lnTo>
                  <a:pt x="695426" y="22860"/>
                </a:lnTo>
                <a:lnTo>
                  <a:pt x="695426" y="1524"/>
                </a:lnTo>
                <a:lnTo>
                  <a:pt x="655802" y="1524"/>
                </a:lnTo>
                <a:lnTo>
                  <a:pt x="655802" y="22860"/>
                </a:lnTo>
                <a:lnTo>
                  <a:pt x="585609" y="22860"/>
                </a:lnTo>
                <a:lnTo>
                  <a:pt x="585609" y="57912"/>
                </a:lnTo>
                <a:lnTo>
                  <a:pt x="655802" y="57912"/>
                </a:lnTo>
                <a:lnTo>
                  <a:pt x="655802" y="76200"/>
                </a:lnTo>
                <a:lnTo>
                  <a:pt x="695426" y="76200"/>
                </a:lnTo>
                <a:lnTo>
                  <a:pt x="695426" y="57912"/>
                </a:lnTo>
                <a:lnTo>
                  <a:pt x="758012" y="57912"/>
                </a:lnTo>
                <a:lnTo>
                  <a:pt x="758012" y="76200"/>
                </a:lnTo>
                <a:lnTo>
                  <a:pt x="797636" y="76200"/>
                </a:lnTo>
                <a:lnTo>
                  <a:pt x="797636" y="57912"/>
                </a:lnTo>
                <a:lnTo>
                  <a:pt x="867740" y="57912"/>
                </a:lnTo>
                <a:lnTo>
                  <a:pt x="867740" y="22860"/>
                </a:lnTo>
                <a:close/>
              </a:path>
              <a:path w="1726564" h="285750">
                <a:moveTo>
                  <a:pt x="867752" y="207365"/>
                </a:moveTo>
                <a:lnTo>
                  <a:pt x="867460" y="207365"/>
                </a:lnTo>
                <a:lnTo>
                  <a:pt x="860044" y="204863"/>
                </a:lnTo>
                <a:lnTo>
                  <a:pt x="850785" y="201549"/>
                </a:lnTo>
                <a:lnTo>
                  <a:pt x="840092" y="197383"/>
                </a:lnTo>
                <a:lnTo>
                  <a:pt x="828116" y="192214"/>
                </a:lnTo>
                <a:lnTo>
                  <a:pt x="826922" y="204025"/>
                </a:lnTo>
                <a:lnTo>
                  <a:pt x="806780" y="237934"/>
                </a:lnTo>
                <a:lnTo>
                  <a:pt x="744194" y="237934"/>
                </a:lnTo>
                <a:lnTo>
                  <a:pt x="722858" y="125069"/>
                </a:lnTo>
                <a:lnTo>
                  <a:pt x="796112" y="125069"/>
                </a:lnTo>
                <a:lnTo>
                  <a:pt x="795997" y="131165"/>
                </a:lnTo>
                <a:lnTo>
                  <a:pt x="795820" y="141592"/>
                </a:lnTo>
                <a:lnTo>
                  <a:pt x="783920" y="172313"/>
                </a:lnTo>
                <a:lnTo>
                  <a:pt x="774776" y="172313"/>
                </a:lnTo>
                <a:lnTo>
                  <a:pt x="768464" y="172072"/>
                </a:lnTo>
                <a:lnTo>
                  <a:pt x="759904" y="171500"/>
                </a:lnTo>
                <a:lnTo>
                  <a:pt x="751801" y="171030"/>
                </a:lnTo>
                <a:lnTo>
                  <a:pt x="741146" y="170789"/>
                </a:lnTo>
                <a:lnTo>
                  <a:pt x="741210" y="171030"/>
                </a:lnTo>
                <a:lnTo>
                  <a:pt x="741337" y="171500"/>
                </a:lnTo>
                <a:lnTo>
                  <a:pt x="743432" y="179374"/>
                </a:lnTo>
                <a:lnTo>
                  <a:pt x="745718" y="188785"/>
                </a:lnTo>
                <a:lnTo>
                  <a:pt x="748004" y="198742"/>
                </a:lnTo>
                <a:lnTo>
                  <a:pt x="750290" y="208978"/>
                </a:lnTo>
                <a:lnTo>
                  <a:pt x="795693" y="207365"/>
                </a:lnTo>
                <a:lnTo>
                  <a:pt x="794092" y="207365"/>
                </a:lnTo>
                <a:lnTo>
                  <a:pt x="802538" y="206603"/>
                </a:lnTo>
                <a:lnTo>
                  <a:pt x="810590" y="204025"/>
                </a:lnTo>
                <a:lnTo>
                  <a:pt x="830656" y="176974"/>
                </a:lnTo>
                <a:lnTo>
                  <a:pt x="831608" y="172313"/>
                </a:lnTo>
                <a:lnTo>
                  <a:pt x="831646" y="172072"/>
                </a:lnTo>
                <a:lnTo>
                  <a:pt x="831773" y="171500"/>
                </a:lnTo>
                <a:lnTo>
                  <a:pt x="831862" y="171030"/>
                </a:lnTo>
                <a:lnTo>
                  <a:pt x="834898" y="125069"/>
                </a:lnTo>
                <a:lnTo>
                  <a:pt x="834948" y="122897"/>
                </a:lnTo>
                <a:lnTo>
                  <a:pt x="835736" y="90017"/>
                </a:lnTo>
                <a:lnTo>
                  <a:pt x="681710" y="90017"/>
                </a:lnTo>
                <a:lnTo>
                  <a:pt x="681710" y="224218"/>
                </a:lnTo>
                <a:lnTo>
                  <a:pt x="684872" y="246481"/>
                </a:lnTo>
                <a:lnTo>
                  <a:pt x="694474" y="262750"/>
                </a:lnTo>
                <a:lnTo>
                  <a:pt x="710641" y="272745"/>
                </a:lnTo>
                <a:lnTo>
                  <a:pt x="733526" y="276136"/>
                </a:lnTo>
                <a:lnTo>
                  <a:pt x="794588" y="276136"/>
                </a:lnTo>
                <a:lnTo>
                  <a:pt x="834212" y="270040"/>
                </a:lnTo>
                <a:lnTo>
                  <a:pt x="860374" y="237934"/>
                </a:lnTo>
                <a:lnTo>
                  <a:pt x="861644" y="233553"/>
                </a:lnTo>
                <a:lnTo>
                  <a:pt x="864603" y="221170"/>
                </a:lnTo>
                <a:lnTo>
                  <a:pt x="867752" y="207365"/>
                </a:lnTo>
                <a:close/>
              </a:path>
              <a:path w="1726564" h="285750">
                <a:moveTo>
                  <a:pt x="1030998" y="204406"/>
                </a:moveTo>
                <a:lnTo>
                  <a:pt x="974509" y="212026"/>
                </a:lnTo>
                <a:lnTo>
                  <a:pt x="974509" y="157073"/>
                </a:lnTo>
                <a:lnTo>
                  <a:pt x="1017181" y="157073"/>
                </a:lnTo>
                <a:lnTo>
                  <a:pt x="1017181" y="120497"/>
                </a:lnTo>
                <a:lnTo>
                  <a:pt x="889076" y="120497"/>
                </a:lnTo>
                <a:lnTo>
                  <a:pt x="889076" y="157073"/>
                </a:lnTo>
                <a:lnTo>
                  <a:pt x="934885" y="157073"/>
                </a:lnTo>
                <a:lnTo>
                  <a:pt x="934885" y="218122"/>
                </a:lnTo>
                <a:lnTo>
                  <a:pt x="876884" y="224218"/>
                </a:lnTo>
                <a:lnTo>
                  <a:pt x="881456" y="266890"/>
                </a:lnTo>
                <a:lnTo>
                  <a:pt x="1030998" y="245554"/>
                </a:lnTo>
                <a:lnTo>
                  <a:pt x="1030998" y="212026"/>
                </a:lnTo>
                <a:lnTo>
                  <a:pt x="1030998" y="204406"/>
                </a:lnTo>
                <a:close/>
              </a:path>
              <a:path w="1726564" h="285750">
                <a:moveTo>
                  <a:pt x="1159014" y="202882"/>
                </a:moveTo>
                <a:lnTo>
                  <a:pt x="1149870" y="198272"/>
                </a:lnTo>
                <a:lnTo>
                  <a:pt x="1140599" y="193294"/>
                </a:lnTo>
                <a:lnTo>
                  <a:pt x="1131582" y="187883"/>
                </a:lnTo>
                <a:lnTo>
                  <a:pt x="1122438" y="181546"/>
                </a:lnTo>
                <a:lnTo>
                  <a:pt x="1120406" y="193294"/>
                </a:lnTo>
                <a:lnTo>
                  <a:pt x="1118819" y="203454"/>
                </a:lnTo>
                <a:lnTo>
                  <a:pt x="1117498" y="212204"/>
                </a:lnTo>
                <a:lnTo>
                  <a:pt x="1116342" y="219646"/>
                </a:lnTo>
                <a:lnTo>
                  <a:pt x="1114818" y="228790"/>
                </a:lnTo>
                <a:lnTo>
                  <a:pt x="1113294" y="234886"/>
                </a:lnTo>
                <a:lnTo>
                  <a:pt x="1108722" y="239458"/>
                </a:lnTo>
                <a:lnTo>
                  <a:pt x="1107198" y="239458"/>
                </a:lnTo>
                <a:lnTo>
                  <a:pt x="1081303" y="191871"/>
                </a:lnTo>
                <a:lnTo>
                  <a:pt x="1072781" y="131127"/>
                </a:lnTo>
                <a:lnTo>
                  <a:pt x="1069098" y="88493"/>
                </a:lnTo>
                <a:lnTo>
                  <a:pt x="1152918" y="88493"/>
                </a:lnTo>
                <a:lnTo>
                  <a:pt x="1152918" y="50292"/>
                </a:lnTo>
                <a:lnTo>
                  <a:pt x="1123962" y="50292"/>
                </a:lnTo>
                <a:lnTo>
                  <a:pt x="1139202" y="39624"/>
                </a:lnTo>
                <a:lnTo>
                  <a:pt x="1107198" y="3048"/>
                </a:lnTo>
                <a:lnTo>
                  <a:pt x="1081290" y="22860"/>
                </a:lnTo>
                <a:lnTo>
                  <a:pt x="1087234" y="29083"/>
                </a:lnTo>
                <a:lnTo>
                  <a:pt x="1093482" y="36004"/>
                </a:lnTo>
                <a:lnTo>
                  <a:pt x="1099718" y="43230"/>
                </a:lnTo>
                <a:lnTo>
                  <a:pt x="1105674" y="50292"/>
                </a:lnTo>
                <a:lnTo>
                  <a:pt x="1066050" y="50292"/>
                </a:lnTo>
                <a:lnTo>
                  <a:pt x="1065809" y="38608"/>
                </a:lnTo>
                <a:lnTo>
                  <a:pt x="1065695" y="36004"/>
                </a:lnTo>
                <a:lnTo>
                  <a:pt x="1064755" y="14084"/>
                </a:lnTo>
                <a:lnTo>
                  <a:pt x="1064526" y="1524"/>
                </a:lnTo>
                <a:lnTo>
                  <a:pt x="1021753" y="1524"/>
                </a:lnTo>
                <a:lnTo>
                  <a:pt x="1021854" y="3048"/>
                </a:lnTo>
                <a:lnTo>
                  <a:pt x="1024801" y="50292"/>
                </a:lnTo>
                <a:lnTo>
                  <a:pt x="876884" y="50292"/>
                </a:lnTo>
                <a:lnTo>
                  <a:pt x="876884" y="88493"/>
                </a:lnTo>
                <a:lnTo>
                  <a:pt x="1027849" y="88493"/>
                </a:lnTo>
                <a:lnTo>
                  <a:pt x="1031900" y="137134"/>
                </a:lnTo>
                <a:lnTo>
                  <a:pt x="1037082" y="178079"/>
                </a:lnTo>
                <a:lnTo>
                  <a:pt x="1043368" y="211594"/>
                </a:lnTo>
                <a:lnTo>
                  <a:pt x="1043495" y="212026"/>
                </a:lnTo>
                <a:lnTo>
                  <a:pt x="1043546" y="212204"/>
                </a:lnTo>
                <a:lnTo>
                  <a:pt x="1060259" y="257759"/>
                </a:lnTo>
                <a:lnTo>
                  <a:pt x="1107198" y="282232"/>
                </a:lnTo>
                <a:lnTo>
                  <a:pt x="1117790" y="281368"/>
                </a:lnTo>
                <a:lnTo>
                  <a:pt x="1151013" y="245376"/>
                </a:lnTo>
                <a:lnTo>
                  <a:pt x="1152359" y="239458"/>
                </a:lnTo>
                <a:lnTo>
                  <a:pt x="1155293" y="226631"/>
                </a:lnTo>
                <a:lnTo>
                  <a:pt x="1159014" y="202882"/>
                </a:lnTo>
                <a:close/>
              </a:path>
              <a:path w="1726564" h="285750">
                <a:moveTo>
                  <a:pt x="1311592" y="205930"/>
                </a:moveTo>
                <a:lnTo>
                  <a:pt x="1300975" y="177330"/>
                </a:lnTo>
                <a:lnTo>
                  <a:pt x="1289799" y="148894"/>
                </a:lnTo>
                <a:lnTo>
                  <a:pt x="1278077" y="120764"/>
                </a:lnTo>
                <a:lnTo>
                  <a:pt x="1265783" y="93065"/>
                </a:lnTo>
                <a:lnTo>
                  <a:pt x="1230731" y="106781"/>
                </a:lnTo>
                <a:lnTo>
                  <a:pt x="1242758" y="136207"/>
                </a:lnTo>
                <a:lnTo>
                  <a:pt x="1253845" y="165112"/>
                </a:lnTo>
                <a:lnTo>
                  <a:pt x="1263954" y="192798"/>
                </a:lnTo>
                <a:lnTo>
                  <a:pt x="1273403" y="219646"/>
                </a:lnTo>
                <a:lnTo>
                  <a:pt x="1311592" y="205930"/>
                </a:lnTo>
                <a:close/>
              </a:path>
              <a:path w="1726564" h="285750">
                <a:moveTo>
                  <a:pt x="1369504" y="183070"/>
                </a:moveTo>
                <a:lnTo>
                  <a:pt x="1360652" y="153593"/>
                </a:lnTo>
                <a:lnTo>
                  <a:pt x="1352359" y="126987"/>
                </a:lnTo>
                <a:lnTo>
                  <a:pt x="1344650" y="103263"/>
                </a:lnTo>
                <a:lnTo>
                  <a:pt x="1337500" y="82397"/>
                </a:lnTo>
                <a:lnTo>
                  <a:pt x="1300835" y="93065"/>
                </a:lnTo>
                <a:lnTo>
                  <a:pt x="1307795" y="114782"/>
                </a:lnTo>
                <a:lnTo>
                  <a:pt x="1315021" y="138798"/>
                </a:lnTo>
                <a:lnTo>
                  <a:pt x="1322793" y="165112"/>
                </a:lnTo>
                <a:lnTo>
                  <a:pt x="1331404" y="193738"/>
                </a:lnTo>
                <a:lnTo>
                  <a:pt x="1369504" y="183070"/>
                </a:lnTo>
                <a:close/>
              </a:path>
              <a:path w="1726564" h="285750">
                <a:moveTo>
                  <a:pt x="1447330" y="35052"/>
                </a:moveTo>
                <a:lnTo>
                  <a:pt x="1351216" y="35052"/>
                </a:lnTo>
                <a:lnTo>
                  <a:pt x="1346911" y="25082"/>
                </a:lnTo>
                <a:lnTo>
                  <a:pt x="1343025" y="15811"/>
                </a:lnTo>
                <a:lnTo>
                  <a:pt x="1339430" y="7416"/>
                </a:lnTo>
                <a:lnTo>
                  <a:pt x="1335976" y="0"/>
                </a:lnTo>
                <a:lnTo>
                  <a:pt x="1290167" y="10668"/>
                </a:lnTo>
                <a:lnTo>
                  <a:pt x="1293329" y="16624"/>
                </a:lnTo>
                <a:lnTo>
                  <a:pt x="1296073" y="22860"/>
                </a:lnTo>
                <a:lnTo>
                  <a:pt x="1298524" y="29108"/>
                </a:lnTo>
                <a:lnTo>
                  <a:pt x="1300835" y="35052"/>
                </a:lnTo>
                <a:lnTo>
                  <a:pt x="1191107" y="35052"/>
                </a:lnTo>
                <a:lnTo>
                  <a:pt x="1191018" y="129641"/>
                </a:lnTo>
                <a:lnTo>
                  <a:pt x="1190891" y="136207"/>
                </a:lnTo>
                <a:lnTo>
                  <a:pt x="1190853" y="138798"/>
                </a:lnTo>
                <a:lnTo>
                  <a:pt x="1190320" y="166814"/>
                </a:lnTo>
                <a:lnTo>
                  <a:pt x="1185964" y="202692"/>
                </a:lnTo>
                <a:lnTo>
                  <a:pt x="1178458" y="232537"/>
                </a:lnTo>
                <a:lnTo>
                  <a:pt x="1168247" y="256222"/>
                </a:lnTo>
                <a:lnTo>
                  <a:pt x="1177099" y="263105"/>
                </a:lnTo>
                <a:lnTo>
                  <a:pt x="1185392" y="269989"/>
                </a:lnTo>
                <a:lnTo>
                  <a:pt x="1193101" y="276885"/>
                </a:lnTo>
                <a:lnTo>
                  <a:pt x="1200251" y="283756"/>
                </a:lnTo>
                <a:lnTo>
                  <a:pt x="1213129" y="257073"/>
                </a:lnTo>
                <a:lnTo>
                  <a:pt x="1222159" y="222694"/>
                </a:lnTo>
                <a:lnTo>
                  <a:pt x="1227467" y="180327"/>
                </a:lnTo>
                <a:lnTo>
                  <a:pt x="1227569" y="177330"/>
                </a:lnTo>
                <a:lnTo>
                  <a:pt x="1229207" y="129641"/>
                </a:lnTo>
                <a:lnTo>
                  <a:pt x="1229207" y="70104"/>
                </a:lnTo>
                <a:lnTo>
                  <a:pt x="1447330" y="70104"/>
                </a:lnTo>
                <a:lnTo>
                  <a:pt x="1447330" y="35052"/>
                </a:lnTo>
                <a:close/>
              </a:path>
              <a:path w="1726564" h="285750">
                <a:moveTo>
                  <a:pt x="1448854" y="228790"/>
                </a:moveTo>
                <a:lnTo>
                  <a:pt x="1399984" y="228790"/>
                </a:lnTo>
                <a:lnTo>
                  <a:pt x="1411998" y="192201"/>
                </a:lnTo>
                <a:lnTo>
                  <a:pt x="1422857" y="157886"/>
                </a:lnTo>
                <a:lnTo>
                  <a:pt x="1432610" y="125844"/>
                </a:lnTo>
                <a:lnTo>
                  <a:pt x="1441234" y="96113"/>
                </a:lnTo>
                <a:lnTo>
                  <a:pt x="1401508" y="85445"/>
                </a:lnTo>
                <a:lnTo>
                  <a:pt x="1389507" y="127774"/>
                </a:lnTo>
                <a:lnTo>
                  <a:pt x="1378826" y="165112"/>
                </a:lnTo>
                <a:lnTo>
                  <a:pt x="1368933" y="199326"/>
                </a:lnTo>
                <a:lnTo>
                  <a:pt x="1360360" y="228790"/>
                </a:lnTo>
                <a:lnTo>
                  <a:pt x="1224635" y="228790"/>
                </a:lnTo>
                <a:lnTo>
                  <a:pt x="1224635" y="268516"/>
                </a:lnTo>
                <a:lnTo>
                  <a:pt x="1448854" y="268516"/>
                </a:lnTo>
                <a:lnTo>
                  <a:pt x="1448854" y="228790"/>
                </a:lnTo>
                <a:close/>
              </a:path>
              <a:path w="1726564" h="285750">
                <a:moveTo>
                  <a:pt x="1726412" y="13716"/>
                </a:moveTo>
                <a:lnTo>
                  <a:pt x="1685175" y="13716"/>
                </a:lnTo>
                <a:lnTo>
                  <a:pt x="1685175" y="51816"/>
                </a:lnTo>
                <a:lnTo>
                  <a:pt x="1685175" y="86969"/>
                </a:lnTo>
                <a:lnTo>
                  <a:pt x="1685175" y="123545"/>
                </a:lnTo>
                <a:lnTo>
                  <a:pt x="1685175" y="158597"/>
                </a:lnTo>
                <a:lnTo>
                  <a:pt x="1627263" y="158597"/>
                </a:lnTo>
                <a:lnTo>
                  <a:pt x="1627263" y="123545"/>
                </a:lnTo>
                <a:lnTo>
                  <a:pt x="1685175" y="123545"/>
                </a:lnTo>
                <a:lnTo>
                  <a:pt x="1685175" y="86969"/>
                </a:lnTo>
                <a:lnTo>
                  <a:pt x="1627263" y="86969"/>
                </a:lnTo>
                <a:lnTo>
                  <a:pt x="1627263" y="51816"/>
                </a:lnTo>
                <a:lnTo>
                  <a:pt x="1685175" y="51816"/>
                </a:lnTo>
                <a:lnTo>
                  <a:pt x="1685175" y="13716"/>
                </a:lnTo>
                <a:lnTo>
                  <a:pt x="1586115" y="13716"/>
                </a:lnTo>
                <a:lnTo>
                  <a:pt x="1586115" y="51816"/>
                </a:lnTo>
                <a:lnTo>
                  <a:pt x="1586115" y="86969"/>
                </a:lnTo>
                <a:lnTo>
                  <a:pt x="1586115" y="123545"/>
                </a:lnTo>
                <a:lnTo>
                  <a:pt x="1586115" y="158597"/>
                </a:lnTo>
                <a:lnTo>
                  <a:pt x="1526578" y="158597"/>
                </a:lnTo>
                <a:lnTo>
                  <a:pt x="1526578" y="123545"/>
                </a:lnTo>
                <a:lnTo>
                  <a:pt x="1586115" y="123545"/>
                </a:lnTo>
                <a:lnTo>
                  <a:pt x="1586115" y="86969"/>
                </a:lnTo>
                <a:lnTo>
                  <a:pt x="1526578" y="86969"/>
                </a:lnTo>
                <a:lnTo>
                  <a:pt x="1526578" y="51816"/>
                </a:lnTo>
                <a:lnTo>
                  <a:pt x="1586115" y="51816"/>
                </a:lnTo>
                <a:lnTo>
                  <a:pt x="1586115" y="13716"/>
                </a:lnTo>
                <a:lnTo>
                  <a:pt x="1485430" y="13716"/>
                </a:lnTo>
                <a:lnTo>
                  <a:pt x="1485430" y="147929"/>
                </a:lnTo>
                <a:lnTo>
                  <a:pt x="1484884" y="184873"/>
                </a:lnTo>
                <a:lnTo>
                  <a:pt x="1481048" y="215646"/>
                </a:lnTo>
                <a:lnTo>
                  <a:pt x="1474076" y="240398"/>
                </a:lnTo>
                <a:lnTo>
                  <a:pt x="1464094" y="259270"/>
                </a:lnTo>
                <a:lnTo>
                  <a:pt x="1473238" y="265036"/>
                </a:lnTo>
                <a:lnTo>
                  <a:pt x="1482382" y="270941"/>
                </a:lnTo>
                <a:lnTo>
                  <a:pt x="1491526" y="277139"/>
                </a:lnTo>
                <a:lnTo>
                  <a:pt x="1500670" y="283756"/>
                </a:lnTo>
                <a:lnTo>
                  <a:pt x="1509839" y="268820"/>
                </a:lnTo>
                <a:lnTo>
                  <a:pt x="1516862" y="249186"/>
                </a:lnTo>
                <a:lnTo>
                  <a:pt x="1521891" y="224726"/>
                </a:lnTo>
                <a:lnTo>
                  <a:pt x="1525054" y="195262"/>
                </a:lnTo>
                <a:lnTo>
                  <a:pt x="1586115" y="195262"/>
                </a:lnTo>
                <a:lnTo>
                  <a:pt x="1586115" y="276136"/>
                </a:lnTo>
                <a:lnTo>
                  <a:pt x="1627263" y="276136"/>
                </a:lnTo>
                <a:lnTo>
                  <a:pt x="1627263" y="195262"/>
                </a:lnTo>
                <a:lnTo>
                  <a:pt x="1685175" y="195262"/>
                </a:lnTo>
                <a:lnTo>
                  <a:pt x="1685175" y="233362"/>
                </a:lnTo>
                <a:lnTo>
                  <a:pt x="1680603" y="239458"/>
                </a:lnTo>
                <a:lnTo>
                  <a:pt x="1668411" y="239458"/>
                </a:lnTo>
                <a:lnTo>
                  <a:pt x="1665554" y="239204"/>
                </a:lnTo>
                <a:lnTo>
                  <a:pt x="1649552" y="237540"/>
                </a:lnTo>
                <a:lnTo>
                  <a:pt x="1636407" y="236410"/>
                </a:lnTo>
                <a:lnTo>
                  <a:pt x="1639570" y="246722"/>
                </a:lnTo>
                <a:lnTo>
                  <a:pt x="1642313" y="257187"/>
                </a:lnTo>
                <a:lnTo>
                  <a:pt x="1644764" y="267957"/>
                </a:lnTo>
                <a:lnTo>
                  <a:pt x="1647075" y="279184"/>
                </a:lnTo>
                <a:lnTo>
                  <a:pt x="1660220" y="278942"/>
                </a:lnTo>
                <a:lnTo>
                  <a:pt x="1683080" y="277901"/>
                </a:lnTo>
                <a:lnTo>
                  <a:pt x="1692795" y="277660"/>
                </a:lnTo>
                <a:lnTo>
                  <a:pt x="1700466" y="275971"/>
                </a:lnTo>
                <a:lnTo>
                  <a:pt x="1725841" y="246507"/>
                </a:lnTo>
                <a:lnTo>
                  <a:pt x="1726412" y="195262"/>
                </a:lnTo>
                <a:lnTo>
                  <a:pt x="1726412" y="158597"/>
                </a:lnTo>
                <a:lnTo>
                  <a:pt x="1726412" y="123545"/>
                </a:lnTo>
                <a:lnTo>
                  <a:pt x="1726412" y="86969"/>
                </a:lnTo>
                <a:lnTo>
                  <a:pt x="1726412" y="51816"/>
                </a:lnTo>
                <a:lnTo>
                  <a:pt x="1726412" y="13716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334672" y="1072229"/>
            <a:ext cx="53340" cy="163195"/>
          </a:xfrm>
          <a:custGeom>
            <a:avLst/>
            <a:gdLst/>
            <a:ahLst/>
            <a:cxnLst/>
            <a:rect l="l" t="t" r="r" b="b"/>
            <a:pathLst>
              <a:path w="53339" h="163194">
                <a:moveTo>
                  <a:pt x="33528" y="47244"/>
                </a:moveTo>
                <a:lnTo>
                  <a:pt x="19812" y="47244"/>
                </a:lnTo>
                <a:lnTo>
                  <a:pt x="13716" y="45720"/>
                </a:lnTo>
                <a:lnTo>
                  <a:pt x="7620" y="41148"/>
                </a:lnTo>
                <a:lnTo>
                  <a:pt x="3048" y="35052"/>
                </a:lnTo>
                <a:lnTo>
                  <a:pt x="0" y="30480"/>
                </a:lnTo>
                <a:lnTo>
                  <a:pt x="0" y="16764"/>
                </a:lnTo>
                <a:lnTo>
                  <a:pt x="3048" y="12192"/>
                </a:lnTo>
                <a:lnTo>
                  <a:pt x="7620" y="6096"/>
                </a:lnTo>
                <a:lnTo>
                  <a:pt x="13716" y="1524"/>
                </a:lnTo>
                <a:lnTo>
                  <a:pt x="19812" y="0"/>
                </a:lnTo>
                <a:lnTo>
                  <a:pt x="33528" y="0"/>
                </a:lnTo>
                <a:lnTo>
                  <a:pt x="39624" y="1524"/>
                </a:lnTo>
                <a:lnTo>
                  <a:pt x="45720" y="6096"/>
                </a:lnTo>
                <a:lnTo>
                  <a:pt x="50292" y="10668"/>
                </a:lnTo>
                <a:lnTo>
                  <a:pt x="53340" y="16764"/>
                </a:lnTo>
                <a:lnTo>
                  <a:pt x="53340" y="30480"/>
                </a:lnTo>
                <a:lnTo>
                  <a:pt x="50292" y="36576"/>
                </a:lnTo>
                <a:lnTo>
                  <a:pt x="45720" y="41148"/>
                </a:lnTo>
                <a:lnTo>
                  <a:pt x="39624" y="45720"/>
                </a:lnTo>
                <a:lnTo>
                  <a:pt x="33528" y="47244"/>
                </a:lnTo>
                <a:close/>
              </a:path>
              <a:path w="53339" h="163194">
                <a:moveTo>
                  <a:pt x="33528" y="163163"/>
                </a:moveTo>
                <a:lnTo>
                  <a:pt x="19812" y="163163"/>
                </a:lnTo>
                <a:lnTo>
                  <a:pt x="13716" y="161639"/>
                </a:lnTo>
                <a:lnTo>
                  <a:pt x="7620" y="157067"/>
                </a:lnTo>
                <a:lnTo>
                  <a:pt x="3048" y="152495"/>
                </a:lnTo>
                <a:lnTo>
                  <a:pt x="0" y="146399"/>
                </a:lnTo>
                <a:lnTo>
                  <a:pt x="0" y="132683"/>
                </a:lnTo>
                <a:lnTo>
                  <a:pt x="3048" y="128111"/>
                </a:lnTo>
                <a:lnTo>
                  <a:pt x="7620" y="123539"/>
                </a:lnTo>
                <a:lnTo>
                  <a:pt x="13716" y="118967"/>
                </a:lnTo>
                <a:lnTo>
                  <a:pt x="19812" y="115919"/>
                </a:lnTo>
                <a:lnTo>
                  <a:pt x="33528" y="115919"/>
                </a:lnTo>
                <a:lnTo>
                  <a:pt x="39624" y="118967"/>
                </a:lnTo>
                <a:lnTo>
                  <a:pt x="45720" y="123539"/>
                </a:lnTo>
                <a:lnTo>
                  <a:pt x="50292" y="128111"/>
                </a:lnTo>
                <a:lnTo>
                  <a:pt x="53340" y="132683"/>
                </a:lnTo>
                <a:lnTo>
                  <a:pt x="53340" y="146399"/>
                </a:lnTo>
                <a:lnTo>
                  <a:pt x="50292" y="152495"/>
                </a:lnTo>
                <a:lnTo>
                  <a:pt x="45720" y="157067"/>
                </a:lnTo>
                <a:lnTo>
                  <a:pt x="39624" y="161639"/>
                </a:lnTo>
                <a:lnTo>
                  <a:pt x="33528" y="163163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84799" y="986790"/>
            <a:ext cx="1744694" cy="285273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388620" y="1481327"/>
            <a:ext cx="67310" cy="1664335"/>
          </a:xfrm>
          <a:custGeom>
            <a:avLst/>
            <a:gdLst/>
            <a:ahLst/>
            <a:cxnLst/>
            <a:rect l="l" t="t" r="r" b="b"/>
            <a:pathLst>
              <a:path w="67309" h="1664335">
                <a:moveTo>
                  <a:pt x="67056" y="1523"/>
                </a:moveTo>
                <a:lnTo>
                  <a:pt x="64008" y="0"/>
                </a:lnTo>
                <a:lnTo>
                  <a:pt x="67056" y="0"/>
                </a:lnTo>
                <a:lnTo>
                  <a:pt x="67056" y="1523"/>
                </a:lnTo>
                <a:close/>
              </a:path>
              <a:path w="67309" h="1664335">
                <a:moveTo>
                  <a:pt x="36576" y="1621536"/>
                </a:moveTo>
                <a:lnTo>
                  <a:pt x="4572" y="1621536"/>
                </a:lnTo>
                <a:lnTo>
                  <a:pt x="4572" y="1616964"/>
                </a:lnTo>
                <a:lnTo>
                  <a:pt x="3048" y="1616964"/>
                </a:lnTo>
                <a:lnTo>
                  <a:pt x="3048" y="1612391"/>
                </a:lnTo>
                <a:lnTo>
                  <a:pt x="1524" y="1612391"/>
                </a:lnTo>
                <a:lnTo>
                  <a:pt x="1524" y="1606296"/>
                </a:lnTo>
                <a:lnTo>
                  <a:pt x="0" y="1606296"/>
                </a:lnTo>
                <a:lnTo>
                  <a:pt x="0" y="59435"/>
                </a:lnTo>
                <a:lnTo>
                  <a:pt x="1524" y="51816"/>
                </a:lnTo>
                <a:lnTo>
                  <a:pt x="4572" y="42671"/>
                </a:lnTo>
                <a:lnTo>
                  <a:pt x="10667" y="30479"/>
                </a:lnTo>
                <a:lnTo>
                  <a:pt x="16764" y="24383"/>
                </a:lnTo>
                <a:lnTo>
                  <a:pt x="18288" y="21335"/>
                </a:lnTo>
                <a:lnTo>
                  <a:pt x="19812" y="19812"/>
                </a:lnTo>
                <a:lnTo>
                  <a:pt x="22860" y="18287"/>
                </a:lnTo>
                <a:lnTo>
                  <a:pt x="28956" y="12191"/>
                </a:lnTo>
                <a:lnTo>
                  <a:pt x="32004" y="10667"/>
                </a:lnTo>
                <a:lnTo>
                  <a:pt x="33528" y="9143"/>
                </a:lnTo>
                <a:lnTo>
                  <a:pt x="39624" y="6096"/>
                </a:lnTo>
                <a:lnTo>
                  <a:pt x="41148" y="4571"/>
                </a:lnTo>
                <a:lnTo>
                  <a:pt x="47243" y="3047"/>
                </a:lnTo>
                <a:lnTo>
                  <a:pt x="51816" y="1523"/>
                </a:lnTo>
                <a:lnTo>
                  <a:pt x="60960" y="1523"/>
                </a:lnTo>
                <a:lnTo>
                  <a:pt x="54864" y="4571"/>
                </a:lnTo>
                <a:lnTo>
                  <a:pt x="53340" y="7620"/>
                </a:lnTo>
                <a:lnTo>
                  <a:pt x="47243" y="13716"/>
                </a:lnTo>
                <a:lnTo>
                  <a:pt x="45719" y="16763"/>
                </a:lnTo>
                <a:lnTo>
                  <a:pt x="42672" y="19812"/>
                </a:lnTo>
                <a:lnTo>
                  <a:pt x="39624" y="28955"/>
                </a:lnTo>
                <a:lnTo>
                  <a:pt x="36576" y="44196"/>
                </a:lnTo>
                <a:lnTo>
                  <a:pt x="35052" y="50291"/>
                </a:lnTo>
                <a:lnTo>
                  <a:pt x="35052" y="1613915"/>
                </a:lnTo>
                <a:lnTo>
                  <a:pt x="36576" y="1613915"/>
                </a:lnTo>
                <a:lnTo>
                  <a:pt x="36576" y="1621536"/>
                </a:lnTo>
                <a:close/>
              </a:path>
              <a:path w="67309" h="1664335">
                <a:moveTo>
                  <a:pt x="38100" y="1629156"/>
                </a:moveTo>
                <a:lnTo>
                  <a:pt x="7619" y="1629156"/>
                </a:lnTo>
                <a:lnTo>
                  <a:pt x="7619" y="1624583"/>
                </a:lnTo>
                <a:lnTo>
                  <a:pt x="6096" y="1624583"/>
                </a:lnTo>
                <a:lnTo>
                  <a:pt x="6096" y="1621536"/>
                </a:lnTo>
                <a:lnTo>
                  <a:pt x="38100" y="1621536"/>
                </a:lnTo>
                <a:lnTo>
                  <a:pt x="38100" y="1629156"/>
                </a:lnTo>
                <a:close/>
              </a:path>
              <a:path w="67309" h="1664335">
                <a:moveTo>
                  <a:pt x="60960" y="1664207"/>
                </a:moveTo>
                <a:lnTo>
                  <a:pt x="53340" y="1662683"/>
                </a:lnTo>
                <a:lnTo>
                  <a:pt x="48767" y="1661160"/>
                </a:lnTo>
                <a:lnTo>
                  <a:pt x="42672" y="1659636"/>
                </a:lnTo>
                <a:lnTo>
                  <a:pt x="33528" y="1655064"/>
                </a:lnTo>
                <a:lnTo>
                  <a:pt x="32004" y="1653540"/>
                </a:lnTo>
                <a:lnTo>
                  <a:pt x="28956" y="1652015"/>
                </a:lnTo>
                <a:lnTo>
                  <a:pt x="12192" y="1635252"/>
                </a:lnTo>
                <a:lnTo>
                  <a:pt x="10667" y="1635252"/>
                </a:lnTo>
                <a:lnTo>
                  <a:pt x="10667" y="1632204"/>
                </a:lnTo>
                <a:lnTo>
                  <a:pt x="9143" y="1632204"/>
                </a:lnTo>
                <a:lnTo>
                  <a:pt x="9143" y="1629156"/>
                </a:lnTo>
                <a:lnTo>
                  <a:pt x="39624" y="1629156"/>
                </a:lnTo>
                <a:lnTo>
                  <a:pt x="39624" y="1636775"/>
                </a:lnTo>
                <a:lnTo>
                  <a:pt x="41148" y="1636775"/>
                </a:lnTo>
                <a:lnTo>
                  <a:pt x="41148" y="1639823"/>
                </a:lnTo>
                <a:lnTo>
                  <a:pt x="42672" y="1639823"/>
                </a:lnTo>
                <a:lnTo>
                  <a:pt x="42672" y="1644396"/>
                </a:lnTo>
                <a:lnTo>
                  <a:pt x="44196" y="1644396"/>
                </a:lnTo>
                <a:lnTo>
                  <a:pt x="44196" y="1647444"/>
                </a:lnTo>
                <a:lnTo>
                  <a:pt x="45719" y="1647444"/>
                </a:lnTo>
                <a:lnTo>
                  <a:pt x="47243" y="1648968"/>
                </a:lnTo>
                <a:lnTo>
                  <a:pt x="47243" y="1652015"/>
                </a:lnTo>
                <a:lnTo>
                  <a:pt x="48767" y="1652015"/>
                </a:lnTo>
                <a:lnTo>
                  <a:pt x="57912" y="1661160"/>
                </a:lnTo>
                <a:lnTo>
                  <a:pt x="60960" y="1662683"/>
                </a:lnTo>
                <a:lnTo>
                  <a:pt x="60960" y="1664207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567118" y="1781651"/>
            <a:ext cx="401320" cy="107950"/>
            <a:chOff x="567118" y="1781651"/>
            <a:chExt cx="401320" cy="107950"/>
          </a:xfrm>
        </p:grpSpPr>
        <p:sp>
          <p:nvSpPr>
            <p:cNvPr id="12" name="object 12" descr=""/>
            <p:cNvSpPr/>
            <p:nvPr/>
          </p:nvSpPr>
          <p:spPr>
            <a:xfrm>
              <a:off x="567118" y="1781657"/>
              <a:ext cx="32384" cy="107950"/>
            </a:xfrm>
            <a:custGeom>
              <a:avLst/>
              <a:gdLst/>
              <a:ahLst/>
              <a:cxnLst/>
              <a:rect l="l" t="t" r="r" b="b"/>
              <a:pathLst>
                <a:path w="32384" h="107950">
                  <a:moveTo>
                    <a:pt x="32004" y="0"/>
                  </a:moveTo>
                  <a:lnTo>
                    <a:pt x="28956" y="0"/>
                  </a:lnTo>
                  <a:lnTo>
                    <a:pt x="28956" y="1270"/>
                  </a:lnTo>
                  <a:lnTo>
                    <a:pt x="28956" y="1422"/>
                  </a:lnTo>
                  <a:lnTo>
                    <a:pt x="27432" y="1422"/>
                  </a:lnTo>
                  <a:lnTo>
                    <a:pt x="27432" y="1270"/>
                  </a:lnTo>
                  <a:lnTo>
                    <a:pt x="28956" y="1270"/>
                  </a:lnTo>
                  <a:lnTo>
                    <a:pt x="28956" y="0"/>
                  </a:lnTo>
                  <a:lnTo>
                    <a:pt x="13716" y="0"/>
                  </a:lnTo>
                  <a:lnTo>
                    <a:pt x="13716" y="10160"/>
                  </a:lnTo>
                  <a:lnTo>
                    <a:pt x="13716" y="10566"/>
                  </a:lnTo>
                  <a:lnTo>
                    <a:pt x="12192" y="10566"/>
                  </a:lnTo>
                  <a:lnTo>
                    <a:pt x="12192" y="10160"/>
                  </a:lnTo>
                  <a:lnTo>
                    <a:pt x="13716" y="10160"/>
                  </a:lnTo>
                  <a:lnTo>
                    <a:pt x="13716" y="0"/>
                  </a:lnTo>
                  <a:lnTo>
                    <a:pt x="4572" y="0"/>
                  </a:lnTo>
                  <a:lnTo>
                    <a:pt x="4572" y="1270"/>
                  </a:lnTo>
                  <a:lnTo>
                    <a:pt x="4572" y="1422"/>
                  </a:lnTo>
                  <a:lnTo>
                    <a:pt x="1524" y="1422"/>
                  </a:lnTo>
                  <a:lnTo>
                    <a:pt x="1524" y="1270"/>
                  </a:lnTo>
                  <a:lnTo>
                    <a:pt x="4572" y="1270"/>
                  </a:lnTo>
                  <a:lnTo>
                    <a:pt x="4572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106680"/>
                  </a:lnTo>
                  <a:lnTo>
                    <a:pt x="0" y="107950"/>
                  </a:lnTo>
                  <a:lnTo>
                    <a:pt x="32004" y="107950"/>
                  </a:lnTo>
                  <a:lnTo>
                    <a:pt x="32004" y="106680"/>
                  </a:lnTo>
                  <a:lnTo>
                    <a:pt x="32004" y="97790"/>
                  </a:lnTo>
                  <a:lnTo>
                    <a:pt x="32004" y="96520"/>
                  </a:lnTo>
                  <a:lnTo>
                    <a:pt x="13716" y="96520"/>
                  </a:lnTo>
                  <a:lnTo>
                    <a:pt x="13716" y="97536"/>
                  </a:lnTo>
                  <a:lnTo>
                    <a:pt x="13716" y="97790"/>
                  </a:lnTo>
                  <a:lnTo>
                    <a:pt x="12192" y="97790"/>
                  </a:lnTo>
                  <a:lnTo>
                    <a:pt x="12192" y="97536"/>
                  </a:lnTo>
                  <a:lnTo>
                    <a:pt x="13716" y="97536"/>
                  </a:lnTo>
                  <a:lnTo>
                    <a:pt x="13716" y="96520"/>
                  </a:lnTo>
                  <a:lnTo>
                    <a:pt x="13716" y="12700"/>
                  </a:lnTo>
                  <a:lnTo>
                    <a:pt x="32004" y="12700"/>
                  </a:lnTo>
                  <a:lnTo>
                    <a:pt x="32004" y="10160"/>
                  </a:lnTo>
                  <a:lnTo>
                    <a:pt x="32004" y="1270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A3494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9029" y="1784604"/>
              <a:ext cx="91440" cy="102203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7045" y="1783080"/>
              <a:ext cx="102203" cy="97631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885825" y="1781657"/>
              <a:ext cx="31115" cy="107950"/>
            </a:xfrm>
            <a:custGeom>
              <a:avLst/>
              <a:gdLst/>
              <a:ahLst/>
              <a:cxnLst/>
              <a:rect l="l" t="t" r="r" b="b"/>
              <a:pathLst>
                <a:path w="31115" h="107950">
                  <a:moveTo>
                    <a:pt x="30568" y="0"/>
                  </a:moveTo>
                  <a:lnTo>
                    <a:pt x="19900" y="0"/>
                  </a:lnTo>
                  <a:lnTo>
                    <a:pt x="19900" y="10160"/>
                  </a:lnTo>
                  <a:lnTo>
                    <a:pt x="19900" y="10566"/>
                  </a:lnTo>
                  <a:lnTo>
                    <a:pt x="19900" y="97536"/>
                  </a:lnTo>
                  <a:lnTo>
                    <a:pt x="19900" y="97790"/>
                  </a:lnTo>
                  <a:lnTo>
                    <a:pt x="16852" y="97790"/>
                  </a:lnTo>
                  <a:lnTo>
                    <a:pt x="16852" y="97536"/>
                  </a:lnTo>
                  <a:lnTo>
                    <a:pt x="19900" y="97536"/>
                  </a:lnTo>
                  <a:lnTo>
                    <a:pt x="19900" y="10566"/>
                  </a:lnTo>
                  <a:lnTo>
                    <a:pt x="16852" y="10566"/>
                  </a:lnTo>
                  <a:lnTo>
                    <a:pt x="16852" y="10160"/>
                  </a:lnTo>
                  <a:lnTo>
                    <a:pt x="19900" y="10160"/>
                  </a:lnTo>
                  <a:lnTo>
                    <a:pt x="19900" y="0"/>
                  </a:lnTo>
                  <a:lnTo>
                    <a:pt x="3136" y="0"/>
                  </a:lnTo>
                  <a:lnTo>
                    <a:pt x="3136" y="1270"/>
                  </a:lnTo>
                  <a:lnTo>
                    <a:pt x="3136" y="1422"/>
                  </a:lnTo>
                  <a:lnTo>
                    <a:pt x="1524" y="1422"/>
                  </a:lnTo>
                  <a:lnTo>
                    <a:pt x="1524" y="1270"/>
                  </a:lnTo>
                  <a:lnTo>
                    <a:pt x="3136" y="1270"/>
                  </a:lnTo>
                  <a:lnTo>
                    <a:pt x="3136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10160"/>
                  </a:lnTo>
                  <a:lnTo>
                    <a:pt x="0" y="12700"/>
                  </a:lnTo>
                  <a:lnTo>
                    <a:pt x="16852" y="12700"/>
                  </a:lnTo>
                  <a:lnTo>
                    <a:pt x="16852" y="96520"/>
                  </a:lnTo>
                  <a:lnTo>
                    <a:pt x="0" y="96520"/>
                  </a:lnTo>
                  <a:lnTo>
                    <a:pt x="0" y="97790"/>
                  </a:lnTo>
                  <a:lnTo>
                    <a:pt x="0" y="106680"/>
                  </a:lnTo>
                  <a:lnTo>
                    <a:pt x="0" y="107950"/>
                  </a:lnTo>
                  <a:lnTo>
                    <a:pt x="30568" y="107950"/>
                  </a:lnTo>
                  <a:lnTo>
                    <a:pt x="30568" y="106680"/>
                  </a:lnTo>
                  <a:lnTo>
                    <a:pt x="30568" y="1422"/>
                  </a:lnTo>
                  <a:lnTo>
                    <a:pt x="29044" y="1422"/>
                  </a:lnTo>
                  <a:lnTo>
                    <a:pt x="27520" y="1422"/>
                  </a:lnTo>
                  <a:lnTo>
                    <a:pt x="27520" y="8890"/>
                  </a:lnTo>
                  <a:lnTo>
                    <a:pt x="27520" y="9042"/>
                  </a:lnTo>
                  <a:lnTo>
                    <a:pt x="21424" y="9042"/>
                  </a:lnTo>
                  <a:lnTo>
                    <a:pt x="21424" y="8890"/>
                  </a:lnTo>
                  <a:lnTo>
                    <a:pt x="27520" y="8890"/>
                  </a:lnTo>
                  <a:lnTo>
                    <a:pt x="27520" y="1422"/>
                  </a:lnTo>
                  <a:lnTo>
                    <a:pt x="27520" y="1270"/>
                  </a:lnTo>
                  <a:lnTo>
                    <a:pt x="30568" y="1270"/>
                  </a:lnTo>
                  <a:lnTo>
                    <a:pt x="30568" y="0"/>
                  </a:lnTo>
                  <a:close/>
                </a:path>
              </a:pathLst>
            </a:custGeom>
            <a:solidFill>
              <a:srgbClr val="A3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51452" y="1836515"/>
              <a:ext cx="17145" cy="41275"/>
            </a:xfrm>
            <a:custGeom>
              <a:avLst/>
              <a:gdLst/>
              <a:ahLst/>
              <a:cxnLst/>
              <a:rect l="l" t="t" r="r" b="b"/>
              <a:pathLst>
                <a:path w="17144" h="41275">
                  <a:moveTo>
                    <a:pt x="12192" y="39624"/>
                  </a:moveTo>
                  <a:lnTo>
                    <a:pt x="4572" y="39624"/>
                  </a:lnTo>
                  <a:lnTo>
                    <a:pt x="1524" y="38100"/>
                  </a:lnTo>
                  <a:lnTo>
                    <a:pt x="1524" y="36576"/>
                  </a:lnTo>
                  <a:lnTo>
                    <a:pt x="0" y="33528"/>
                  </a:lnTo>
                  <a:lnTo>
                    <a:pt x="0" y="30480"/>
                  </a:lnTo>
                  <a:lnTo>
                    <a:pt x="1524" y="27432"/>
                  </a:lnTo>
                  <a:lnTo>
                    <a:pt x="3048" y="27432"/>
                  </a:lnTo>
                  <a:lnTo>
                    <a:pt x="4572" y="25908"/>
                  </a:lnTo>
                  <a:lnTo>
                    <a:pt x="12192" y="25908"/>
                  </a:lnTo>
                  <a:lnTo>
                    <a:pt x="16764" y="30480"/>
                  </a:lnTo>
                  <a:lnTo>
                    <a:pt x="15240" y="33528"/>
                  </a:lnTo>
                  <a:lnTo>
                    <a:pt x="15240" y="38100"/>
                  </a:lnTo>
                  <a:lnTo>
                    <a:pt x="12192" y="39624"/>
                  </a:lnTo>
                  <a:close/>
                </a:path>
                <a:path w="17144" h="41275">
                  <a:moveTo>
                    <a:pt x="9144" y="41148"/>
                  </a:moveTo>
                  <a:lnTo>
                    <a:pt x="7620" y="41148"/>
                  </a:lnTo>
                  <a:lnTo>
                    <a:pt x="6096" y="39624"/>
                  </a:lnTo>
                  <a:lnTo>
                    <a:pt x="10668" y="39624"/>
                  </a:lnTo>
                  <a:lnTo>
                    <a:pt x="9144" y="41148"/>
                  </a:lnTo>
                  <a:close/>
                </a:path>
                <a:path w="17144" h="41275">
                  <a:moveTo>
                    <a:pt x="13716" y="1524"/>
                  </a:moveTo>
                  <a:lnTo>
                    <a:pt x="4572" y="1524"/>
                  </a:lnTo>
                  <a:lnTo>
                    <a:pt x="6096" y="0"/>
                  </a:lnTo>
                  <a:lnTo>
                    <a:pt x="12192" y="0"/>
                  </a:lnTo>
                  <a:lnTo>
                    <a:pt x="13716" y="1524"/>
                  </a:lnTo>
                  <a:close/>
                </a:path>
                <a:path w="17144" h="41275">
                  <a:moveTo>
                    <a:pt x="9144" y="15240"/>
                  </a:moveTo>
                  <a:lnTo>
                    <a:pt x="6096" y="15240"/>
                  </a:lnTo>
                  <a:lnTo>
                    <a:pt x="0" y="9144"/>
                  </a:lnTo>
                  <a:lnTo>
                    <a:pt x="0" y="6096"/>
                  </a:lnTo>
                  <a:lnTo>
                    <a:pt x="1524" y="4572"/>
                  </a:lnTo>
                  <a:lnTo>
                    <a:pt x="1524" y="1524"/>
                  </a:lnTo>
                  <a:lnTo>
                    <a:pt x="15240" y="1524"/>
                  </a:lnTo>
                  <a:lnTo>
                    <a:pt x="16764" y="4572"/>
                  </a:lnTo>
                  <a:lnTo>
                    <a:pt x="16764" y="10668"/>
                  </a:lnTo>
                  <a:lnTo>
                    <a:pt x="13716" y="13716"/>
                  </a:lnTo>
                  <a:lnTo>
                    <a:pt x="10668" y="13716"/>
                  </a:lnTo>
                  <a:lnTo>
                    <a:pt x="9144" y="1524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 descr=""/>
          <p:cNvGrpSpPr/>
          <p:nvPr/>
        </p:nvGrpSpPr>
        <p:grpSpPr>
          <a:xfrm>
            <a:off x="567118" y="1935765"/>
            <a:ext cx="408940" cy="107950"/>
            <a:chOff x="567118" y="1935765"/>
            <a:chExt cx="408940" cy="107950"/>
          </a:xfrm>
        </p:grpSpPr>
        <p:sp>
          <p:nvSpPr>
            <p:cNvPr id="18" name="object 18" descr=""/>
            <p:cNvSpPr/>
            <p:nvPr/>
          </p:nvSpPr>
          <p:spPr>
            <a:xfrm>
              <a:off x="567118" y="1935771"/>
              <a:ext cx="32384" cy="107950"/>
            </a:xfrm>
            <a:custGeom>
              <a:avLst/>
              <a:gdLst/>
              <a:ahLst/>
              <a:cxnLst/>
              <a:rect l="l" t="t" r="r" b="b"/>
              <a:pathLst>
                <a:path w="32384" h="107950">
                  <a:moveTo>
                    <a:pt x="32004" y="0"/>
                  </a:moveTo>
                  <a:lnTo>
                    <a:pt x="28956" y="0"/>
                  </a:lnTo>
                  <a:lnTo>
                    <a:pt x="28956" y="1270"/>
                  </a:lnTo>
                  <a:lnTo>
                    <a:pt x="28956" y="1422"/>
                  </a:lnTo>
                  <a:lnTo>
                    <a:pt x="27432" y="1422"/>
                  </a:lnTo>
                  <a:lnTo>
                    <a:pt x="27432" y="1270"/>
                  </a:lnTo>
                  <a:lnTo>
                    <a:pt x="28956" y="1270"/>
                  </a:lnTo>
                  <a:lnTo>
                    <a:pt x="28956" y="0"/>
                  </a:lnTo>
                  <a:lnTo>
                    <a:pt x="13716" y="0"/>
                  </a:lnTo>
                  <a:lnTo>
                    <a:pt x="13716" y="10160"/>
                  </a:lnTo>
                  <a:lnTo>
                    <a:pt x="13716" y="10566"/>
                  </a:lnTo>
                  <a:lnTo>
                    <a:pt x="12192" y="10566"/>
                  </a:lnTo>
                  <a:lnTo>
                    <a:pt x="12192" y="10160"/>
                  </a:lnTo>
                  <a:lnTo>
                    <a:pt x="13716" y="10160"/>
                  </a:lnTo>
                  <a:lnTo>
                    <a:pt x="13716" y="0"/>
                  </a:lnTo>
                  <a:lnTo>
                    <a:pt x="4572" y="0"/>
                  </a:lnTo>
                  <a:lnTo>
                    <a:pt x="4572" y="1270"/>
                  </a:lnTo>
                  <a:lnTo>
                    <a:pt x="4572" y="1422"/>
                  </a:lnTo>
                  <a:lnTo>
                    <a:pt x="1524" y="1422"/>
                  </a:lnTo>
                  <a:lnTo>
                    <a:pt x="1524" y="1270"/>
                  </a:lnTo>
                  <a:lnTo>
                    <a:pt x="4572" y="1270"/>
                  </a:lnTo>
                  <a:lnTo>
                    <a:pt x="4572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106680"/>
                  </a:lnTo>
                  <a:lnTo>
                    <a:pt x="0" y="107950"/>
                  </a:lnTo>
                  <a:lnTo>
                    <a:pt x="32004" y="107950"/>
                  </a:lnTo>
                  <a:lnTo>
                    <a:pt x="32004" y="106680"/>
                  </a:lnTo>
                  <a:lnTo>
                    <a:pt x="32004" y="97790"/>
                  </a:lnTo>
                  <a:lnTo>
                    <a:pt x="32004" y="96520"/>
                  </a:lnTo>
                  <a:lnTo>
                    <a:pt x="13716" y="96520"/>
                  </a:lnTo>
                  <a:lnTo>
                    <a:pt x="13716" y="97536"/>
                  </a:lnTo>
                  <a:lnTo>
                    <a:pt x="13716" y="97790"/>
                  </a:lnTo>
                  <a:lnTo>
                    <a:pt x="12192" y="97790"/>
                  </a:lnTo>
                  <a:lnTo>
                    <a:pt x="12192" y="97536"/>
                  </a:lnTo>
                  <a:lnTo>
                    <a:pt x="13716" y="97536"/>
                  </a:lnTo>
                  <a:lnTo>
                    <a:pt x="13716" y="96520"/>
                  </a:lnTo>
                  <a:lnTo>
                    <a:pt x="13716" y="12700"/>
                  </a:lnTo>
                  <a:lnTo>
                    <a:pt x="32004" y="12700"/>
                  </a:lnTo>
                  <a:lnTo>
                    <a:pt x="32004" y="10160"/>
                  </a:lnTo>
                  <a:lnTo>
                    <a:pt x="32004" y="1270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A3494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9029" y="1940242"/>
              <a:ext cx="100584" cy="93059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0093" y="1943290"/>
              <a:ext cx="96107" cy="97631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6681" y="1940242"/>
              <a:ext cx="99155" cy="99155"/>
            </a:xfrm>
            <a:prstGeom prst="rect">
              <a:avLst/>
            </a:prstGeom>
          </p:spPr>
        </p:pic>
      </p:grpSp>
      <p:sp>
        <p:nvSpPr>
          <p:cNvPr id="22" name="object 22" descr=""/>
          <p:cNvSpPr/>
          <p:nvPr/>
        </p:nvSpPr>
        <p:spPr>
          <a:xfrm>
            <a:off x="567118" y="2099030"/>
            <a:ext cx="32384" cy="107950"/>
          </a:xfrm>
          <a:custGeom>
            <a:avLst/>
            <a:gdLst/>
            <a:ahLst/>
            <a:cxnLst/>
            <a:rect l="l" t="t" r="r" b="b"/>
            <a:pathLst>
              <a:path w="32384" h="107950">
                <a:moveTo>
                  <a:pt x="32004" y="0"/>
                </a:moveTo>
                <a:lnTo>
                  <a:pt x="0" y="0"/>
                </a:lnTo>
                <a:lnTo>
                  <a:pt x="0" y="1270"/>
                </a:lnTo>
                <a:lnTo>
                  <a:pt x="0" y="106680"/>
                </a:lnTo>
                <a:lnTo>
                  <a:pt x="0" y="107950"/>
                </a:lnTo>
                <a:lnTo>
                  <a:pt x="32004" y="107950"/>
                </a:lnTo>
                <a:lnTo>
                  <a:pt x="32004" y="106680"/>
                </a:lnTo>
                <a:lnTo>
                  <a:pt x="4572" y="106680"/>
                </a:lnTo>
                <a:lnTo>
                  <a:pt x="4572" y="1422"/>
                </a:lnTo>
                <a:lnTo>
                  <a:pt x="1524" y="1422"/>
                </a:lnTo>
                <a:lnTo>
                  <a:pt x="1524" y="1270"/>
                </a:lnTo>
                <a:lnTo>
                  <a:pt x="32004" y="1270"/>
                </a:lnTo>
                <a:lnTo>
                  <a:pt x="32004" y="0"/>
                </a:lnTo>
                <a:close/>
              </a:path>
            </a:pathLst>
          </a:custGeom>
          <a:solidFill>
            <a:srgbClr val="A3494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" name="object 23" descr=""/>
          <p:cNvGrpSpPr/>
          <p:nvPr/>
        </p:nvGrpSpPr>
        <p:grpSpPr>
          <a:xfrm>
            <a:off x="571690" y="2099024"/>
            <a:ext cx="396875" cy="107950"/>
            <a:chOff x="571690" y="2099024"/>
            <a:chExt cx="396875" cy="107950"/>
          </a:xfrm>
        </p:grpSpPr>
        <p:sp>
          <p:nvSpPr>
            <p:cNvPr id="24" name="object 24" descr=""/>
            <p:cNvSpPr/>
            <p:nvPr/>
          </p:nvSpPr>
          <p:spPr>
            <a:xfrm>
              <a:off x="571690" y="2100300"/>
              <a:ext cx="27940" cy="105410"/>
            </a:xfrm>
            <a:custGeom>
              <a:avLst/>
              <a:gdLst/>
              <a:ahLst/>
              <a:cxnLst/>
              <a:rect l="l" t="t" r="r" b="b"/>
              <a:pathLst>
                <a:path w="27940" h="105410">
                  <a:moveTo>
                    <a:pt x="27432" y="0"/>
                  </a:moveTo>
                  <a:lnTo>
                    <a:pt x="24384" y="0"/>
                  </a:lnTo>
                  <a:lnTo>
                    <a:pt x="24384" y="152"/>
                  </a:lnTo>
                  <a:lnTo>
                    <a:pt x="22860" y="152"/>
                  </a:lnTo>
                  <a:lnTo>
                    <a:pt x="22860" y="0"/>
                  </a:lnTo>
                  <a:lnTo>
                    <a:pt x="9144" y="0"/>
                  </a:lnTo>
                  <a:lnTo>
                    <a:pt x="9144" y="8890"/>
                  </a:lnTo>
                  <a:lnTo>
                    <a:pt x="9144" y="9296"/>
                  </a:lnTo>
                  <a:lnTo>
                    <a:pt x="7620" y="9296"/>
                  </a:lnTo>
                  <a:lnTo>
                    <a:pt x="7620" y="8890"/>
                  </a:lnTo>
                  <a:lnTo>
                    <a:pt x="9144" y="8890"/>
                  </a:lnTo>
                  <a:lnTo>
                    <a:pt x="9144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97790"/>
                  </a:lnTo>
                  <a:lnTo>
                    <a:pt x="0" y="105410"/>
                  </a:lnTo>
                  <a:lnTo>
                    <a:pt x="22860" y="105410"/>
                  </a:lnTo>
                  <a:lnTo>
                    <a:pt x="24384" y="105410"/>
                  </a:lnTo>
                  <a:lnTo>
                    <a:pt x="27432" y="105410"/>
                  </a:lnTo>
                  <a:lnTo>
                    <a:pt x="27432" y="96520"/>
                  </a:lnTo>
                  <a:lnTo>
                    <a:pt x="27432" y="95250"/>
                  </a:lnTo>
                  <a:lnTo>
                    <a:pt x="9144" y="95250"/>
                  </a:lnTo>
                  <a:lnTo>
                    <a:pt x="9144" y="96266"/>
                  </a:lnTo>
                  <a:lnTo>
                    <a:pt x="9144" y="96520"/>
                  </a:lnTo>
                  <a:lnTo>
                    <a:pt x="7620" y="96520"/>
                  </a:lnTo>
                  <a:lnTo>
                    <a:pt x="7620" y="96266"/>
                  </a:lnTo>
                  <a:lnTo>
                    <a:pt x="9144" y="96266"/>
                  </a:lnTo>
                  <a:lnTo>
                    <a:pt x="9144" y="95250"/>
                  </a:lnTo>
                  <a:lnTo>
                    <a:pt x="9144" y="11430"/>
                  </a:lnTo>
                  <a:lnTo>
                    <a:pt x="27432" y="11430"/>
                  </a:lnTo>
                  <a:lnTo>
                    <a:pt x="27432" y="889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A3494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0553" y="2103501"/>
              <a:ext cx="94488" cy="97631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7045" y="2101977"/>
              <a:ext cx="100679" cy="102203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885825" y="2099030"/>
              <a:ext cx="31115" cy="107950"/>
            </a:xfrm>
            <a:custGeom>
              <a:avLst/>
              <a:gdLst/>
              <a:ahLst/>
              <a:cxnLst/>
              <a:rect l="l" t="t" r="r" b="b"/>
              <a:pathLst>
                <a:path w="31115" h="107950">
                  <a:moveTo>
                    <a:pt x="30568" y="0"/>
                  </a:moveTo>
                  <a:lnTo>
                    <a:pt x="19900" y="0"/>
                  </a:lnTo>
                  <a:lnTo>
                    <a:pt x="19900" y="10160"/>
                  </a:lnTo>
                  <a:lnTo>
                    <a:pt x="19900" y="10566"/>
                  </a:lnTo>
                  <a:lnTo>
                    <a:pt x="19900" y="97536"/>
                  </a:lnTo>
                  <a:lnTo>
                    <a:pt x="19900" y="97790"/>
                  </a:lnTo>
                  <a:lnTo>
                    <a:pt x="16852" y="97790"/>
                  </a:lnTo>
                  <a:lnTo>
                    <a:pt x="16852" y="97536"/>
                  </a:lnTo>
                  <a:lnTo>
                    <a:pt x="19900" y="97536"/>
                  </a:lnTo>
                  <a:lnTo>
                    <a:pt x="19900" y="10566"/>
                  </a:lnTo>
                  <a:lnTo>
                    <a:pt x="16852" y="10566"/>
                  </a:lnTo>
                  <a:lnTo>
                    <a:pt x="16852" y="10160"/>
                  </a:lnTo>
                  <a:lnTo>
                    <a:pt x="19900" y="10160"/>
                  </a:lnTo>
                  <a:lnTo>
                    <a:pt x="19900" y="0"/>
                  </a:lnTo>
                  <a:lnTo>
                    <a:pt x="3136" y="0"/>
                  </a:lnTo>
                  <a:lnTo>
                    <a:pt x="3136" y="1270"/>
                  </a:lnTo>
                  <a:lnTo>
                    <a:pt x="3136" y="1422"/>
                  </a:lnTo>
                  <a:lnTo>
                    <a:pt x="1524" y="1422"/>
                  </a:lnTo>
                  <a:lnTo>
                    <a:pt x="1524" y="1270"/>
                  </a:lnTo>
                  <a:lnTo>
                    <a:pt x="3136" y="1270"/>
                  </a:lnTo>
                  <a:lnTo>
                    <a:pt x="3136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10160"/>
                  </a:lnTo>
                  <a:lnTo>
                    <a:pt x="0" y="12700"/>
                  </a:lnTo>
                  <a:lnTo>
                    <a:pt x="16852" y="12700"/>
                  </a:lnTo>
                  <a:lnTo>
                    <a:pt x="16852" y="96520"/>
                  </a:lnTo>
                  <a:lnTo>
                    <a:pt x="0" y="96520"/>
                  </a:lnTo>
                  <a:lnTo>
                    <a:pt x="0" y="97790"/>
                  </a:lnTo>
                  <a:lnTo>
                    <a:pt x="0" y="106680"/>
                  </a:lnTo>
                  <a:lnTo>
                    <a:pt x="0" y="107950"/>
                  </a:lnTo>
                  <a:lnTo>
                    <a:pt x="30568" y="107950"/>
                  </a:lnTo>
                  <a:lnTo>
                    <a:pt x="30568" y="106680"/>
                  </a:lnTo>
                  <a:lnTo>
                    <a:pt x="30568" y="1422"/>
                  </a:lnTo>
                  <a:lnTo>
                    <a:pt x="29044" y="1422"/>
                  </a:lnTo>
                  <a:lnTo>
                    <a:pt x="27520" y="1422"/>
                  </a:lnTo>
                  <a:lnTo>
                    <a:pt x="27520" y="8890"/>
                  </a:lnTo>
                  <a:lnTo>
                    <a:pt x="27520" y="9042"/>
                  </a:lnTo>
                  <a:lnTo>
                    <a:pt x="21424" y="9042"/>
                  </a:lnTo>
                  <a:lnTo>
                    <a:pt x="21424" y="8890"/>
                  </a:lnTo>
                  <a:lnTo>
                    <a:pt x="27520" y="8890"/>
                  </a:lnTo>
                  <a:lnTo>
                    <a:pt x="27520" y="1422"/>
                  </a:lnTo>
                  <a:lnTo>
                    <a:pt x="27520" y="1270"/>
                  </a:lnTo>
                  <a:lnTo>
                    <a:pt x="30568" y="1270"/>
                  </a:lnTo>
                  <a:lnTo>
                    <a:pt x="30568" y="0"/>
                  </a:lnTo>
                  <a:close/>
                </a:path>
              </a:pathLst>
            </a:custGeom>
            <a:solidFill>
              <a:srgbClr val="A3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951452" y="2153793"/>
              <a:ext cx="17145" cy="41275"/>
            </a:xfrm>
            <a:custGeom>
              <a:avLst/>
              <a:gdLst/>
              <a:ahLst/>
              <a:cxnLst/>
              <a:rect l="l" t="t" r="r" b="b"/>
              <a:pathLst>
                <a:path w="17144" h="41275">
                  <a:moveTo>
                    <a:pt x="10668" y="41243"/>
                  </a:moveTo>
                  <a:lnTo>
                    <a:pt x="6096" y="41243"/>
                  </a:lnTo>
                  <a:lnTo>
                    <a:pt x="4572" y="39719"/>
                  </a:lnTo>
                  <a:lnTo>
                    <a:pt x="1524" y="38195"/>
                  </a:lnTo>
                  <a:lnTo>
                    <a:pt x="1524" y="36671"/>
                  </a:lnTo>
                  <a:lnTo>
                    <a:pt x="0" y="33623"/>
                  </a:lnTo>
                  <a:lnTo>
                    <a:pt x="0" y="30480"/>
                  </a:lnTo>
                  <a:lnTo>
                    <a:pt x="4572" y="25908"/>
                  </a:lnTo>
                  <a:lnTo>
                    <a:pt x="12192" y="25908"/>
                  </a:lnTo>
                  <a:lnTo>
                    <a:pt x="16764" y="30480"/>
                  </a:lnTo>
                  <a:lnTo>
                    <a:pt x="15240" y="33623"/>
                  </a:lnTo>
                  <a:lnTo>
                    <a:pt x="15240" y="38195"/>
                  </a:lnTo>
                  <a:lnTo>
                    <a:pt x="12192" y="39719"/>
                  </a:lnTo>
                  <a:lnTo>
                    <a:pt x="10668" y="41243"/>
                  </a:lnTo>
                  <a:close/>
                </a:path>
                <a:path w="17144" h="41275">
                  <a:moveTo>
                    <a:pt x="13716" y="1524"/>
                  </a:moveTo>
                  <a:lnTo>
                    <a:pt x="4572" y="1524"/>
                  </a:lnTo>
                  <a:lnTo>
                    <a:pt x="6096" y="0"/>
                  </a:lnTo>
                  <a:lnTo>
                    <a:pt x="12192" y="0"/>
                  </a:lnTo>
                  <a:lnTo>
                    <a:pt x="13716" y="1524"/>
                  </a:lnTo>
                  <a:close/>
                </a:path>
                <a:path w="17144" h="41275">
                  <a:moveTo>
                    <a:pt x="13716" y="13716"/>
                  </a:moveTo>
                  <a:lnTo>
                    <a:pt x="3048" y="13716"/>
                  </a:lnTo>
                  <a:lnTo>
                    <a:pt x="1524" y="12192"/>
                  </a:lnTo>
                  <a:lnTo>
                    <a:pt x="0" y="9144"/>
                  </a:lnTo>
                  <a:lnTo>
                    <a:pt x="0" y="7620"/>
                  </a:lnTo>
                  <a:lnTo>
                    <a:pt x="1524" y="4572"/>
                  </a:lnTo>
                  <a:lnTo>
                    <a:pt x="1524" y="1524"/>
                  </a:lnTo>
                  <a:lnTo>
                    <a:pt x="15240" y="1524"/>
                  </a:lnTo>
                  <a:lnTo>
                    <a:pt x="16764" y="4572"/>
                  </a:lnTo>
                  <a:lnTo>
                    <a:pt x="16764" y="10668"/>
                  </a:lnTo>
                  <a:lnTo>
                    <a:pt x="13716" y="13716"/>
                  </a:lnTo>
                  <a:close/>
                </a:path>
                <a:path w="17144" h="41275">
                  <a:moveTo>
                    <a:pt x="9144" y="15240"/>
                  </a:moveTo>
                  <a:lnTo>
                    <a:pt x="6096" y="15240"/>
                  </a:lnTo>
                  <a:lnTo>
                    <a:pt x="4572" y="13716"/>
                  </a:lnTo>
                  <a:lnTo>
                    <a:pt x="10668" y="13716"/>
                  </a:lnTo>
                  <a:lnTo>
                    <a:pt x="9144" y="1524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9" name="object 29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13936" y="1783079"/>
            <a:ext cx="3846290" cy="430244"/>
          </a:xfrm>
          <a:prstGeom prst="rect">
            <a:avLst/>
          </a:prstGeom>
        </p:spPr>
      </p:pic>
      <p:grpSp>
        <p:nvGrpSpPr>
          <p:cNvPr id="30" name="object 30" descr=""/>
          <p:cNvGrpSpPr/>
          <p:nvPr/>
        </p:nvGrpSpPr>
        <p:grpSpPr>
          <a:xfrm>
            <a:off x="551878" y="2255996"/>
            <a:ext cx="154305" cy="99695"/>
            <a:chOff x="551878" y="2255996"/>
            <a:chExt cx="154305" cy="99695"/>
          </a:xfrm>
        </p:grpSpPr>
        <p:pic>
          <p:nvPicPr>
            <p:cNvPr id="31" name="object 3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1878" y="2255996"/>
              <a:ext cx="100679" cy="99155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681513" y="2324671"/>
              <a:ext cx="24765" cy="22860"/>
            </a:xfrm>
            <a:custGeom>
              <a:avLst/>
              <a:gdLst/>
              <a:ahLst/>
              <a:cxnLst/>
              <a:rect l="l" t="t" r="r" b="b"/>
              <a:pathLst>
                <a:path w="24765" h="22860">
                  <a:moveTo>
                    <a:pt x="18288" y="22860"/>
                  </a:moveTo>
                  <a:lnTo>
                    <a:pt x="6096" y="22860"/>
                  </a:lnTo>
                  <a:lnTo>
                    <a:pt x="4572" y="19812"/>
                  </a:lnTo>
                  <a:lnTo>
                    <a:pt x="1524" y="18288"/>
                  </a:lnTo>
                  <a:lnTo>
                    <a:pt x="1524" y="15240"/>
                  </a:lnTo>
                  <a:lnTo>
                    <a:pt x="0" y="12192"/>
                  </a:lnTo>
                  <a:lnTo>
                    <a:pt x="0" y="9144"/>
                  </a:lnTo>
                  <a:lnTo>
                    <a:pt x="1524" y="7620"/>
                  </a:lnTo>
                  <a:lnTo>
                    <a:pt x="3048" y="4572"/>
                  </a:lnTo>
                  <a:lnTo>
                    <a:pt x="3048" y="3048"/>
                  </a:lnTo>
                  <a:lnTo>
                    <a:pt x="4572" y="1524"/>
                  </a:lnTo>
                  <a:lnTo>
                    <a:pt x="7620" y="0"/>
                  </a:lnTo>
                  <a:lnTo>
                    <a:pt x="18288" y="0"/>
                  </a:lnTo>
                  <a:lnTo>
                    <a:pt x="21336" y="1524"/>
                  </a:lnTo>
                  <a:lnTo>
                    <a:pt x="22860" y="3048"/>
                  </a:lnTo>
                  <a:lnTo>
                    <a:pt x="9144" y="3048"/>
                  </a:lnTo>
                  <a:lnTo>
                    <a:pt x="7620" y="4572"/>
                  </a:lnTo>
                  <a:lnTo>
                    <a:pt x="4572" y="6096"/>
                  </a:lnTo>
                  <a:lnTo>
                    <a:pt x="4572" y="15240"/>
                  </a:lnTo>
                  <a:lnTo>
                    <a:pt x="9144" y="19812"/>
                  </a:lnTo>
                  <a:lnTo>
                    <a:pt x="21336" y="19812"/>
                  </a:lnTo>
                  <a:lnTo>
                    <a:pt x="18288" y="22860"/>
                  </a:lnTo>
                  <a:close/>
                </a:path>
                <a:path w="24765" h="22860">
                  <a:moveTo>
                    <a:pt x="21336" y="19812"/>
                  </a:moveTo>
                  <a:lnTo>
                    <a:pt x="16764" y="19812"/>
                  </a:lnTo>
                  <a:lnTo>
                    <a:pt x="19812" y="16764"/>
                  </a:lnTo>
                  <a:lnTo>
                    <a:pt x="21336" y="13716"/>
                  </a:lnTo>
                  <a:lnTo>
                    <a:pt x="21336" y="7620"/>
                  </a:lnTo>
                  <a:lnTo>
                    <a:pt x="18288" y="4572"/>
                  </a:lnTo>
                  <a:lnTo>
                    <a:pt x="15240" y="3048"/>
                  </a:lnTo>
                  <a:lnTo>
                    <a:pt x="22860" y="3048"/>
                  </a:lnTo>
                  <a:lnTo>
                    <a:pt x="22860" y="6096"/>
                  </a:lnTo>
                  <a:lnTo>
                    <a:pt x="24384" y="7620"/>
                  </a:lnTo>
                  <a:lnTo>
                    <a:pt x="24384" y="15240"/>
                  </a:lnTo>
                  <a:lnTo>
                    <a:pt x="22860" y="18288"/>
                  </a:lnTo>
                  <a:lnTo>
                    <a:pt x="21336" y="19812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 descr=""/>
          <p:cNvGrpSpPr/>
          <p:nvPr/>
        </p:nvGrpSpPr>
        <p:grpSpPr>
          <a:xfrm>
            <a:off x="567118" y="2407158"/>
            <a:ext cx="401320" cy="109220"/>
            <a:chOff x="567118" y="2407158"/>
            <a:chExt cx="401320" cy="109220"/>
          </a:xfrm>
        </p:grpSpPr>
        <p:pic>
          <p:nvPicPr>
            <p:cNvPr id="34" name="object 3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67118" y="2407158"/>
              <a:ext cx="152495" cy="109219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47045" y="2410110"/>
              <a:ext cx="102203" cy="103727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885825" y="2407170"/>
              <a:ext cx="31115" cy="109220"/>
            </a:xfrm>
            <a:custGeom>
              <a:avLst/>
              <a:gdLst/>
              <a:ahLst/>
              <a:cxnLst/>
              <a:rect l="l" t="t" r="r" b="b"/>
              <a:pathLst>
                <a:path w="31115" h="109219">
                  <a:moveTo>
                    <a:pt x="30568" y="0"/>
                  </a:moveTo>
                  <a:lnTo>
                    <a:pt x="19900" y="0"/>
                  </a:lnTo>
                  <a:lnTo>
                    <a:pt x="19900" y="10160"/>
                  </a:lnTo>
                  <a:lnTo>
                    <a:pt x="19900" y="10566"/>
                  </a:lnTo>
                  <a:lnTo>
                    <a:pt x="16852" y="10566"/>
                  </a:lnTo>
                  <a:lnTo>
                    <a:pt x="16852" y="10160"/>
                  </a:lnTo>
                  <a:lnTo>
                    <a:pt x="19900" y="10160"/>
                  </a:lnTo>
                  <a:lnTo>
                    <a:pt x="19900" y="0"/>
                  </a:lnTo>
                  <a:lnTo>
                    <a:pt x="3136" y="0"/>
                  </a:lnTo>
                  <a:lnTo>
                    <a:pt x="3136" y="2540"/>
                  </a:lnTo>
                  <a:lnTo>
                    <a:pt x="3136" y="2946"/>
                  </a:lnTo>
                  <a:lnTo>
                    <a:pt x="1524" y="2946"/>
                  </a:lnTo>
                  <a:lnTo>
                    <a:pt x="1524" y="2540"/>
                  </a:lnTo>
                  <a:lnTo>
                    <a:pt x="3136" y="2540"/>
                  </a:lnTo>
                  <a:lnTo>
                    <a:pt x="3136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0" y="10160"/>
                  </a:lnTo>
                  <a:lnTo>
                    <a:pt x="0" y="13970"/>
                  </a:lnTo>
                  <a:lnTo>
                    <a:pt x="16852" y="13970"/>
                  </a:lnTo>
                  <a:lnTo>
                    <a:pt x="16852" y="96520"/>
                  </a:lnTo>
                  <a:lnTo>
                    <a:pt x="0" y="96520"/>
                  </a:lnTo>
                  <a:lnTo>
                    <a:pt x="0" y="99060"/>
                  </a:lnTo>
                  <a:lnTo>
                    <a:pt x="0" y="106680"/>
                  </a:lnTo>
                  <a:lnTo>
                    <a:pt x="0" y="109220"/>
                  </a:lnTo>
                  <a:lnTo>
                    <a:pt x="30568" y="109220"/>
                  </a:lnTo>
                  <a:lnTo>
                    <a:pt x="30568" y="106680"/>
                  </a:lnTo>
                  <a:lnTo>
                    <a:pt x="30568" y="2946"/>
                  </a:lnTo>
                  <a:lnTo>
                    <a:pt x="29044" y="2946"/>
                  </a:lnTo>
                  <a:lnTo>
                    <a:pt x="27520" y="2946"/>
                  </a:lnTo>
                  <a:lnTo>
                    <a:pt x="27520" y="8890"/>
                  </a:lnTo>
                  <a:lnTo>
                    <a:pt x="27520" y="9042"/>
                  </a:lnTo>
                  <a:lnTo>
                    <a:pt x="21424" y="9042"/>
                  </a:lnTo>
                  <a:lnTo>
                    <a:pt x="21424" y="8890"/>
                  </a:lnTo>
                  <a:lnTo>
                    <a:pt x="27520" y="8890"/>
                  </a:lnTo>
                  <a:lnTo>
                    <a:pt x="27520" y="2946"/>
                  </a:lnTo>
                  <a:lnTo>
                    <a:pt x="27520" y="2540"/>
                  </a:lnTo>
                  <a:lnTo>
                    <a:pt x="30568" y="2540"/>
                  </a:lnTo>
                  <a:lnTo>
                    <a:pt x="30568" y="0"/>
                  </a:lnTo>
                  <a:close/>
                </a:path>
              </a:pathLst>
            </a:custGeom>
            <a:solidFill>
              <a:srgbClr val="A3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951452" y="2461926"/>
              <a:ext cx="17145" cy="41275"/>
            </a:xfrm>
            <a:custGeom>
              <a:avLst/>
              <a:gdLst/>
              <a:ahLst/>
              <a:cxnLst/>
              <a:rect l="l" t="t" r="r" b="b"/>
              <a:pathLst>
                <a:path w="17144" h="41275">
                  <a:moveTo>
                    <a:pt x="15240" y="39719"/>
                  </a:moveTo>
                  <a:lnTo>
                    <a:pt x="1524" y="39719"/>
                  </a:lnTo>
                  <a:lnTo>
                    <a:pt x="1524" y="36671"/>
                  </a:lnTo>
                  <a:lnTo>
                    <a:pt x="0" y="33623"/>
                  </a:lnTo>
                  <a:lnTo>
                    <a:pt x="0" y="30575"/>
                  </a:lnTo>
                  <a:lnTo>
                    <a:pt x="3048" y="27527"/>
                  </a:lnTo>
                  <a:lnTo>
                    <a:pt x="4572" y="27527"/>
                  </a:lnTo>
                  <a:lnTo>
                    <a:pt x="6096" y="26003"/>
                  </a:lnTo>
                  <a:lnTo>
                    <a:pt x="10668" y="26003"/>
                  </a:lnTo>
                  <a:lnTo>
                    <a:pt x="13716" y="29051"/>
                  </a:lnTo>
                  <a:lnTo>
                    <a:pt x="15240" y="29051"/>
                  </a:lnTo>
                  <a:lnTo>
                    <a:pt x="16764" y="32099"/>
                  </a:lnTo>
                  <a:lnTo>
                    <a:pt x="15240" y="33623"/>
                  </a:lnTo>
                  <a:lnTo>
                    <a:pt x="15240" y="39719"/>
                  </a:lnTo>
                  <a:close/>
                </a:path>
                <a:path w="17144" h="41275">
                  <a:moveTo>
                    <a:pt x="10668" y="41243"/>
                  </a:moveTo>
                  <a:lnTo>
                    <a:pt x="6096" y="41243"/>
                  </a:lnTo>
                  <a:lnTo>
                    <a:pt x="4572" y="39719"/>
                  </a:lnTo>
                  <a:lnTo>
                    <a:pt x="12192" y="39719"/>
                  </a:lnTo>
                  <a:lnTo>
                    <a:pt x="10668" y="41243"/>
                  </a:lnTo>
                  <a:close/>
                </a:path>
                <a:path w="17144" h="41275">
                  <a:moveTo>
                    <a:pt x="12192" y="1524"/>
                  </a:moveTo>
                  <a:lnTo>
                    <a:pt x="6096" y="1524"/>
                  </a:lnTo>
                  <a:lnTo>
                    <a:pt x="7620" y="0"/>
                  </a:lnTo>
                  <a:lnTo>
                    <a:pt x="9144" y="0"/>
                  </a:lnTo>
                  <a:lnTo>
                    <a:pt x="12192" y="1524"/>
                  </a:lnTo>
                  <a:close/>
                </a:path>
                <a:path w="17144" h="41275">
                  <a:moveTo>
                    <a:pt x="10668" y="15335"/>
                  </a:moveTo>
                  <a:lnTo>
                    <a:pt x="4572" y="15335"/>
                  </a:lnTo>
                  <a:lnTo>
                    <a:pt x="0" y="10763"/>
                  </a:lnTo>
                  <a:lnTo>
                    <a:pt x="0" y="7715"/>
                  </a:lnTo>
                  <a:lnTo>
                    <a:pt x="1524" y="4667"/>
                  </a:lnTo>
                  <a:lnTo>
                    <a:pt x="1524" y="3143"/>
                  </a:lnTo>
                  <a:lnTo>
                    <a:pt x="4572" y="1524"/>
                  </a:lnTo>
                  <a:lnTo>
                    <a:pt x="13716" y="1524"/>
                  </a:lnTo>
                  <a:lnTo>
                    <a:pt x="15240" y="3143"/>
                  </a:lnTo>
                  <a:lnTo>
                    <a:pt x="16764" y="4667"/>
                  </a:lnTo>
                  <a:lnTo>
                    <a:pt x="16764" y="10763"/>
                  </a:lnTo>
                  <a:lnTo>
                    <a:pt x="15240" y="13811"/>
                  </a:lnTo>
                  <a:lnTo>
                    <a:pt x="13716" y="13811"/>
                  </a:lnTo>
                  <a:lnTo>
                    <a:pt x="10668" y="15335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/>
          <p:nvPr/>
        </p:nvSpPr>
        <p:spPr>
          <a:xfrm>
            <a:off x="556437" y="2574899"/>
            <a:ext cx="99695" cy="82550"/>
          </a:xfrm>
          <a:custGeom>
            <a:avLst/>
            <a:gdLst/>
            <a:ahLst/>
            <a:cxnLst/>
            <a:rect l="l" t="t" r="r" b="b"/>
            <a:pathLst>
              <a:path w="99695" h="82550">
                <a:moveTo>
                  <a:pt x="50292" y="73152"/>
                </a:moveTo>
                <a:lnTo>
                  <a:pt x="32004" y="73152"/>
                </a:lnTo>
                <a:lnTo>
                  <a:pt x="32004" y="0"/>
                </a:lnTo>
                <a:lnTo>
                  <a:pt x="18288" y="0"/>
                </a:lnTo>
                <a:lnTo>
                  <a:pt x="0" y="13716"/>
                </a:lnTo>
                <a:lnTo>
                  <a:pt x="0" y="25908"/>
                </a:lnTo>
                <a:lnTo>
                  <a:pt x="22860" y="9144"/>
                </a:lnTo>
                <a:lnTo>
                  <a:pt x="22860" y="73152"/>
                </a:lnTo>
                <a:lnTo>
                  <a:pt x="0" y="73152"/>
                </a:lnTo>
                <a:lnTo>
                  <a:pt x="0" y="82397"/>
                </a:lnTo>
                <a:lnTo>
                  <a:pt x="50292" y="82397"/>
                </a:lnTo>
                <a:lnTo>
                  <a:pt x="50292" y="73152"/>
                </a:lnTo>
                <a:close/>
              </a:path>
              <a:path w="99695" h="82550">
                <a:moveTo>
                  <a:pt x="99161" y="68580"/>
                </a:moveTo>
                <a:lnTo>
                  <a:pt x="96113" y="65532"/>
                </a:lnTo>
                <a:lnTo>
                  <a:pt x="93065" y="64008"/>
                </a:lnTo>
                <a:lnTo>
                  <a:pt x="86969" y="64008"/>
                </a:lnTo>
                <a:lnTo>
                  <a:pt x="82397" y="68580"/>
                </a:lnTo>
                <a:lnTo>
                  <a:pt x="80873" y="71628"/>
                </a:lnTo>
                <a:lnTo>
                  <a:pt x="80873" y="76301"/>
                </a:lnTo>
                <a:lnTo>
                  <a:pt x="82397" y="79349"/>
                </a:lnTo>
                <a:lnTo>
                  <a:pt x="85445" y="82397"/>
                </a:lnTo>
                <a:lnTo>
                  <a:pt x="90017" y="82397"/>
                </a:lnTo>
                <a:lnTo>
                  <a:pt x="96113" y="82397"/>
                </a:lnTo>
                <a:lnTo>
                  <a:pt x="99161" y="79349"/>
                </a:lnTo>
                <a:lnTo>
                  <a:pt x="99161" y="6858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9" name="object 39" descr=""/>
          <p:cNvGrpSpPr/>
          <p:nvPr/>
        </p:nvGrpSpPr>
        <p:grpSpPr>
          <a:xfrm>
            <a:off x="751712" y="2565749"/>
            <a:ext cx="1837689" cy="102235"/>
            <a:chOff x="751712" y="2565749"/>
            <a:chExt cx="1837689" cy="102235"/>
          </a:xfrm>
        </p:grpSpPr>
        <p:pic>
          <p:nvPicPr>
            <p:cNvPr id="40" name="object 4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51712" y="2567273"/>
              <a:ext cx="102108" cy="93059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75157" y="2565749"/>
              <a:ext cx="94583" cy="99155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03268" y="2565749"/>
              <a:ext cx="86963" cy="100679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22235" y="2565749"/>
              <a:ext cx="85439" cy="102203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32058" y="2565749"/>
              <a:ext cx="99155" cy="102203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52550" y="2565749"/>
              <a:ext cx="222694" cy="102203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95056" y="2565749"/>
              <a:ext cx="96012" cy="100679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14023" y="2565749"/>
              <a:ext cx="336994" cy="102203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081498" y="2568797"/>
              <a:ext cx="90011" cy="96107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201989" y="2565749"/>
              <a:ext cx="90011" cy="100679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325528" y="2567273"/>
              <a:ext cx="88487" cy="93059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433827" y="2565749"/>
              <a:ext cx="97631" cy="100679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2564987" y="2632805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13716" y="24479"/>
                  </a:moveTo>
                  <a:lnTo>
                    <a:pt x="9144" y="24479"/>
                  </a:lnTo>
                  <a:lnTo>
                    <a:pt x="3048" y="21431"/>
                  </a:lnTo>
                  <a:lnTo>
                    <a:pt x="1524" y="18383"/>
                  </a:lnTo>
                  <a:lnTo>
                    <a:pt x="0" y="15240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3048" y="3048"/>
                  </a:lnTo>
                  <a:lnTo>
                    <a:pt x="4572" y="1524"/>
                  </a:lnTo>
                  <a:lnTo>
                    <a:pt x="6096" y="1524"/>
                  </a:lnTo>
                  <a:lnTo>
                    <a:pt x="9144" y="0"/>
                  </a:lnTo>
                  <a:lnTo>
                    <a:pt x="15240" y="0"/>
                  </a:lnTo>
                  <a:lnTo>
                    <a:pt x="18288" y="1524"/>
                  </a:lnTo>
                  <a:lnTo>
                    <a:pt x="19812" y="3048"/>
                  </a:lnTo>
                  <a:lnTo>
                    <a:pt x="10668" y="3048"/>
                  </a:lnTo>
                  <a:lnTo>
                    <a:pt x="9144" y="4572"/>
                  </a:lnTo>
                  <a:lnTo>
                    <a:pt x="6096" y="6096"/>
                  </a:lnTo>
                  <a:lnTo>
                    <a:pt x="3048" y="9144"/>
                  </a:lnTo>
                  <a:lnTo>
                    <a:pt x="3048" y="15240"/>
                  </a:lnTo>
                  <a:lnTo>
                    <a:pt x="4572" y="18383"/>
                  </a:lnTo>
                  <a:lnTo>
                    <a:pt x="7620" y="18383"/>
                  </a:lnTo>
                  <a:lnTo>
                    <a:pt x="10668" y="21431"/>
                  </a:lnTo>
                  <a:lnTo>
                    <a:pt x="19812" y="21431"/>
                  </a:lnTo>
                  <a:lnTo>
                    <a:pt x="13716" y="24479"/>
                  </a:lnTo>
                  <a:close/>
                </a:path>
                <a:path w="24764" h="24764">
                  <a:moveTo>
                    <a:pt x="19812" y="21431"/>
                  </a:moveTo>
                  <a:lnTo>
                    <a:pt x="13716" y="21431"/>
                  </a:lnTo>
                  <a:lnTo>
                    <a:pt x="15240" y="19907"/>
                  </a:lnTo>
                  <a:lnTo>
                    <a:pt x="18288" y="18383"/>
                  </a:lnTo>
                  <a:lnTo>
                    <a:pt x="19812" y="16764"/>
                  </a:lnTo>
                  <a:lnTo>
                    <a:pt x="21336" y="15240"/>
                  </a:lnTo>
                  <a:lnTo>
                    <a:pt x="19812" y="12192"/>
                  </a:lnTo>
                  <a:lnTo>
                    <a:pt x="19812" y="6096"/>
                  </a:lnTo>
                  <a:lnTo>
                    <a:pt x="16764" y="4572"/>
                  </a:lnTo>
                  <a:lnTo>
                    <a:pt x="15240" y="4572"/>
                  </a:lnTo>
                  <a:lnTo>
                    <a:pt x="13716" y="3048"/>
                  </a:lnTo>
                  <a:lnTo>
                    <a:pt x="19812" y="3048"/>
                  </a:lnTo>
                  <a:lnTo>
                    <a:pt x="22860" y="6096"/>
                  </a:lnTo>
                  <a:lnTo>
                    <a:pt x="24384" y="9144"/>
                  </a:lnTo>
                  <a:lnTo>
                    <a:pt x="24384" y="13716"/>
                  </a:lnTo>
                  <a:lnTo>
                    <a:pt x="22860" y="16764"/>
                  </a:lnTo>
                  <a:lnTo>
                    <a:pt x="22860" y="18383"/>
                  </a:lnTo>
                  <a:lnTo>
                    <a:pt x="19812" y="21431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/>
          <p:nvPr/>
        </p:nvSpPr>
        <p:spPr>
          <a:xfrm>
            <a:off x="554913" y="2728912"/>
            <a:ext cx="100965" cy="84455"/>
          </a:xfrm>
          <a:custGeom>
            <a:avLst/>
            <a:gdLst/>
            <a:ahLst/>
            <a:cxnLst/>
            <a:rect l="l" t="t" r="r" b="b"/>
            <a:pathLst>
              <a:path w="100965" h="84455">
                <a:moveTo>
                  <a:pt x="50292" y="73253"/>
                </a:moveTo>
                <a:lnTo>
                  <a:pt x="13716" y="73253"/>
                </a:lnTo>
                <a:lnTo>
                  <a:pt x="33528" y="51917"/>
                </a:lnTo>
                <a:lnTo>
                  <a:pt x="38100" y="45821"/>
                </a:lnTo>
                <a:lnTo>
                  <a:pt x="42672" y="41249"/>
                </a:lnTo>
                <a:lnTo>
                  <a:pt x="45720" y="36677"/>
                </a:lnTo>
                <a:lnTo>
                  <a:pt x="48768" y="27533"/>
                </a:lnTo>
                <a:lnTo>
                  <a:pt x="48768" y="18389"/>
                </a:lnTo>
                <a:lnTo>
                  <a:pt x="47244" y="13716"/>
                </a:lnTo>
                <a:lnTo>
                  <a:pt x="44196" y="7620"/>
                </a:lnTo>
                <a:lnTo>
                  <a:pt x="41148" y="4572"/>
                </a:lnTo>
                <a:lnTo>
                  <a:pt x="38100" y="3048"/>
                </a:lnTo>
                <a:lnTo>
                  <a:pt x="33528" y="0"/>
                </a:lnTo>
                <a:lnTo>
                  <a:pt x="15240" y="0"/>
                </a:lnTo>
                <a:lnTo>
                  <a:pt x="12192" y="3048"/>
                </a:lnTo>
                <a:lnTo>
                  <a:pt x="7620" y="4572"/>
                </a:lnTo>
                <a:lnTo>
                  <a:pt x="4572" y="7620"/>
                </a:lnTo>
                <a:lnTo>
                  <a:pt x="1524" y="13716"/>
                </a:lnTo>
                <a:lnTo>
                  <a:pt x="0" y="18389"/>
                </a:lnTo>
                <a:lnTo>
                  <a:pt x="0" y="22961"/>
                </a:lnTo>
                <a:lnTo>
                  <a:pt x="9144" y="22961"/>
                </a:lnTo>
                <a:lnTo>
                  <a:pt x="9144" y="18389"/>
                </a:lnTo>
                <a:lnTo>
                  <a:pt x="10668" y="15341"/>
                </a:lnTo>
                <a:lnTo>
                  <a:pt x="16764" y="9144"/>
                </a:lnTo>
                <a:lnTo>
                  <a:pt x="32004" y="9144"/>
                </a:lnTo>
                <a:lnTo>
                  <a:pt x="38100" y="15341"/>
                </a:lnTo>
                <a:lnTo>
                  <a:pt x="39624" y="18389"/>
                </a:lnTo>
                <a:lnTo>
                  <a:pt x="39624" y="26009"/>
                </a:lnTo>
                <a:lnTo>
                  <a:pt x="38100" y="30581"/>
                </a:lnTo>
                <a:lnTo>
                  <a:pt x="36576" y="33629"/>
                </a:lnTo>
                <a:lnTo>
                  <a:pt x="33528" y="36677"/>
                </a:lnTo>
                <a:lnTo>
                  <a:pt x="27432" y="45821"/>
                </a:lnTo>
                <a:lnTo>
                  <a:pt x="1524" y="71729"/>
                </a:lnTo>
                <a:lnTo>
                  <a:pt x="1524" y="82397"/>
                </a:lnTo>
                <a:lnTo>
                  <a:pt x="50292" y="82397"/>
                </a:lnTo>
                <a:lnTo>
                  <a:pt x="50292" y="73253"/>
                </a:lnTo>
                <a:close/>
              </a:path>
              <a:path w="100965" h="84455">
                <a:moveTo>
                  <a:pt x="100685" y="68580"/>
                </a:moveTo>
                <a:lnTo>
                  <a:pt x="97637" y="65532"/>
                </a:lnTo>
                <a:lnTo>
                  <a:pt x="94589" y="64008"/>
                </a:lnTo>
                <a:lnTo>
                  <a:pt x="88493" y="64008"/>
                </a:lnTo>
                <a:lnTo>
                  <a:pt x="83921" y="68580"/>
                </a:lnTo>
                <a:lnTo>
                  <a:pt x="82397" y="71628"/>
                </a:lnTo>
                <a:lnTo>
                  <a:pt x="82397" y="76301"/>
                </a:lnTo>
                <a:lnTo>
                  <a:pt x="83921" y="79349"/>
                </a:lnTo>
                <a:lnTo>
                  <a:pt x="88493" y="83921"/>
                </a:lnTo>
                <a:lnTo>
                  <a:pt x="91541" y="83921"/>
                </a:lnTo>
                <a:lnTo>
                  <a:pt x="94589" y="83921"/>
                </a:lnTo>
                <a:lnTo>
                  <a:pt x="97637" y="82397"/>
                </a:lnTo>
                <a:lnTo>
                  <a:pt x="100685" y="79349"/>
                </a:lnTo>
                <a:lnTo>
                  <a:pt x="100685" y="6858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4" name="object 54" descr=""/>
          <p:cNvGrpSpPr/>
          <p:nvPr/>
        </p:nvGrpSpPr>
        <p:grpSpPr>
          <a:xfrm>
            <a:off x="751713" y="2719768"/>
            <a:ext cx="1299845" cy="102235"/>
            <a:chOff x="751713" y="2719768"/>
            <a:chExt cx="1299845" cy="102235"/>
          </a:xfrm>
        </p:grpSpPr>
        <p:pic>
          <p:nvPicPr>
            <p:cNvPr id="55" name="object 55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51713" y="2722816"/>
              <a:ext cx="222599" cy="97631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994124" y="2757963"/>
              <a:ext cx="99695" cy="10795"/>
            </a:xfrm>
            <a:custGeom>
              <a:avLst/>
              <a:gdLst/>
              <a:ahLst/>
              <a:cxnLst/>
              <a:rect l="l" t="t" r="r" b="b"/>
              <a:pathLst>
                <a:path w="99694" h="10794">
                  <a:moveTo>
                    <a:pt x="6096" y="10668"/>
                  </a:moveTo>
                  <a:lnTo>
                    <a:pt x="3048" y="10668"/>
                  </a:lnTo>
                  <a:lnTo>
                    <a:pt x="0" y="7620"/>
                  </a:lnTo>
                  <a:lnTo>
                    <a:pt x="80867" y="7620"/>
                  </a:lnTo>
                  <a:lnTo>
                    <a:pt x="90011" y="0"/>
                  </a:lnTo>
                  <a:lnTo>
                    <a:pt x="99155" y="9144"/>
                  </a:lnTo>
                  <a:lnTo>
                    <a:pt x="10668" y="9144"/>
                  </a:lnTo>
                  <a:lnTo>
                    <a:pt x="6096" y="10668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13091" y="2719768"/>
              <a:ext cx="100679" cy="102203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36630" y="2719768"/>
              <a:ext cx="97631" cy="100679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355597" y="2724340"/>
              <a:ext cx="96107" cy="94583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474565" y="2719768"/>
              <a:ext cx="460533" cy="102203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962530" y="2719768"/>
              <a:ext cx="88487" cy="100679"/>
            </a:xfrm>
            <a:prstGeom prst="rect">
              <a:avLst/>
            </a:prstGeom>
          </p:spPr>
        </p:pic>
      </p:grpSp>
      <p:pic>
        <p:nvPicPr>
          <p:cNvPr id="62" name="object 62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144077" y="2728912"/>
            <a:ext cx="184499" cy="102203"/>
          </a:xfrm>
          <a:prstGeom prst="rect">
            <a:avLst/>
          </a:prstGeom>
        </p:spPr>
      </p:pic>
      <p:grpSp>
        <p:nvGrpSpPr>
          <p:cNvPr id="63" name="object 63" descr=""/>
          <p:cNvGrpSpPr/>
          <p:nvPr/>
        </p:nvGrpSpPr>
        <p:grpSpPr>
          <a:xfrm>
            <a:off x="2407920" y="2719768"/>
            <a:ext cx="396875" cy="102235"/>
            <a:chOff x="2407920" y="2719768"/>
            <a:chExt cx="396875" cy="102235"/>
          </a:xfrm>
        </p:grpSpPr>
        <p:pic>
          <p:nvPicPr>
            <p:cNvPr id="64" name="object 64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407920" y="2719768"/>
              <a:ext cx="102108" cy="102203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529935" y="2719768"/>
              <a:ext cx="219551" cy="102203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2779966" y="2786919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15240" y="1524"/>
                  </a:moveTo>
                  <a:lnTo>
                    <a:pt x="7620" y="1524"/>
                  </a:lnTo>
                  <a:lnTo>
                    <a:pt x="10668" y="0"/>
                  </a:lnTo>
                  <a:lnTo>
                    <a:pt x="13716" y="0"/>
                  </a:lnTo>
                  <a:lnTo>
                    <a:pt x="15240" y="1524"/>
                  </a:lnTo>
                  <a:close/>
                </a:path>
                <a:path w="24764" h="24764">
                  <a:moveTo>
                    <a:pt x="16764" y="24384"/>
                  </a:moveTo>
                  <a:lnTo>
                    <a:pt x="7620" y="24384"/>
                  </a:lnTo>
                  <a:lnTo>
                    <a:pt x="6096" y="22860"/>
                  </a:lnTo>
                  <a:lnTo>
                    <a:pt x="3048" y="21336"/>
                  </a:lnTo>
                  <a:lnTo>
                    <a:pt x="1524" y="18288"/>
                  </a:lnTo>
                  <a:lnTo>
                    <a:pt x="0" y="16764"/>
                  </a:lnTo>
                  <a:lnTo>
                    <a:pt x="0" y="7620"/>
                  </a:lnTo>
                  <a:lnTo>
                    <a:pt x="6096" y="1524"/>
                  </a:lnTo>
                  <a:lnTo>
                    <a:pt x="18288" y="1524"/>
                  </a:lnTo>
                  <a:lnTo>
                    <a:pt x="19907" y="3048"/>
                  </a:lnTo>
                  <a:lnTo>
                    <a:pt x="21431" y="4572"/>
                  </a:lnTo>
                  <a:lnTo>
                    <a:pt x="7620" y="4572"/>
                  </a:lnTo>
                  <a:lnTo>
                    <a:pt x="3048" y="9144"/>
                  </a:lnTo>
                  <a:lnTo>
                    <a:pt x="3048" y="16764"/>
                  </a:lnTo>
                  <a:lnTo>
                    <a:pt x="6096" y="19812"/>
                  </a:lnTo>
                  <a:lnTo>
                    <a:pt x="9144" y="19812"/>
                  </a:lnTo>
                  <a:lnTo>
                    <a:pt x="10668" y="21336"/>
                  </a:lnTo>
                  <a:lnTo>
                    <a:pt x="21431" y="21336"/>
                  </a:lnTo>
                  <a:lnTo>
                    <a:pt x="18288" y="22860"/>
                  </a:lnTo>
                  <a:lnTo>
                    <a:pt x="16764" y="24384"/>
                  </a:lnTo>
                  <a:close/>
                </a:path>
                <a:path w="24764" h="24764">
                  <a:moveTo>
                    <a:pt x="21431" y="21336"/>
                  </a:moveTo>
                  <a:lnTo>
                    <a:pt x="13716" y="21336"/>
                  </a:lnTo>
                  <a:lnTo>
                    <a:pt x="15240" y="19812"/>
                  </a:lnTo>
                  <a:lnTo>
                    <a:pt x="16764" y="19812"/>
                  </a:lnTo>
                  <a:lnTo>
                    <a:pt x="19907" y="18288"/>
                  </a:lnTo>
                  <a:lnTo>
                    <a:pt x="19907" y="9144"/>
                  </a:lnTo>
                  <a:lnTo>
                    <a:pt x="18288" y="6096"/>
                  </a:lnTo>
                  <a:lnTo>
                    <a:pt x="16764" y="6096"/>
                  </a:lnTo>
                  <a:lnTo>
                    <a:pt x="15240" y="4572"/>
                  </a:lnTo>
                  <a:lnTo>
                    <a:pt x="21431" y="4572"/>
                  </a:lnTo>
                  <a:lnTo>
                    <a:pt x="22955" y="7620"/>
                  </a:lnTo>
                  <a:lnTo>
                    <a:pt x="22955" y="9144"/>
                  </a:lnTo>
                  <a:lnTo>
                    <a:pt x="24479" y="10668"/>
                  </a:lnTo>
                  <a:lnTo>
                    <a:pt x="24479" y="13716"/>
                  </a:lnTo>
                  <a:lnTo>
                    <a:pt x="22955" y="15240"/>
                  </a:lnTo>
                  <a:lnTo>
                    <a:pt x="22955" y="19812"/>
                  </a:lnTo>
                  <a:lnTo>
                    <a:pt x="21431" y="21336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7" name="object 67" descr=""/>
          <p:cNvGrpSpPr/>
          <p:nvPr/>
        </p:nvGrpSpPr>
        <p:grpSpPr>
          <a:xfrm>
            <a:off x="567118" y="2880074"/>
            <a:ext cx="401320" cy="107950"/>
            <a:chOff x="567118" y="2880074"/>
            <a:chExt cx="401320" cy="107950"/>
          </a:xfrm>
        </p:grpSpPr>
        <p:pic>
          <p:nvPicPr>
            <p:cNvPr id="68" name="object 68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67118" y="2880074"/>
              <a:ext cx="152495" cy="107950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47045" y="2887599"/>
              <a:ext cx="102203" cy="91535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885825" y="2880080"/>
              <a:ext cx="31115" cy="107950"/>
            </a:xfrm>
            <a:custGeom>
              <a:avLst/>
              <a:gdLst/>
              <a:ahLst/>
              <a:cxnLst/>
              <a:rect l="l" t="t" r="r" b="b"/>
              <a:pathLst>
                <a:path w="31115" h="107950">
                  <a:moveTo>
                    <a:pt x="30568" y="0"/>
                  </a:moveTo>
                  <a:lnTo>
                    <a:pt x="19900" y="0"/>
                  </a:lnTo>
                  <a:lnTo>
                    <a:pt x="19900" y="10160"/>
                  </a:lnTo>
                  <a:lnTo>
                    <a:pt x="19900" y="10566"/>
                  </a:lnTo>
                  <a:lnTo>
                    <a:pt x="19900" y="97536"/>
                  </a:lnTo>
                  <a:lnTo>
                    <a:pt x="19900" y="97790"/>
                  </a:lnTo>
                  <a:lnTo>
                    <a:pt x="16852" y="97790"/>
                  </a:lnTo>
                  <a:lnTo>
                    <a:pt x="16852" y="97536"/>
                  </a:lnTo>
                  <a:lnTo>
                    <a:pt x="19900" y="97536"/>
                  </a:lnTo>
                  <a:lnTo>
                    <a:pt x="19900" y="10566"/>
                  </a:lnTo>
                  <a:lnTo>
                    <a:pt x="16852" y="10566"/>
                  </a:lnTo>
                  <a:lnTo>
                    <a:pt x="16852" y="10160"/>
                  </a:lnTo>
                  <a:lnTo>
                    <a:pt x="19900" y="10160"/>
                  </a:lnTo>
                  <a:lnTo>
                    <a:pt x="19900" y="0"/>
                  </a:lnTo>
                  <a:lnTo>
                    <a:pt x="3136" y="0"/>
                  </a:lnTo>
                  <a:lnTo>
                    <a:pt x="3136" y="1270"/>
                  </a:lnTo>
                  <a:lnTo>
                    <a:pt x="3136" y="1422"/>
                  </a:lnTo>
                  <a:lnTo>
                    <a:pt x="1524" y="1422"/>
                  </a:lnTo>
                  <a:lnTo>
                    <a:pt x="1524" y="1270"/>
                  </a:lnTo>
                  <a:lnTo>
                    <a:pt x="3136" y="1270"/>
                  </a:lnTo>
                  <a:lnTo>
                    <a:pt x="3136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10160"/>
                  </a:lnTo>
                  <a:lnTo>
                    <a:pt x="0" y="12700"/>
                  </a:lnTo>
                  <a:lnTo>
                    <a:pt x="16852" y="12700"/>
                  </a:lnTo>
                  <a:lnTo>
                    <a:pt x="16852" y="96520"/>
                  </a:lnTo>
                  <a:lnTo>
                    <a:pt x="0" y="96520"/>
                  </a:lnTo>
                  <a:lnTo>
                    <a:pt x="0" y="97790"/>
                  </a:lnTo>
                  <a:lnTo>
                    <a:pt x="0" y="106680"/>
                  </a:lnTo>
                  <a:lnTo>
                    <a:pt x="0" y="107950"/>
                  </a:lnTo>
                  <a:lnTo>
                    <a:pt x="30568" y="107950"/>
                  </a:lnTo>
                  <a:lnTo>
                    <a:pt x="30568" y="106680"/>
                  </a:lnTo>
                  <a:lnTo>
                    <a:pt x="30568" y="1422"/>
                  </a:lnTo>
                  <a:lnTo>
                    <a:pt x="29044" y="1422"/>
                  </a:lnTo>
                  <a:lnTo>
                    <a:pt x="27520" y="1422"/>
                  </a:lnTo>
                  <a:lnTo>
                    <a:pt x="27520" y="8890"/>
                  </a:lnTo>
                  <a:lnTo>
                    <a:pt x="27520" y="9042"/>
                  </a:lnTo>
                  <a:lnTo>
                    <a:pt x="21424" y="9042"/>
                  </a:lnTo>
                  <a:lnTo>
                    <a:pt x="21424" y="8890"/>
                  </a:lnTo>
                  <a:lnTo>
                    <a:pt x="27520" y="8890"/>
                  </a:lnTo>
                  <a:lnTo>
                    <a:pt x="27520" y="1422"/>
                  </a:lnTo>
                  <a:lnTo>
                    <a:pt x="27520" y="1270"/>
                  </a:lnTo>
                  <a:lnTo>
                    <a:pt x="30568" y="1270"/>
                  </a:lnTo>
                  <a:lnTo>
                    <a:pt x="30568" y="0"/>
                  </a:lnTo>
                  <a:close/>
                </a:path>
              </a:pathLst>
            </a:custGeom>
            <a:solidFill>
              <a:srgbClr val="A3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951452" y="2934938"/>
              <a:ext cx="17145" cy="41275"/>
            </a:xfrm>
            <a:custGeom>
              <a:avLst/>
              <a:gdLst/>
              <a:ahLst/>
              <a:cxnLst/>
              <a:rect l="l" t="t" r="r" b="b"/>
              <a:pathLst>
                <a:path w="17144" h="41275">
                  <a:moveTo>
                    <a:pt x="10668" y="41148"/>
                  </a:moveTo>
                  <a:lnTo>
                    <a:pt x="6096" y="41148"/>
                  </a:lnTo>
                  <a:lnTo>
                    <a:pt x="4572" y="39624"/>
                  </a:lnTo>
                  <a:lnTo>
                    <a:pt x="1524" y="38100"/>
                  </a:lnTo>
                  <a:lnTo>
                    <a:pt x="1524" y="36576"/>
                  </a:lnTo>
                  <a:lnTo>
                    <a:pt x="0" y="33528"/>
                  </a:lnTo>
                  <a:lnTo>
                    <a:pt x="0" y="30480"/>
                  </a:lnTo>
                  <a:lnTo>
                    <a:pt x="4572" y="25908"/>
                  </a:lnTo>
                  <a:lnTo>
                    <a:pt x="12192" y="25908"/>
                  </a:lnTo>
                  <a:lnTo>
                    <a:pt x="16764" y="30480"/>
                  </a:lnTo>
                  <a:lnTo>
                    <a:pt x="15240" y="33528"/>
                  </a:lnTo>
                  <a:lnTo>
                    <a:pt x="15240" y="38100"/>
                  </a:lnTo>
                  <a:lnTo>
                    <a:pt x="12192" y="39624"/>
                  </a:lnTo>
                  <a:lnTo>
                    <a:pt x="10668" y="41148"/>
                  </a:lnTo>
                  <a:close/>
                </a:path>
                <a:path w="17144" h="41275">
                  <a:moveTo>
                    <a:pt x="13716" y="1524"/>
                  </a:moveTo>
                  <a:lnTo>
                    <a:pt x="4572" y="1524"/>
                  </a:lnTo>
                  <a:lnTo>
                    <a:pt x="6096" y="0"/>
                  </a:lnTo>
                  <a:lnTo>
                    <a:pt x="12192" y="0"/>
                  </a:lnTo>
                  <a:lnTo>
                    <a:pt x="13716" y="1524"/>
                  </a:lnTo>
                  <a:close/>
                </a:path>
                <a:path w="17144" h="41275">
                  <a:moveTo>
                    <a:pt x="9144" y="15240"/>
                  </a:moveTo>
                  <a:lnTo>
                    <a:pt x="6096" y="15240"/>
                  </a:lnTo>
                  <a:lnTo>
                    <a:pt x="3048" y="12192"/>
                  </a:lnTo>
                  <a:lnTo>
                    <a:pt x="1524" y="12192"/>
                  </a:lnTo>
                  <a:lnTo>
                    <a:pt x="0" y="9144"/>
                  </a:lnTo>
                  <a:lnTo>
                    <a:pt x="0" y="6096"/>
                  </a:lnTo>
                  <a:lnTo>
                    <a:pt x="1524" y="4572"/>
                  </a:lnTo>
                  <a:lnTo>
                    <a:pt x="1524" y="1524"/>
                  </a:lnTo>
                  <a:lnTo>
                    <a:pt x="15240" y="1524"/>
                  </a:lnTo>
                  <a:lnTo>
                    <a:pt x="16764" y="4572"/>
                  </a:lnTo>
                  <a:lnTo>
                    <a:pt x="16764" y="10668"/>
                  </a:lnTo>
                  <a:lnTo>
                    <a:pt x="13716" y="13716"/>
                  </a:lnTo>
                  <a:lnTo>
                    <a:pt x="10668" y="13716"/>
                  </a:lnTo>
                  <a:lnTo>
                    <a:pt x="9144" y="1524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2" name="object 72" descr=""/>
          <p:cNvGrpSpPr/>
          <p:nvPr/>
        </p:nvGrpSpPr>
        <p:grpSpPr>
          <a:xfrm>
            <a:off x="1062799" y="2881502"/>
            <a:ext cx="822325" cy="104139"/>
            <a:chOff x="1062799" y="2881502"/>
            <a:chExt cx="822325" cy="104139"/>
          </a:xfrm>
        </p:grpSpPr>
        <p:pic>
          <p:nvPicPr>
            <p:cNvPr id="73" name="object 73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062799" y="2883027"/>
              <a:ext cx="97536" cy="102203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183290" y="2881502"/>
              <a:ext cx="341566" cy="103727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544669" y="2883027"/>
              <a:ext cx="340137" cy="102203"/>
            </a:xfrm>
            <a:prstGeom prst="rect">
              <a:avLst/>
            </a:prstGeom>
          </p:spPr>
        </p:pic>
      </p:grpSp>
      <p:grpSp>
        <p:nvGrpSpPr>
          <p:cNvPr id="76" name="object 76" descr=""/>
          <p:cNvGrpSpPr/>
          <p:nvPr/>
        </p:nvGrpSpPr>
        <p:grpSpPr>
          <a:xfrm>
            <a:off x="1976247" y="2892171"/>
            <a:ext cx="319405" cy="82550"/>
            <a:chOff x="1976247" y="2892171"/>
            <a:chExt cx="319405" cy="82550"/>
          </a:xfrm>
        </p:grpSpPr>
        <p:pic>
          <p:nvPicPr>
            <p:cNvPr id="77" name="object 77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976247" y="2892171"/>
              <a:ext cx="248602" cy="82391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2244661" y="2892171"/>
              <a:ext cx="50800" cy="82550"/>
            </a:xfrm>
            <a:custGeom>
              <a:avLst/>
              <a:gdLst/>
              <a:ahLst/>
              <a:cxnLst/>
              <a:rect l="l" t="t" r="r" b="b"/>
              <a:pathLst>
                <a:path w="50800" h="82550">
                  <a:moveTo>
                    <a:pt x="9239" y="82391"/>
                  </a:moveTo>
                  <a:lnTo>
                    <a:pt x="0" y="82391"/>
                  </a:lnTo>
                  <a:lnTo>
                    <a:pt x="0" y="0"/>
                  </a:lnTo>
                  <a:lnTo>
                    <a:pt x="30575" y="0"/>
                  </a:lnTo>
                  <a:lnTo>
                    <a:pt x="35147" y="1524"/>
                  </a:lnTo>
                  <a:lnTo>
                    <a:pt x="38195" y="3048"/>
                  </a:lnTo>
                  <a:lnTo>
                    <a:pt x="42767" y="6096"/>
                  </a:lnTo>
                  <a:lnTo>
                    <a:pt x="45815" y="7620"/>
                  </a:lnTo>
                  <a:lnTo>
                    <a:pt x="46323" y="9144"/>
                  </a:lnTo>
                  <a:lnTo>
                    <a:pt x="9239" y="9144"/>
                  </a:lnTo>
                  <a:lnTo>
                    <a:pt x="9239" y="39719"/>
                  </a:lnTo>
                  <a:lnTo>
                    <a:pt x="46312" y="39719"/>
                  </a:lnTo>
                  <a:lnTo>
                    <a:pt x="45815" y="41243"/>
                  </a:lnTo>
                  <a:lnTo>
                    <a:pt x="42767" y="44291"/>
                  </a:lnTo>
                  <a:lnTo>
                    <a:pt x="38195" y="45815"/>
                  </a:lnTo>
                  <a:lnTo>
                    <a:pt x="35147" y="47339"/>
                  </a:lnTo>
                  <a:lnTo>
                    <a:pt x="30575" y="48863"/>
                  </a:lnTo>
                  <a:lnTo>
                    <a:pt x="9239" y="48863"/>
                  </a:lnTo>
                  <a:lnTo>
                    <a:pt x="9239" y="82391"/>
                  </a:lnTo>
                  <a:close/>
                </a:path>
                <a:path w="50800" h="82550">
                  <a:moveTo>
                    <a:pt x="46312" y="39719"/>
                  </a:moveTo>
                  <a:lnTo>
                    <a:pt x="30575" y="39719"/>
                  </a:lnTo>
                  <a:lnTo>
                    <a:pt x="33623" y="38195"/>
                  </a:lnTo>
                  <a:lnTo>
                    <a:pt x="36671" y="35052"/>
                  </a:lnTo>
                  <a:lnTo>
                    <a:pt x="39719" y="28956"/>
                  </a:lnTo>
                  <a:lnTo>
                    <a:pt x="39719" y="19812"/>
                  </a:lnTo>
                  <a:lnTo>
                    <a:pt x="36671" y="13716"/>
                  </a:lnTo>
                  <a:lnTo>
                    <a:pt x="33623" y="10668"/>
                  </a:lnTo>
                  <a:lnTo>
                    <a:pt x="30575" y="9144"/>
                  </a:lnTo>
                  <a:lnTo>
                    <a:pt x="46323" y="9144"/>
                  </a:lnTo>
                  <a:lnTo>
                    <a:pt x="47339" y="12192"/>
                  </a:lnTo>
                  <a:lnTo>
                    <a:pt x="48863" y="15240"/>
                  </a:lnTo>
                  <a:lnTo>
                    <a:pt x="50387" y="19812"/>
                  </a:lnTo>
                  <a:lnTo>
                    <a:pt x="50387" y="28956"/>
                  </a:lnTo>
                  <a:lnTo>
                    <a:pt x="48863" y="33528"/>
                  </a:lnTo>
                  <a:lnTo>
                    <a:pt x="47339" y="36576"/>
                  </a:lnTo>
                  <a:lnTo>
                    <a:pt x="46312" y="397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9" name="object 79" descr=""/>
          <p:cNvGrpSpPr/>
          <p:nvPr/>
        </p:nvGrpSpPr>
        <p:grpSpPr>
          <a:xfrm>
            <a:off x="2375820" y="2881502"/>
            <a:ext cx="752475" cy="104139"/>
            <a:chOff x="2375820" y="2881502"/>
            <a:chExt cx="752475" cy="104139"/>
          </a:xfrm>
        </p:grpSpPr>
        <p:pic>
          <p:nvPicPr>
            <p:cNvPr id="80" name="object 80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375820" y="2887598"/>
              <a:ext cx="96107" cy="97631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510028" y="2883027"/>
              <a:ext cx="70199" cy="102203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612231" y="2881502"/>
              <a:ext cx="463677" cy="103727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3103340" y="2950178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16764" y="1524"/>
                  </a:moveTo>
                  <a:lnTo>
                    <a:pt x="9144" y="1524"/>
                  </a:lnTo>
                  <a:lnTo>
                    <a:pt x="10668" y="0"/>
                  </a:lnTo>
                  <a:lnTo>
                    <a:pt x="13716" y="0"/>
                  </a:lnTo>
                  <a:lnTo>
                    <a:pt x="16764" y="1524"/>
                  </a:lnTo>
                  <a:close/>
                </a:path>
                <a:path w="24764" h="24764">
                  <a:moveTo>
                    <a:pt x="18288" y="24384"/>
                  </a:moveTo>
                  <a:lnTo>
                    <a:pt x="9144" y="24384"/>
                  </a:lnTo>
                  <a:lnTo>
                    <a:pt x="6096" y="22860"/>
                  </a:lnTo>
                  <a:lnTo>
                    <a:pt x="1524" y="18288"/>
                  </a:lnTo>
                  <a:lnTo>
                    <a:pt x="1524" y="16764"/>
                  </a:lnTo>
                  <a:lnTo>
                    <a:pt x="0" y="13716"/>
                  </a:lnTo>
                  <a:lnTo>
                    <a:pt x="0" y="10668"/>
                  </a:lnTo>
                  <a:lnTo>
                    <a:pt x="1524" y="7620"/>
                  </a:lnTo>
                  <a:lnTo>
                    <a:pt x="3048" y="6096"/>
                  </a:lnTo>
                  <a:lnTo>
                    <a:pt x="3048" y="3048"/>
                  </a:lnTo>
                  <a:lnTo>
                    <a:pt x="6096" y="3048"/>
                  </a:lnTo>
                  <a:lnTo>
                    <a:pt x="7620" y="1524"/>
                  </a:lnTo>
                  <a:lnTo>
                    <a:pt x="18288" y="1524"/>
                  </a:lnTo>
                  <a:lnTo>
                    <a:pt x="21336" y="3048"/>
                  </a:lnTo>
                  <a:lnTo>
                    <a:pt x="22860" y="4572"/>
                  </a:lnTo>
                  <a:lnTo>
                    <a:pt x="9144" y="4572"/>
                  </a:lnTo>
                  <a:lnTo>
                    <a:pt x="7620" y="6096"/>
                  </a:lnTo>
                  <a:lnTo>
                    <a:pt x="4572" y="7620"/>
                  </a:lnTo>
                  <a:lnTo>
                    <a:pt x="4572" y="15240"/>
                  </a:lnTo>
                  <a:lnTo>
                    <a:pt x="6096" y="18288"/>
                  </a:lnTo>
                  <a:lnTo>
                    <a:pt x="7620" y="19812"/>
                  </a:lnTo>
                  <a:lnTo>
                    <a:pt x="9144" y="19812"/>
                  </a:lnTo>
                  <a:lnTo>
                    <a:pt x="12192" y="21336"/>
                  </a:lnTo>
                  <a:lnTo>
                    <a:pt x="21336" y="21336"/>
                  </a:lnTo>
                  <a:lnTo>
                    <a:pt x="18288" y="24384"/>
                  </a:lnTo>
                  <a:close/>
                </a:path>
                <a:path w="24764" h="24764">
                  <a:moveTo>
                    <a:pt x="21336" y="21336"/>
                  </a:moveTo>
                  <a:lnTo>
                    <a:pt x="13716" y="21336"/>
                  </a:lnTo>
                  <a:lnTo>
                    <a:pt x="16764" y="19812"/>
                  </a:lnTo>
                  <a:lnTo>
                    <a:pt x="18288" y="18288"/>
                  </a:lnTo>
                  <a:lnTo>
                    <a:pt x="19812" y="18288"/>
                  </a:lnTo>
                  <a:lnTo>
                    <a:pt x="21336" y="15240"/>
                  </a:lnTo>
                  <a:lnTo>
                    <a:pt x="21336" y="9144"/>
                  </a:lnTo>
                  <a:lnTo>
                    <a:pt x="19812" y="6096"/>
                  </a:lnTo>
                  <a:lnTo>
                    <a:pt x="18288" y="6096"/>
                  </a:lnTo>
                  <a:lnTo>
                    <a:pt x="15240" y="4572"/>
                  </a:lnTo>
                  <a:lnTo>
                    <a:pt x="22860" y="4572"/>
                  </a:lnTo>
                  <a:lnTo>
                    <a:pt x="22860" y="6096"/>
                  </a:lnTo>
                  <a:lnTo>
                    <a:pt x="24384" y="9144"/>
                  </a:lnTo>
                  <a:lnTo>
                    <a:pt x="24384" y="16764"/>
                  </a:lnTo>
                  <a:lnTo>
                    <a:pt x="22860" y="18288"/>
                  </a:lnTo>
                  <a:lnTo>
                    <a:pt x="21336" y="21336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4" name="object 84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5656226" y="1824318"/>
            <a:ext cx="4497428" cy="437778"/>
          </a:xfrm>
          <a:prstGeom prst="rect">
            <a:avLst/>
          </a:prstGeom>
        </p:spPr>
      </p:pic>
      <p:sp>
        <p:nvSpPr>
          <p:cNvPr id="85" name="object 85" descr=""/>
          <p:cNvSpPr/>
          <p:nvPr/>
        </p:nvSpPr>
        <p:spPr>
          <a:xfrm>
            <a:off x="387095" y="6123432"/>
            <a:ext cx="9939655" cy="9525"/>
          </a:xfrm>
          <a:custGeom>
            <a:avLst/>
            <a:gdLst/>
            <a:ahLst/>
            <a:cxnLst/>
            <a:rect l="l" t="t" r="r" b="b"/>
            <a:pathLst>
              <a:path w="9939655" h="9525">
                <a:moveTo>
                  <a:pt x="9939528" y="9144"/>
                </a:moveTo>
                <a:lnTo>
                  <a:pt x="0" y="9144"/>
                </a:lnTo>
                <a:lnTo>
                  <a:pt x="0" y="0"/>
                </a:lnTo>
                <a:lnTo>
                  <a:pt x="9939528" y="0"/>
                </a:lnTo>
                <a:lnTo>
                  <a:pt x="9939528" y="9144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6" name="object 86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390239" y="6245352"/>
            <a:ext cx="814387" cy="108299"/>
          </a:xfrm>
          <a:prstGeom prst="rect">
            <a:avLst/>
          </a:prstGeom>
        </p:spPr>
      </p:pic>
      <p:grpSp>
        <p:nvGrpSpPr>
          <p:cNvPr id="87" name="object 87" descr=""/>
          <p:cNvGrpSpPr/>
          <p:nvPr/>
        </p:nvGrpSpPr>
        <p:grpSpPr>
          <a:xfrm>
            <a:off x="9915811" y="6251447"/>
            <a:ext cx="256540" cy="102235"/>
            <a:chOff x="9915811" y="6251447"/>
            <a:chExt cx="256540" cy="102235"/>
          </a:xfrm>
        </p:grpSpPr>
        <p:pic>
          <p:nvPicPr>
            <p:cNvPr id="88" name="object 88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9915811" y="6251447"/>
              <a:ext cx="216502" cy="102203"/>
            </a:xfrm>
            <a:prstGeom prst="rect">
              <a:avLst/>
            </a:prstGeom>
          </p:spPr>
        </p:pic>
        <p:sp>
          <p:nvSpPr>
            <p:cNvPr id="89" name="object 89" descr=""/>
            <p:cNvSpPr/>
            <p:nvPr/>
          </p:nvSpPr>
          <p:spPr>
            <a:xfrm>
              <a:off x="10158222" y="6277355"/>
              <a:ext cx="13970" cy="62865"/>
            </a:xfrm>
            <a:custGeom>
              <a:avLst/>
              <a:gdLst/>
              <a:ahLst/>
              <a:cxnLst/>
              <a:rect l="l" t="t" r="r" b="b"/>
              <a:pathLst>
                <a:path w="13970" h="62864">
                  <a:moveTo>
                    <a:pt x="9144" y="13811"/>
                  </a:moveTo>
                  <a:lnTo>
                    <a:pt x="4572" y="13811"/>
                  </a:lnTo>
                  <a:lnTo>
                    <a:pt x="0" y="9239"/>
                  </a:lnTo>
                  <a:lnTo>
                    <a:pt x="0" y="4667"/>
                  </a:lnTo>
                  <a:lnTo>
                    <a:pt x="1524" y="3143"/>
                  </a:lnTo>
                  <a:lnTo>
                    <a:pt x="1524" y="1619"/>
                  </a:lnTo>
                  <a:lnTo>
                    <a:pt x="3048" y="0"/>
                  </a:lnTo>
                  <a:lnTo>
                    <a:pt x="10668" y="0"/>
                  </a:lnTo>
                  <a:lnTo>
                    <a:pt x="12192" y="1619"/>
                  </a:lnTo>
                  <a:lnTo>
                    <a:pt x="13716" y="3143"/>
                  </a:lnTo>
                  <a:lnTo>
                    <a:pt x="13716" y="10763"/>
                  </a:lnTo>
                  <a:lnTo>
                    <a:pt x="12192" y="10763"/>
                  </a:lnTo>
                  <a:lnTo>
                    <a:pt x="9144" y="13811"/>
                  </a:lnTo>
                  <a:close/>
                </a:path>
                <a:path w="13970" h="62864">
                  <a:moveTo>
                    <a:pt x="10668" y="62579"/>
                  </a:moveTo>
                  <a:lnTo>
                    <a:pt x="3048" y="62579"/>
                  </a:lnTo>
                  <a:lnTo>
                    <a:pt x="1524" y="61055"/>
                  </a:lnTo>
                  <a:lnTo>
                    <a:pt x="1524" y="59531"/>
                  </a:lnTo>
                  <a:lnTo>
                    <a:pt x="0" y="58007"/>
                  </a:lnTo>
                  <a:lnTo>
                    <a:pt x="0" y="53435"/>
                  </a:lnTo>
                  <a:lnTo>
                    <a:pt x="1524" y="51911"/>
                  </a:lnTo>
                  <a:lnTo>
                    <a:pt x="1524" y="50387"/>
                  </a:lnTo>
                  <a:lnTo>
                    <a:pt x="3048" y="48863"/>
                  </a:lnTo>
                  <a:lnTo>
                    <a:pt x="10668" y="48863"/>
                  </a:lnTo>
                  <a:lnTo>
                    <a:pt x="13716" y="51911"/>
                  </a:lnTo>
                  <a:lnTo>
                    <a:pt x="13716" y="59531"/>
                  </a:lnTo>
                  <a:lnTo>
                    <a:pt x="10668" y="62579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 descr=""/>
          <p:cNvSpPr/>
          <p:nvPr/>
        </p:nvSpPr>
        <p:spPr>
          <a:xfrm>
            <a:off x="10255853" y="6257544"/>
            <a:ext cx="59690" cy="81280"/>
          </a:xfrm>
          <a:custGeom>
            <a:avLst/>
            <a:gdLst/>
            <a:ahLst/>
            <a:cxnLst/>
            <a:rect l="l" t="t" r="r" b="b"/>
            <a:pathLst>
              <a:path w="59690" h="81279">
                <a:moveTo>
                  <a:pt x="38100" y="64103"/>
                </a:moveTo>
                <a:lnTo>
                  <a:pt x="0" y="64103"/>
                </a:lnTo>
                <a:lnTo>
                  <a:pt x="0" y="56483"/>
                </a:lnTo>
                <a:lnTo>
                  <a:pt x="35052" y="0"/>
                </a:lnTo>
                <a:lnTo>
                  <a:pt x="38100" y="0"/>
                </a:lnTo>
                <a:lnTo>
                  <a:pt x="38100" y="12192"/>
                </a:lnTo>
                <a:lnTo>
                  <a:pt x="36576" y="12192"/>
                </a:lnTo>
                <a:lnTo>
                  <a:pt x="10668" y="54959"/>
                </a:lnTo>
                <a:lnTo>
                  <a:pt x="38100" y="54959"/>
                </a:lnTo>
                <a:lnTo>
                  <a:pt x="38100" y="64103"/>
                </a:lnTo>
                <a:close/>
              </a:path>
              <a:path w="59690" h="81279">
                <a:moveTo>
                  <a:pt x="47244" y="80867"/>
                </a:moveTo>
                <a:lnTo>
                  <a:pt x="38100" y="80867"/>
                </a:lnTo>
                <a:lnTo>
                  <a:pt x="38100" y="0"/>
                </a:lnTo>
                <a:lnTo>
                  <a:pt x="41148" y="0"/>
                </a:lnTo>
                <a:lnTo>
                  <a:pt x="41148" y="12192"/>
                </a:lnTo>
                <a:lnTo>
                  <a:pt x="47244" y="12192"/>
                </a:lnTo>
                <a:lnTo>
                  <a:pt x="47244" y="80867"/>
                </a:lnTo>
                <a:close/>
              </a:path>
              <a:path w="59690" h="81279">
                <a:moveTo>
                  <a:pt x="47244" y="12192"/>
                </a:moveTo>
                <a:lnTo>
                  <a:pt x="41148" y="12192"/>
                </a:lnTo>
                <a:lnTo>
                  <a:pt x="41148" y="0"/>
                </a:lnTo>
                <a:lnTo>
                  <a:pt x="47244" y="0"/>
                </a:lnTo>
                <a:lnTo>
                  <a:pt x="47244" y="12192"/>
                </a:lnTo>
                <a:close/>
              </a:path>
              <a:path w="59690" h="81279">
                <a:moveTo>
                  <a:pt x="59531" y="64103"/>
                </a:moveTo>
                <a:lnTo>
                  <a:pt x="47244" y="64103"/>
                </a:lnTo>
                <a:lnTo>
                  <a:pt x="47244" y="54959"/>
                </a:lnTo>
                <a:lnTo>
                  <a:pt x="59531" y="54959"/>
                </a:lnTo>
                <a:lnTo>
                  <a:pt x="59531" y="64103"/>
                </a:lnTo>
                <a:close/>
              </a:path>
            </a:pathLst>
          </a:custGeom>
          <a:solidFill>
            <a:srgbClr val="465469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85667" y="745712"/>
            <a:ext cx="424180" cy="116205"/>
            <a:chOff x="385667" y="745712"/>
            <a:chExt cx="424180" cy="11620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5667" y="745712"/>
              <a:ext cx="371760" cy="11591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788288" y="779240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90" h="69215">
                  <a:moveTo>
                    <a:pt x="16764" y="19907"/>
                  </a:moveTo>
                  <a:lnTo>
                    <a:pt x="6096" y="19907"/>
                  </a:lnTo>
                  <a:lnTo>
                    <a:pt x="0" y="13811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3048" y="3048"/>
                  </a:lnTo>
                  <a:lnTo>
                    <a:pt x="6096" y="1524"/>
                  </a:lnTo>
                  <a:lnTo>
                    <a:pt x="7620" y="0"/>
                  </a:lnTo>
                  <a:lnTo>
                    <a:pt x="13716" y="0"/>
                  </a:lnTo>
                  <a:lnTo>
                    <a:pt x="16764" y="1524"/>
                  </a:lnTo>
                  <a:lnTo>
                    <a:pt x="18288" y="3048"/>
                  </a:lnTo>
                  <a:lnTo>
                    <a:pt x="21336" y="4572"/>
                  </a:lnTo>
                  <a:lnTo>
                    <a:pt x="21336" y="15335"/>
                  </a:lnTo>
                  <a:lnTo>
                    <a:pt x="18288" y="16859"/>
                  </a:lnTo>
                  <a:lnTo>
                    <a:pt x="16764" y="19907"/>
                  </a:lnTo>
                  <a:close/>
                </a:path>
                <a:path w="21590" h="69215">
                  <a:moveTo>
                    <a:pt x="13716" y="68675"/>
                  </a:moveTo>
                  <a:lnTo>
                    <a:pt x="7620" y="68675"/>
                  </a:lnTo>
                  <a:lnTo>
                    <a:pt x="6096" y="67151"/>
                  </a:lnTo>
                  <a:lnTo>
                    <a:pt x="3048" y="65627"/>
                  </a:lnTo>
                  <a:lnTo>
                    <a:pt x="1524" y="62579"/>
                  </a:lnTo>
                  <a:lnTo>
                    <a:pt x="0" y="61055"/>
                  </a:lnTo>
                  <a:lnTo>
                    <a:pt x="0" y="54959"/>
                  </a:lnTo>
                  <a:lnTo>
                    <a:pt x="6096" y="48863"/>
                  </a:lnTo>
                  <a:lnTo>
                    <a:pt x="16764" y="48863"/>
                  </a:lnTo>
                  <a:lnTo>
                    <a:pt x="18288" y="51911"/>
                  </a:lnTo>
                  <a:lnTo>
                    <a:pt x="21336" y="53435"/>
                  </a:lnTo>
                  <a:lnTo>
                    <a:pt x="21336" y="62579"/>
                  </a:lnTo>
                  <a:lnTo>
                    <a:pt x="16764" y="67151"/>
                  </a:lnTo>
                  <a:lnTo>
                    <a:pt x="13716" y="68675"/>
                  </a:lnTo>
                  <a:close/>
                </a:path>
              </a:pathLst>
            </a:custGeom>
            <a:solidFill>
              <a:srgbClr val="05956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4208" y="756380"/>
            <a:ext cx="167735" cy="9610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5283" y="745712"/>
            <a:ext cx="1250537" cy="115919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541197" y="988313"/>
            <a:ext cx="1726564" cy="285750"/>
          </a:xfrm>
          <a:custGeom>
            <a:avLst/>
            <a:gdLst/>
            <a:ahLst/>
            <a:cxnLst/>
            <a:rect l="l" t="t" r="r" b="b"/>
            <a:pathLst>
              <a:path w="1726564" h="285750">
                <a:moveTo>
                  <a:pt x="97637" y="120497"/>
                </a:moveTo>
                <a:lnTo>
                  <a:pt x="70116" y="126593"/>
                </a:lnTo>
                <a:lnTo>
                  <a:pt x="70116" y="82397"/>
                </a:lnTo>
                <a:lnTo>
                  <a:pt x="96113" y="82397"/>
                </a:lnTo>
                <a:lnTo>
                  <a:pt x="96113" y="47244"/>
                </a:lnTo>
                <a:lnTo>
                  <a:pt x="70116" y="47244"/>
                </a:lnTo>
                <a:lnTo>
                  <a:pt x="70116" y="1524"/>
                </a:lnTo>
                <a:lnTo>
                  <a:pt x="33540" y="1524"/>
                </a:lnTo>
                <a:lnTo>
                  <a:pt x="33540" y="47244"/>
                </a:lnTo>
                <a:lnTo>
                  <a:pt x="1536" y="47244"/>
                </a:lnTo>
                <a:lnTo>
                  <a:pt x="1536" y="82397"/>
                </a:lnTo>
                <a:lnTo>
                  <a:pt x="33540" y="82397"/>
                </a:lnTo>
                <a:lnTo>
                  <a:pt x="33540" y="135737"/>
                </a:lnTo>
                <a:lnTo>
                  <a:pt x="16205" y="140119"/>
                </a:lnTo>
                <a:lnTo>
                  <a:pt x="8026" y="141947"/>
                </a:lnTo>
                <a:lnTo>
                  <a:pt x="0" y="143357"/>
                </a:lnTo>
                <a:lnTo>
                  <a:pt x="4584" y="186118"/>
                </a:lnTo>
                <a:lnTo>
                  <a:pt x="33540" y="176974"/>
                </a:lnTo>
                <a:lnTo>
                  <a:pt x="33540" y="239458"/>
                </a:lnTo>
                <a:lnTo>
                  <a:pt x="30492" y="242506"/>
                </a:lnTo>
                <a:lnTo>
                  <a:pt x="27444" y="242506"/>
                </a:lnTo>
                <a:lnTo>
                  <a:pt x="22872" y="244030"/>
                </a:lnTo>
                <a:lnTo>
                  <a:pt x="4584" y="244030"/>
                </a:lnTo>
                <a:lnTo>
                  <a:pt x="5956" y="253199"/>
                </a:lnTo>
                <a:lnTo>
                  <a:pt x="9296" y="271551"/>
                </a:lnTo>
                <a:lnTo>
                  <a:pt x="10680" y="280708"/>
                </a:lnTo>
                <a:lnTo>
                  <a:pt x="21513" y="280466"/>
                </a:lnTo>
                <a:lnTo>
                  <a:pt x="39179" y="279425"/>
                </a:lnTo>
                <a:lnTo>
                  <a:pt x="45732" y="279184"/>
                </a:lnTo>
                <a:lnTo>
                  <a:pt x="53352" y="277660"/>
                </a:lnTo>
                <a:lnTo>
                  <a:pt x="59448" y="274612"/>
                </a:lnTo>
                <a:lnTo>
                  <a:pt x="62496" y="268516"/>
                </a:lnTo>
                <a:lnTo>
                  <a:pt x="67068" y="263842"/>
                </a:lnTo>
                <a:lnTo>
                  <a:pt x="70116" y="254698"/>
                </a:lnTo>
                <a:lnTo>
                  <a:pt x="70116" y="176974"/>
                </a:lnTo>
                <a:lnTo>
                  <a:pt x="70116" y="166217"/>
                </a:lnTo>
                <a:lnTo>
                  <a:pt x="88480" y="160693"/>
                </a:lnTo>
                <a:lnTo>
                  <a:pt x="94208" y="159143"/>
                </a:lnTo>
                <a:lnTo>
                  <a:pt x="97637" y="158597"/>
                </a:lnTo>
                <a:lnTo>
                  <a:pt x="97637" y="126593"/>
                </a:lnTo>
                <a:lnTo>
                  <a:pt x="97637" y="120497"/>
                </a:lnTo>
                <a:close/>
              </a:path>
              <a:path w="1726564" h="285750">
                <a:moveTo>
                  <a:pt x="271475" y="132689"/>
                </a:moveTo>
                <a:lnTo>
                  <a:pt x="233375" y="132689"/>
                </a:lnTo>
                <a:lnTo>
                  <a:pt x="233375" y="164693"/>
                </a:lnTo>
                <a:lnTo>
                  <a:pt x="233375" y="184594"/>
                </a:lnTo>
                <a:lnTo>
                  <a:pt x="233375" y="215074"/>
                </a:lnTo>
                <a:lnTo>
                  <a:pt x="233375" y="234886"/>
                </a:lnTo>
                <a:lnTo>
                  <a:pt x="146405" y="234886"/>
                </a:lnTo>
                <a:lnTo>
                  <a:pt x="146405" y="215074"/>
                </a:lnTo>
                <a:lnTo>
                  <a:pt x="233375" y="215074"/>
                </a:lnTo>
                <a:lnTo>
                  <a:pt x="233375" y="184594"/>
                </a:lnTo>
                <a:lnTo>
                  <a:pt x="146405" y="184594"/>
                </a:lnTo>
                <a:lnTo>
                  <a:pt x="146405" y="164693"/>
                </a:lnTo>
                <a:lnTo>
                  <a:pt x="233375" y="164693"/>
                </a:lnTo>
                <a:lnTo>
                  <a:pt x="233375" y="132689"/>
                </a:lnTo>
                <a:lnTo>
                  <a:pt x="108305" y="132689"/>
                </a:lnTo>
                <a:lnTo>
                  <a:pt x="108305" y="282232"/>
                </a:lnTo>
                <a:lnTo>
                  <a:pt x="146405" y="282232"/>
                </a:lnTo>
                <a:lnTo>
                  <a:pt x="146405" y="266890"/>
                </a:lnTo>
                <a:lnTo>
                  <a:pt x="233375" y="266890"/>
                </a:lnTo>
                <a:lnTo>
                  <a:pt x="233375" y="280708"/>
                </a:lnTo>
                <a:lnTo>
                  <a:pt x="271475" y="280708"/>
                </a:lnTo>
                <a:lnTo>
                  <a:pt x="271475" y="266890"/>
                </a:lnTo>
                <a:lnTo>
                  <a:pt x="271475" y="234886"/>
                </a:lnTo>
                <a:lnTo>
                  <a:pt x="271475" y="215074"/>
                </a:lnTo>
                <a:lnTo>
                  <a:pt x="271475" y="184594"/>
                </a:lnTo>
                <a:lnTo>
                  <a:pt x="271475" y="164693"/>
                </a:lnTo>
                <a:lnTo>
                  <a:pt x="271475" y="132689"/>
                </a:lnTo>
                <a:close/>
              </a:path>
              <a:path w="1726564" h="285750">
                <a:moveTo>
                  <a:pt x="283667" y="62484"/>
                </a:moveTo>
                <a:lnTo>
                  <a:pt x="274523" y="59918"/>
                </a:lnTo>
                <a:lnTo>
                  <a:pt x="265379" y="56769"/>
                </a:lnTo>
                <a:lnTo>
                  <a:pt x="256235" y="53060"/>
                </a:lnTo>
                <a:lnTo>
                  <a:pt x="247091" y="48768"/>
                </a:lnTo>
                <a:lnTo>
                  <a:pt x="246799" y="56464"/>
                </a:lnTo>
                <a:lnTo>
                  <a:pt x="246761" y="56769"/>
                </a:lnTo>
                <a:lnTo>
                  <a:pt x="245948" y="63436"/>
                </a:lnTo>
                <a:lnTo>
                  <a:pt x="244513" y="69557"/>
                </a:lnTo>
                <a:lnTo>
                  <a:pt x="242506" y="74676"/>
                </a:lnTo>
                <a:lnTo>
                  <a:pt x="240982" y="79248"/>
                </a:lnTo>
                <a:lnTo>
                  <a:pt x="234899" y="82397"/>
                </a:lnTo>
                <a:lnTo>
                  <a:pt x="149453" y="82397"/>
                </a:lnTo>
                <a:lnTo>
                  <a:pt x="143357" y="77724"/>
                </a:lnTo>
                <a:lnTo>
                  <a:pt x="143357" y="64008"/>
                </a:lnTo>
                <a:lnTo>
                  <a:pt x="180213" y="59156"/>
                </a:lnTo>
                <a:lnTo>
                  <a:pt x="215226" y="53721"/>
                </a:lnTo>
                <a:lnTo>
                  <a:pt x="248234" y="47726"/>
                </a:lnTo>
                <a:lnTo>
                  <a:pt x="279082" y="41148"/>
                </a:lnTo>
                <a:lnTo>
                  <a:pt x="275767" y="32004"/>
                </a:lnTo>
                <a:lnTo>
                  <a:pt x="266903" y="7620"/>
                </a:lnTo>
                <a:lnTo>
                  <a:pt x="236016" y="15290"/>
                </a:lnTo>
                <a:lnTo>
                  <a:pt x="205130" y="22098"/>
                </a:lnTo>
                <a:lnTo>
                  <a:pt x="174231" y="27774"/>
                </a:lnTo>
                <a:lnTo>
                  <a:pt x="143357" y="32004"/>
                </a:lnTo>
                <a:lnTo>
                  <a:pt x="143357" y="3048"/>
                </a:lnTo>
                <a:lnTo>
                  <a:pt x="105257" y="3048"/>
                </a:lnTo>
                <a:lnTo>
                  <a:pt x="105257" y="73152"/>
                </a:lnTo>
                <a:lnTo>
                  <a:pt x="108064" y="92100"/>
                </a:lnTo>
                <a:lnTo>
                  <a:pt x="116306" y="105435"/>
                </a:lnTo>
                <a:lnTo>
                  <a:pt x="129692" y="113334"/>
                </a:lnTo>
                <a:lnTo>
                  <a:pt x="147929" y="115925"/>
                </a:lnTo>
                <a:lnTo>
                  <a:pt x="234899" y="115925"/>
                </a:lnTo>
                <a:lnTo>
                  <a:pt x="274904" y="93433"/>
                </a:lnTo>
                <a:lnTo>
                  <a:pt x="279704" y="79971"/>
                </a:lnTo>
                <a:lnTo>
                  <a:pt x="283667" y="62484"/>
                </a:lnTo>
                <a:close/>
              </a:path>
              <a:path w="1726564" h="285750">
                <a:moveTo>
                  <a:pt x="465112" y="115925"/>
                </a:moveTo>
                <a:lnTo>
                  <a:pt x="456831" y="105613"/>
                </a:lnTo>
                <a:lnTo>
                  <a:pt x="447967" y="95148"/>
                </a:lnTo>
                <a:lnTo>
                  <a:pt x="438543" y="84378"/>
                </a:lnTo>
                <a:lnTo>
                  <a:pt x="428536" y="73152"/>
                </a:lnTo>
                <a:lnTo>
                  <a:pt x="398056" y="94589"/>
                </a:lnTo>
                <a:lnTo>
                  <a:pt x="407797" y="105968"/>
                </a:lnTo>
                <a:lnTo>
                  <a:pt x="416534" y="117068"/>
                </a:lnTo>
                <a:lnTo>
                  <a:pt x="424421" y="127596"/>
                </a:lnTo>
                <a:lnTo>
                  <a:pt x="431584" y="137261"/>
                </a:lnTo>
                <a:lnTo>
                  <a:pt x="465112" y="115925"/>
                </a:lnTo>
                <a:close/>
              </a:path>
              <a:path w="1726564" h="285750">
                <a:moveTo>
                  <a:pt x="553605" y="138785"/>
                </a:moveTo>
                <a:lnTo>
                  <a:pt x="317195" y="138785"/>
                </a:lnTo>
                <a:lnTo>
                  <a:pt x="317195" y="175450"/>
                </a:lnTo>
                <a:lnTo>
                  <a:pt x="494169" y="175450"/>
                </a:lnTo>
                <a:lnTo>
                  <a:pt x="481799" y="185153"/>
                </a:lnTo>
                <a:lnTo>
                  <a:pt x="467601" y="195834"/>
                </a:lnTo>
                <a:lnTo>
                  <a:pt x="451421" y="207391"/>
                </a:lnTo>
                <a:lnTo>
                  <a:pt x="433108" y="219646"/>
                </a:lnTo>
                <a:lnTo>
                  <a:pt x="411988" y="210553"/>
                </a:lnTo>
                <a:lnTo>
                  <a:pt x="356908" y="186118"/>
                </a:lnTo>
                <a:lnTo>
                  <a:pt x="337007" y="215074"/>
                </a:lnTo>
                <a:lnTo>
                  <a:pt x="363016" y="227317"/>
                </a:lnTo>
                <a:lnTo>
                  <a:pt x="394995" y="243281"/>
                </a:lnTo>
                <a:lnTo>
                  <a:pt x="475780" y="285280"/>
                </a:lnTo>
                <a:lnTo>
                  <a:pt x="501789" y="250126"/>
                </a:lnTo>
                <a:lnTo>
                  <a:pt x="494919" y="247827"/>
                </a:lnTo>
                <a:lnTo>
                  <a:pt x="488061" y="245364"/>
                </a:lnTo>
                <a:lnTo>
                  <a:pt x="481164" y="242633"/>
                </a:lnTo>
                <a:lnTo>
                  <a:pt x="474256" y="239458"/>
                </a:lnTo>
                <a:lnTo>
                  <a:pt x="493128" y="225171"/>
                </a:lnTo>
                <a:lnTo>
                  <a:pt x="500176" y="219646"/>
                </a:lnTo>
                <a:lnTo>
                  <a:pt x="512826" y="209740"/>
                </a:lnTo>
                <a:lnTo>
                  <a:pt x="533069" y="193167"/>
                </a:lnTo>
                <a:lnTo>
                  <a:pt x="553605" y="175450"/>
                </a:lnTo>
                <a:lnTo>
                  <a:pt x="553605" y="138785"/>
                </a:lnTo>
                <a:close/>
              </a:path>
              <a:path w="1726564" h="285750">
                <a:moveTo>
                  <a:pt x="576465" y="93065"/>
                </a:moveTo>
                <a:lnTo>
                  <a:pt x="541616" y="77584"/>
                </a:lnTo>
                <a:lnTo>
                  <a:pt x="510349" y="58686"/>
                </a:lnTo>
                <a:lnTo>
                  <a:pt x="486765" y="39624"/>
                </a:lnTo>
                <a:lnTo>
                  <a:pt x="482765" y="36398"/>
                </a:lnTo>
                <a:lnTo>
                  <a:pt x="459016" y="10668"/>
                </a:lnTo>
                <a:lnTo>
                  <a:pt x="466636" y="1524"/>
                </a:lnTo>
                <a:lnTo>
                  <a:pt x="416344" y="1524"/>
                </a:lnTo>
                <a:lnTo>
                  <a:pt x="391464" y="31292"/>
                </a:lnTo>
                <a:lnTo>
                  <a:pt x="362572" y="56781"/>
                </a:lnTo>
                <a:lnTo>
                  <a:pt x="329679" y="78295"/>
                </a:lnTo>
                <a:lnTo>
                  <a:pt x="292811" y="96113"/>
                </a:lnTo>
                <a:lnTo>
                  <a:pt x="298754" y="103517"/>
                </a:lnTo>
                <a:lnTo>
                  <a:pt x="305003" y="111925"/>
                </a:lnTo>
                <a:lnTo>
                  <a:pt x="311238" y="121183"/>
                </a:lnTo>
                <a:lnTo>
                  <a:pt x="317195" y="131165"/>
                </a:lnTo>
                <a:lnTo>
                  <a:pt x="352933" y="110858"/>
                </a:lnTo>
                <a:lnTo>
                  <a:pt x="384517" y="88823"/>
                </a:lnTo>
                <a:lnTo>
                  <a:pt x="411797" y="65074"/>
                </a:lnTo>
                <a:lnTo>
                  <a:pt x="434632" y="39624"/>
                </a:lnTo>
                <a:lnTo>
                  <a:pt x="458965" y="66535"/>
                </a:lnTo>
                <a:lnTo>
                  <a:pt x="486308" y="90157"/>
                </a:lnTo>
                <a:lnTo>
                  <a:pt x="516788" y="110642"/>
                </a:lnTo>
                <a:lnTo>
                  <a:pt x="550557" y="128117"/>
                </a:lnTo>
                <a:lnTo>
                  <a:pt x="558025" y="118135"/>
                </a:lnTo>
                <a:lnTo>
                  <a:pt x="570699" y="100469"/>
                </a:lnTo>
                <a:lnTo>
                  <a:pt x="576465" y="93065"/>
                </a:lnTo>
                <a:close/>
              </a:path>
              <a:path w="1726564" h="285750">
                <a:moveTo>
                  <a:pt x="651230" y="150977"/>
                </a:moveTo>
                <a:lnTo>
                  <a:pt x="605421" y="117449"/>
                </a:lnTo>
                <a:lnTo>
                  <a:pt x="584085" y="144881"/>
                </a:lnTo>
                <a:lnTo>
                  <a:pt x="604088" y="162039"/>
                </a:lnTo>
                <a:lnTo>
                  <a:pt x="614768" y="171500"/>
                </a:lnTo>
                <a:lnTo>
                  <a:pt x="625322" y="181546"/>
                </a:lnTo>
                <a:lnTo>
                  <a:pt x="651230" y="150977"/>
                </a:lnTo>
                <a:close/>
              </a:path>
              <a:path w="1726564" h="285750">
                <a:moveTo>
                  <a:pt x="667994" y="192214"/>
                </a:moveTo>
                <a:lnTo>
                  <a:pt x="632942" y="176974"/>
                </a:lnTo>
                <a:lnTo>
                  <a:pt x="632828" y="177317"/>
                </a:lnTo>
                <a:lnTo>
                  <a:pt x="625995" y="198107"/>
                </a:lnTo>
                <a:lnTo>
                  <a:pt x="618604" y="220218"/>
                </a:lnTo>
                <a:lnTo>
                  <a:pt x="610362" y="243205"/>
                </a:lnTo>
                <a:lnTo>
                  <a:pt x="600849" y="266890"/>
                </a:lnTo>
                <a:lnTo>
                  <a:pt x="610908" y="270637"/>
                </a:lnTo>
                <a:lnTo>
                  <a:pt x="620699" y="274789"/>
                </a:lnTo>
                <a:lnTo>
                  <a:pt x="640562" y="283756"/>
                </a:lnTo>
                <a:lnTo>
                  <a:pt x="649135" y="253123"/>
                </a:lnTo>
                <a:lnTo>
                  <a:pt x="656564" y="227660"/>
                </a:lnTo>
                <a:lnTo>
                  <a:pt x="662851" y="207365"/>
                </a:lnTo>
                <a:lnTo>
                  <a:pt x="667994" y="192214"/>
                </a:lnTo>
                <a:close/>
              </a:path>
              <a:path w="1726564" h="285750">
                <a:moveTo>
                  <a:pt x="675614" y="102209"/>
                </a:moveTo>
                <a:lnTo>
                  <a:pt x="667613" y="95897"/>
                </a:lnTo>
                <a:lnTo>
                  <a:pt x="657326" y="88290"/>
                </a:lnTo>
                <a:lnTo>
                  <a:pt x="629894" y="68580"/>
                </a:lnTo>
                <a:lnTo>
                  <a:pt x="606945" y="96113"/>
                </a:lnTo>
                <a:lnTo>
                  <a:pt x="619899" y="105232"/>
                </a:lnTo>
                <a:lnTo>
                  <a:pt x="631405" y="114211"/>
                </a:lnTo>
                <a:lnTo>
                  <a:pt x="641756" y="122897"/>
                </a:lnTo>
                <a:lnTo>
                  <a:pt x="651230" y="131165"/>
                </a:lnTo>
                <a:lnTo>
                  <a:pt x="675614" y="102209"/>
                </a:lnTo>
                <a:close/>
              </a:path>
              <a:path w="1726564" h="285750">
                <a:moveTo>
                  <a:pt x="867740" y="22860"/>
                </a:moveTo>
                <a:lnTo>
                  <a:pt x="797636" y="22860"/>
                </a:lnTo>
                <a:lnTo>
                  <a:pt x="797636" y="1524"/>
                </a:lnTo>
                <a:lnTo>
                  <a:pt x="758012" y="1524"/>
                </a:lnTo>
                <a:lnTo>
                  <a:pt x="758012" y="22860"/>
                </a:lnTo>
                <a:lnTo>
                  <a:pt x="695426" y="22860"/>
                </a:lnTo>
                <a:lnTo>
                  <a:pt x="695426" y="1524"/>
                </a:lnTo>
                <a:lnTo>
                  <a:pt x="655802" y="1524"/>
                </a:lnTo>
                <a:lnTo>
                  <a:pt x="655802" y="22860"/>
                </a:lnTo>
                <a:lnTo>
                  <a:pt x="585609" y="22860"/>
                </a:lnTo>
                <a:lnTo>
                  <a:pt x="585609" y="57912"/>
                </a:lnTo>
                <a:lnTo>
                  <a:pt x="655802" y="57912"/>
                </a:lnTo>
                <a:lnTo>
                  <a:pt x="655802" y="76200"/>
                </a:lnTo>
                <a:lnTo>
                  <a:pt x="695426" y="76200"/>
                </a:lnTo>
                <a:lnTo>
                  <a:pt x="695426" y="57912"/>
                </a:lnTo>
                <a:lnTo>
                  <a:pt x="758012" y="57912"/>
                </a:lnTo>
                <a:lnTo>
                  <a:pt x="758012" y="76200"/>
                </a:lnTo>
                <a:lnTo>
                  <a:pt x="797636" y="76200"/>
                </a:lnTo>
                <a:lnTo>
                  <a:pt x="797636" y="57912"/>
                </a:lnTo>
                <a:lnTo>
                  <a:pt x="867740" y="57912"/>
                </a:lnTo>
                <a:lnTo>
                  <a:pt x="867740" y="22860"/>
                </a:lnTo>
                <a:close/>
              </a:path>
              <a:path w="1726564" h="285750">
                <a:moveTo>
                  <a:pt x="867752" y="207365"/>
                </a:moveTo>
                <a:lnTo>
                  <a:pt x="867460" y="207365"/>
                </a:lnTo>
                <a:lnTo>
                  <a:pt x="860044" y="204863"/>
                </a:lnTo>
                <a:lnTo>
                  <a:pt x="850785" y="201549"/>
                </a:lnTo>
                <a:lnTo>
                  <a:pt x="840092" y="197383"/>
                </a:lnTo>
                <a:lnTo>
                  <a:pt x="828116" y="192214"/>
                </a:lnTo>
                <a:lnTo>
                  <a:pt x="826922" y="204025"/>
                </a:lnTo>
                <a:lnTo>
                  <a:pt x="806780" y="237934"/>
                </a:lnTo>
                <a:lnTo>
                  <a:pt x="744194" y="237934"/>
                </a:lnTo>
                <a:lnTo>
                  <a:pt x="722858" y="125069"/>
                </a:lnTo>
                <a:lnTo>
                  <a:pt x="796112" y="125069"/>
                </a:lnTo>
                <a:lnTo>
                  <a:pt x="795997" y="131165"/>
                </a:lnTo>
                <a:lnTo>
                  <a:pt x="795820" y="141592"/>
                </a:lnTo>
                <a:lnTo>
                  <a:pt x="783920" y="172313"/>
                </a:lnTo>
                <a:lnTo>
                  <a:pt x="774776" y="172313"/>
                </a:lnTo>
                <a:lnTo>
                  <a:pt x="768464" y="172072"/>
                </a:lnTo>
                <a:lnTo>
                  <a:pt x="759904" y="171500"/>
                </a:lnTo>
                <a:lnTo>
                  <a:pt x="751801" y="171030"/>
                </a:lnTo>
                <a:lnTo>
                  <a:pt x="741146" y="170789"/>
                </a:lnTo>
                <a:lnTo>
                  <a:pt x="741210" y="171030"/>
                </a:lnTo>
                <a:lnTo>
                  <a:pt x="741337" y="171500"/>
                </a:lnTo>
                <a:lnTo>
                  <a:pt x="743432" y="179374"/>
                </a:lnTo>
                <a:lnTo>
                  <a:pt x="745718" y="188785"/>
                </a:lnTo>
                <a:lnTo>
                  <a:pt x="748004" y="198742"/>
                </a:lnTo>
                <a:lnTo>
                  <a:pt x="750290" y="208978"/>
                </a:lnTo>
                <a:lnTo>
                  <a:pt x="795693" y="207365"/>
                </a:lnTo>
                <a:lnTo>
                  <a:pt x="794092" y="207365"/>
                </a:lnTo>
                <a:lnTo>
                  <a:pt x="802538" y="206603"/>
                </a:lnTo>
                <a:lnTo>
                  <a:pt x="810590" y="204025"/>
                </a:lnTo>
                <a:lnTo>
                  <a:pt x="830656" y="176974"/>
                </a:lnTo>
                <a:lnTo>
                  <a:pt x="831608" y="172313"/>
                </a:lnTo>
                <a:lnTo>
                  <a:pt x="831646" y="172072"/>
                </a:lnTo>
                <a:lnTo>
                  <a:pt x="831773" y="171500"/>
                </a:lnTo>
                <a:lnTo>
                  <a:pt x="831862" y="171030"/>
                </a:lnTo>
                <a:lnTo>
                  <a:pt x="834898" y="125069"/>
                </a:lnTo>
                <a:lnTo>
                  <a:pt x="834948" y="122897"/>
                </a:lnTo>
                <a:lnTo>
                  <a:pt x="835736" y="90017"/>
                </a:lnTo>
                <a:lnTo>
                  <a:pt x="681710" y="90017"/>
                </a:lnTo>
                <a:lnTo>
                  <a:pt x="681710" y="224218"/>
                </a:lnTo>
                <a:lnTo>
                  <a:pt x="684872" y="246481"/>
                </a:lnTo>
                <a:lnTo>
                  <a:pt x="694474" y="262750"/>
                </a:lnTo>
                <a:lnTo>
                  <a:pt x="710641" y="272745"/>
                </a:lnTo>
                <a:lnTo>
                  <a:pt x="733526" y="276136"/>
                </a:lnTo>
                <a:lnTo>
                  <a:pt x="794588" y="276136"/>
                </a:lnTo>
                <a:lnTo>
                  <a:pt x="834212" y="270040"/>
                </a:lnTo>
                <a:lnTo>
                  <a:pt x="860374" y="237934"/>
                </a:lnTo>
                <a:lnTo>
                  <a:pt x="861644" y="233553"/>
                </a:lnTo>
                <a:lnTo>
                  <a:pt x="864603" y="221170"/>
                </a:lnTo>
                <a:lnTo>
                  <a:pt x="867752" y="207365"/>
                </a:lnTo>
                <a:close/>
              </a:path>
              <a:path w="1726564" h="285750">
                <a:moveTo>
                  <a:pt x="1030897" y="204406"/>
                </a:moveTo>
                <a:lnTo>
                  <a:pt x="974509" y="212026"/>
                </a:lnTo>
                <a:lnTo>
                  <a:pt x="974509" y="157073"/>
                </a:lnTo>
                <a:lnTo>
                  <a:pt x="1017181" y="157073"/>
                </a:lnTo>
                <a:lnTo>
                  <a:pt x="1017181" y="120497"/>
                </a:lnTo>
                <a:lnTo>
                  <a:pt x="889076" y="120497"/>
                </a:lnTo>
                <a:lnTo>
                  <a:pt x="889076" y="157073"/>
                </a:lnTo>
                <a:lnTo>
                  <a:pt x="934885" y="157073"/>
                </a:lnTo>
                <a:lnTo>
                  <a:pt x="934885" y="218122"/>
                </a:lnTo>
                <a:lnTo>
                  <a:pt x="876884" y="224218"/>
                </a:lnTo>
                <a:lnTo>
                  <a:pt x="881456" y="266890"/>
                </a:lnTo>
                <a:lnTo>
                  <a:pt x="1030897" y="245554"/>
                </a:lnTo>
                <a:lnTo>
                  <a:pt x="1030897" y="212026"/>
                </a:lnTo>
                <a:lnTo>
                  <a:pt x="1030897" y="204406"/>
                </a:lnTo>
                <a:close/>
              </a:path>
              <a:path w="1726564" h="285750">
                <a:moveTo>
                  <a:pt x="1159014" y="201358"/>
                </a:moveTo>
                <a:lnTo>
                  <a:pt x="1149870" y="197624"/>
                </a:lnTo>
                <a:lnTo>
                  <a:pt x="1140726" y="193167"/>
                </a:lnTo>
                <a:lnTo>
                  <a:pt x="1131582" y="187858"/>
                </a:lnTo>
                <a:lnTo>
                  <a:pt x="1122438" y="181546"/>
                </a:lnTo>
                <a:lnTo>
                  <a:pt x="1120432" y="193167"/>
                </a:lnTo>
                <a:lnTo>
                  <a:pt x="1118819" y="203454"/>
                </a:lnTo>
                <a:lnTo>
                  <a:pt x="1117498" y="212204"/>
                </a:lnTo>
                <a:lnTo>
                  <a:pt x="1116342" y="219646"/>
                </a:lnTo>
                <a:lnTo>
                  <a:pt x="1114818" y="228790"/>
                </a:lnTo>
                <a:lnTo>
                  <a:pt x="1113294" y="234886"/>
                </a:lnTo>
                <a:lnTo>
                  <a:pt x="1108722" y="239458"/>
                </a:lnTo>
                <a:lnTo>
                  <a:pt x="1107198" y="239458"/>
                </a:lnTo>
                <a:lnTo>
                  <a:pt x="1081303" y="191871"/>
                </a:lnTo>
                <a:lnTo>
                  <a:pt x="1072781" y="131127"/>
                </a:lnTo>
                <a:lnTo>
                  <a:pt x="1069098" y="88493"/>
                </a:lnTo>
                <a:lnTo>
                  <a:pt x="1152918" y="88493"/>
                </a:lnTo>
                <a:lnTo>
                  <a:pt x="1152918" y="50292"/>
                </a:lnTo>
                <a:lnTo>
                  <a:pt x="1123962" y="50292"/>
                </a:lnTo>
                <a:lnTo>
                  <a:pt x="1139202" y="39624"/>
                </a:lnTo>
                <a:lnTo>
                  <a:pt x="1107198" y="3048"/>
                </a:lnTo>
                <a:lnTo>
                  <a:pt x="1081290" y="22860"/>
                </a:lnTo>
                <a:lnTo>
                  <a:pt x="1087234" y="29083"/>
                </a:lnTo>
                <a:lnTo>
                  <a:pt x="1093482" y="36004"/>
                </a:lnTo>
                <a:lnTo>
                  <a:pt x="1099718" y="43230"/>
                </a:lnTo>
                <a:lnTo>
                  <a:pt x="1105674" y="50292"/>
                </a:lnTo>
                <a:lnTo>
                  <a:pt x="1066050" y="50292"/>
                </a:lnTo>
                <a:lnTo>
                  <a:pt x="1065809" y="38608"/>
                </a:lnTo>
                <a:lnTo>
                  <a:pt x="1065695" y="36004"/>
                </a:lnTo>
                <a:lnTo>
                  <a:pt x="1064755" y="14084"/>
                </a:lnTo>
                <a:lnTo>
                  <a:pt x="1064526" y="1524"/>
                </a:lnTo>
                <a:lnTo>
                  <a:pt x="1021753" y="1524"/>
                </a:lnTo>
                <a:lnTo>
                  <a:pt x="1021854" y="3048"/>
                </a:lnTo>
                <a:lnTo>
                  <a:pt x="1024801" y="50292"/>
                </a:lnTo>
                <a:lnTo>
                  <a:pt x="876884" y="50292"/>
                </a:lnTo>
                <a:lnTo>
                  <a:pt x="876884" y="88493"/>
                </a:lnTo>
                <a:lnTo>
                  <a:pt x="1027849" y="88493"/>
                </a:lnTo>
                <a:lnTo>
                  <a:pt x="1031849" y="137134"/>
                </a:lnTo>
                <a:lnTo>
                  <a:pt x="1037005" y="178079"/>
                </a:lnTo>
                <a:lnTo>
                  <a:pt x="1043317" y="211594"/>
                </a:lnTo>
                <a:lnTo>
                  <a:pt x="1043444" y="212026"/>
                </a:lnTo>
                <a:lnTo>
                  <a:pt x="1043495" y="212204"/>
                </a:lnTo>
                <a:lnTo>
                  <a:pt x="1060259" y="257759"/>
                </a:lnTo>
                <a:lnTo>
                  <a:pt x="1107198" y="282232"/>
                </a:lnTo>
                <a:lnTo>
                  <a:pt x="1117790" y="281368"/>
                </a:lnTo>
                <a:lnTo>
                  <a:pt x="1151013" y="245186"/>
                </a:lnTo>
                <a:lnTo>
                  <a:pt x="1152283" y="239458"/>
                </a:lnTo>
                <a:lnTo>
                  <a:pt x="1155293" y="225983"/>
                </a:lnTo>
                <a:lnTo>
                  <a:pt x="1159014" y="201358"/>
                </a:lnTo>
                <a:close/>
              </a:path>
              <a:path w="1726564" h="285750">
                <a:moveTo>
                  <a:pt x="1311503" y="205930"/>
                </a:moveTo>
                <a:lnTo>
                  <a:pt x="1300924" y="177330"/>
                </a:lnTo>
                <a:lnTo>
                  <a:pt x="1289786" y="148894"/>
                </a:lnTo>
                <a:lnTo>
                  <a:pt x="1278064" y="120764"/>
                </a:lnTo>
                <a:lnTo>
                  <a:pt x="1265783" y="93065"/>
                </a:lnTo>
                <a:lnTo>
                  <a:pt x="1230731" y="106781"/>
                </a:lnTo>
                <a:lnTo>
                  <a:pt x="1242758" y="136207"/>
                </a:lnTo>
                <a:lnTo>
                  <a:pt x="1253845" y="165112"/>
                </a:lnTo>
                <a:lnTo>
                  <a:pt x="1263954" y="192798"/>
                </a:lnTo>
                <a:lnTo>
                  <a:pt x="1273403" y="219646"/>
                </a:lnTo>
                <a:lnTo>
                  <a:pt x="1311503" y="205930"/>
                </a:lnTo>
                <a:close/>
              </a:path>
              <a:path w="1726564" h="285750">
                <a:moveTo>
                  <a:pt x="1369504" y="183070"/>
                </a:moveTo>
                <a:lnTo>
                  <a:pt x="1360652" y="153593"/>
                </a:lnTo>
                <a:lnTo>
                  <a:pt x="1352359" y="126987"/>
                </a:lnTo>
                <a:lnTo>
                  <a:pt x="1344650" y="103263"/>
                </a:lnTo>
                <a:lnTo>
                  <a:pt x="1337500" y="82397"/>
                </a:lnTo>
                <a:lnTo>
                  <a:pt x="1300835" y="93065"/>
                </a:lnTo>
                <a:lnTo>
                  <a:pt x="1307744" y="114782"/>
                </a:lnTo>
                <a:lnTo>
                  <a:pt x="1314945" y="138798"/>
                </a:lnTo>
                <a:lnTo>
                  <a:pt x="1322730" y="165112"/>
                </a:lnTo>
                <a:lnTo>
                  <a:pt x="1331404" y="193738"/>
                </a:lnTo>
                <a:lnTo>
                  <a:pt x="1369504" y="183070"/>
                </a:lnTo>
                <a:close/>
              </a:path>
              <a:path w="1726564" h="285750">
                <a:moveTo>
                  <a:pt x="1447228" y="35052"/>
                </a:moveTo>
                <a:lnTo>
                  <a:pt x="1351216" y="35052"/>
                </a:lnTo>
                <a:lnTo>
                  <a:pt x="1346911" y="25082"/>
                </a:lnTo>
                <a:lnTo>
                  <a:pt x="1343025" y="15811"/>
                </a:lnTo>
                <a:lnTo>
                  <a:pt x="1339430" y="7416"/>
                </a:lnTo>
                <a:lnTo>
                  <a:pt x="1335976" y="0"/>
                </a:lnTo>
                <a:lnTo>
                  <a:pt x="1290167" y="10668"/>
                </a:lnTo>
                <a:lnTo>
                  <a:pt x="1293329" y="16624"/>
                </a:lnTo>
                <a:lnTo>
                  <a:pt x="1296073" y="22860"/>
                </a:lnTo>
                <a:lnTo>
                  <a:pt x="1298524" y="29108"/>
                </a:lnTo>
                <a:lnTo>
                  <a:pt x="1300835" y="35052"/>
                </a:lnTo>
                <a:lnTo>
                  <a:pt x="1191107" y="35052"/>
                </a:lnTo>
                <a:lnTo>
                  <a:pt x="1191018" y="129641"/>
                </a:lnTo>
                <a:lnTo>
                  <a:pt x="1190891" y="136207"/>
                </a:lnTo>
                <a:lnTo>
                  <a:pt x="1190840" y="138798"/>
                </a:lnTo>
                <a:lnTo>
                  <a:pt x="1190307" y="166814"/>
                </a:lnTo>
                <a:lnTo>
                  <a:pt x="1185913" y="202692"/>
                </a:lnTo>
                <a:lnTo>
                  <a:pt x="1178382" y="232537"/>
                </a:lnTo>
                <a:lnTo>
                  <a:pt x="1168146" y="256222"/>
                </a:lnTo>
                <a:lnTo>
                  <a:pt x="1177023" y="263105"/>
                </a:lnTo>
                <a:lnTo>
                  <a:pt x="1185341" y="269989"/>
                </a:lnTo>
                <a:lnTo>
                  <a:pt x="1193088" y="276885"/>
                </a:lnTo>
                <a:lnTo>
                  <a:pt x="1200251" y="283756"/>
                </a:lnTo>
                <a:lnTo>
                  <a:pt x="1213129" y="256857"/>
                </a:lnTo>
                <a:lnTo>
                  <a:pt x="1222159" y="222123"/>
                </a:lnTo>
                <a:lnTo>
                  <a:pt x="1227467" y="179679"/>
                </a:lnTo>
                <a:lnTo>
                  <a:pt x="1227556" y="177330"/>
                </a:lnTo>
                <a:lnTo>
                  <a:pt x="1229207" y="129641"/>
                </a:lnTo>
                <a:lnTo>
                  <a:pt x="1229207" y="70104"/>
                </a:lnTo>
                <a:lnTo>
                  <a:pt x="1447228" y="70104"/>
                </a:lnTo>
                <a:lnTo>
                  <a:pt x="1447228" y="35052"/>
                </a:lnTo>
                <a:close/>
              </a:path>
              <a:path w="1726564" h="285750">
                <a:moveTo>
                  <a:pt x="1448752" y="228790"/>
                </a:moveTo>
                <a:lnTo>
                  <a:pt x="1399984" y="228790"/>
                </a:lnTo>
                <a:lnTo>
                  <a:pt x="1411986" y="192201"/>
                </a:lnTo>
                <a:lnTo>
                  <a:pt x="1422844" y="157886"/>
                </a:lnTo>
                <a:lnTo>
                  <a:pt x="1432560" y="125844"/>
                </a:lnTo>
                <a:lnTo>
                  <a:pt x="1441132" y="96113"/>
                </a:lnTo>
                <a:lnTo>
                  <a:pt x="1401508" y="85445"/>
                </a:lnTo>
                <a:lnTo>
                  <a:pt x="1389507" y="127774"/>
                </a:lnTo>
                <a:lnTo>
                  <a:pt x="1378826" y="165112"/>
                </a:lnTo>
                <a:lnTo>
                  <a:pt x="1368933" y="199326"/>
                </a:lnTo>
                <a:lnTo>
                  <a:pt x="1360360" y="228790"/>
                </a:lnTo>
                <a:lnTo>
                  <a:pt x="1224635" y="228790"/>
                </a:lnTo>
                <a:lnTo>
                  <a:pt x="1224635" y="268516"/>
                </a:lnTo>
                <a:lnTo>
                  <a:pt x="1448752" y="268516"/>
                </a:lnTo>
                <a:lnTo>
                  <a:pt x="1448752" y="228790"/>
                </a:lnTo>
                <a:close/>
              </a:path>
              <a:path w="1726564" h="285750">
                <a:moveTo>
                  <a:pt x="1726311" y="13716"/>
                </a:moveTo>
                <a:lnTo>
                  <a:pt x="1685074" y="13716"/>
                </a:lnTo>
                <a:lnTo>
                  <a:pt x="1685074" y="51816"/>
                </a:lnTo>
                <a:lnTo>
                  <a:pt x="1685074" y="86969"/>
                </a:lnTo>
                <a:lnTo>
                  <a:pt x="1685074" y="123545"/>
                </a:lnTo>
                <a:lnTo>
                  <a:pt x="1685074" y="158597"/>
                </a:lnTo>
                <a:lnTo>
                  <a:pt x="1627162" y="158597"/>
                </a:lnTo>
                <a:lnTo>
                  <a:pt x="1627162" y="123545"/>
                </a:lnTo>
                <a:lnTo>
                  <a:pt x="1685074" y="123545"/>
                </a:lnTo>
                <a:lnTo>
                  <a:pt x="1685074" y="86969"/>
                </a:lnTo>
                <a:lnTo>
                  <a:pt x="1627162" y="86969"/>
                </a:lnTo>
                <a:lnTo>
                  <a:pt x="1627162" y="51816"/>
                </a:lnTo>
                <a:lnTo>
                  <a:pt x="1685074" y="51816"/>
                </a:lnTo>
                <a:lnTo>
                  <a:pt x="1685074" y="13716"/>
                </a:lnTo>
                <a:lnTo>
                  <a:pt x="1586014" y="13716"/>
                </a:lnTo>
                <a:lnTo>
                  <a:pt x="1586014" y="51816"/>
                </a:lnTo>
                <a:lnTo>
                  <a:pt x="1586014" y="86969"/>
                </a:lnTo>
                <a:lnTo>
                  <a:pt x="1586014" y="123545"/>
                </a:lnTo>
                <a:lnTo>
                  <a:pt x="1586014" y="158597"/>
                </a:lnTo>
                <a:lnTo>
                  <a:pt x="1526476" y="158597"/>
                </a:lnTo>
                <a:lnTo>
                  <a:pt x="1526476" y="123545"/>
                </a:lnTo>
                <a:lnTo>
                  <a:pt x="1586014" y="123545"/>
                </a:lnTo>
                <a:lnTo>
                  <a:pt x="1586014" y="86969"/>
                </a:lnTo>
                <a:lnTo>
                  <a:pt x="1526476" y="86969"/>
                </a:lnTo>
                <a:lnTo>
                  <a:pt x="1526476" y="51816"/>
                </a:lnTo>
                <a:lnTo>
                  <a:pt x="1586014" y="51816"/>
                </a:lnTo>
                <a:lnTo>
                  <a:pt x="1586014" y="13716"/>
                </a:lnTo>
                <a:lnTo>
                  <a:pt x="1485328" y="13716"/>
                </a:lnTo>
                <a:lnTo>
                  <a:pt x="1485328" y="147929"/>
                </a:lnTo>
                <a:lnTo>
                  <a:pt x="1484782" y="184873"/>
                </a:lnTo>
                <a:lnTo>
                  <a:pt x="1480947" y="215646"/>
                </a:lnTo>
                <a:lnTo>
                  <a:pt x="1473974" y="240398"/>
                </a:lnTo>
                <a:lnTo>
                  <a:pt x="1463992" y="259270"/>
                </a:lnTo>
                <a:lnTo>
                  <a:pt x="1473136" y="265036"/>
                </a:lnTo>
                <a:lnTo>
                  <a:pt x="1482280" y="270941"/>
                </a:lnTo>
                <a:lnTo>
                  <a:pt x="1491424" y="277139"/>
                </a:lnTo>
                <a:lnTo>
                  <a:pt x="1500568" y="283756"/>
                </a:lnTo>
                <a:lnTo>
                  <a:pt x="1509737" y="268820"/>
                </a:lnTo>
                <a:lnTo>
                  <a:pt x="1516761" y="249186"/>
                </a:lnTo>
                <a:lnTo>
                  <a:pt x="1521790" y="224726"/>
                </a:lnTo>
                <a:lnTo>
                  <a:pt x="1524952" y="195262"/>
                </a:lnTo>
                <a:lnTo>
                  <a:pt x="1586014" y="195262"/>
                </a:lnTo>
                <a:lnTo>
                  <a:pt x="1586014" y="276136"/>
                </a:lnTo>
                <a:lnTo>
                  <a:pt x="1627162" y="276136"/>
                </a:lnTo>
                <a:lnTo>
                  <a:pt x="1627162" y="195262"/>
                </a:lnTo>
                <a:lnTo>
                  <a:pt x="1685074" y="195262"/>
                </a:lnTo>
                <a:lnTo>
                  <a:pt x="1685074" y="233362"/>
                </a:lnTo>
                <a:lnTo>
                  <a:pt x="1680502" y="239458"/>
                </a:lnTo>
                <a:lnTo>
                  <a:pt x="1668310" y="239458"/>
                </a:lnTo>
                <a:lnTo>
                  <a:pt x="1665452" y="239204"/>
                </a:lnTo>
                <a:lnTo>
                  <a:pt x="1649450" y="237540"/>
                </a:lnTo>
                <a:lnTo>
                  <a:pt x="1636306" y="236410"/>
                </a:lnTo>
                <a:lnTo>
                  <a:pt x="1639468" y="246722"/>
                </a:lnTo>
                <a:lnTo>
                  <a:pt x="1642211" y="257187"/>
                </a:lnTo>
                <a:lnTo>
                  <a:pt x="1644662" y="267957"/>
                </a:lnTo>
                <a:lnTo>
                  <a:pt x="1646974" y="279184"/>
                </a:lnTo>
                <a:lnTo>
                  <a:pt x="1660118" y="278942"/>
                </a:lnTo>
                <a:lnTo>
                  <a:pt x="1682978" y="277901"/>
                </a:lnTo>
                <a:lnTo>
                  <a:pt x="1692694" y="277660"/>
                </a:lnTo>
                <a:lnTo>
                  <a:pt x="1700377" y="275971"/>
                </a:lnTo>
                <a:lnTo>
                  <a:pt x="1725739" y="246507"/>
                </a:lnTo>
                <a:lnTo>
                  <a:pt x="1726311" y="195262"/>
                </a:lnTo>
                <a:lnTo>
                  <a:pt x="1726311" y="158597"/>
                </a:lnTo>
                <a:lnTo>
                  <a:pt x="1726311" y="123545"/>
                </a:lnTo>
                <a:lnTo>
                  <a:pt x="1726311" y="86969"/>
                </a:lnTo>
                <a:lnTo>
                  <a:pt x="1726311" y="51816"/>
                </a:lnTo>
                <a:lnTo>
                  <a:pt x="1726311" y="13716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334672" y="1072229"/>
            <a:ext cx="53340" cy="163195"/>
          </a:xfrm>
          <a:custGeom>
            <a:avLst/>
            <a:gdLst/>
            <a:ahLst/>
            <a:cxnLst/>
            <a:rect l="l" t="t" r="r" b="b"/>
            <a:pathLst>
              <a:path w="53339" h="163194">
                <a:moveTo>
                  <a:pt x="33528" y="47244"/>
                </a:moveTo>
                <a:lnTo>
                  <a:pt x="19812" y="47244"/>
                </a:lnTo>
                <a:lnTo>
                  <a:pt x="13716" y="45720"/>
                </a:lnTo>
                <a:lnTo>
                  <a:pt x="7620" y="41148"/>
                </a:lnTo>
                <a:lnTo>
                  <a:pt x="3048" y="35052"/>
                </a:lnTo>
                <a:lnTo>
                  <a:pt x="0" y="30480"/>
                </a:lnTo>
                <a:lnTo>
                  <a:pt x="0" y="16764"/>
                </a:lnTo>
                <a:lnTo>
                  <a:pt x="3048" y="12192"/>
                </a:lnTo>
                <a:lnTo>
                  <a:pt x="7620" y="6096"/>
                </a:lnTo>
                <a:lnTo>
                  <a:pt x="13716" y="1524"/>
                </a:lnTo>
                <a:lnTo>
                  <a:pt x="19812" y="0"/>
                </a:lnTo>
                <a:lnTo>
                  <a:pt x="33528" y="0"/>
                </a:lnTo>
                <a:lnTo>
                  <a:pt x="39624" y="1524"/>
                </a:lnTo>
                <a:lnTo>
                  <a:pt x="45720" y="6096"/>
                </a:lnTo>
                <a:lnTo>
                  <a:pt x="50292" y="10668"/>
                </a:lnTo>
                <a:lnTo>
                  <a:pt x="53340" y="16764"/>
                </a:lnTo>
                <a:lnTo>
                  <a:pt x="53340" y="30480"/>
                </a:lnTo>
                <a:lnTo>
                  <a:pt x="50292" y="36576"/>
                </a:lnTo>
                <a:lnTo>
                  <a:pt x="45720" y="41148"/>
                </a:lnTo>
                <a:lnTo>
                  <a:pt x="39624" y="45720"/>
                </a:lnTo>
                <a:lnTo>
                  <a:pt x="33528" y="47244"/>
                </a:lnTo>
                <a:close/>
              </a:path>
              <a:path w="53339" h="163194">
                <a:moveTo>
                  <a:pt x="33528" y="163163"/>
                </a:moveTo>
                <a:lnTo>
                  <a:pt x="19812" y="163163"/>
                </a:lnTo>
                <a:lnTo>
                  <a:pt x="13716" y="161639"/>
                </a:lnTo>
                <a:lnTo>
                  <a:pt x="7620" y="157067"/>
                </a:lnTo>
                <a:lnTo>
                  <a:pt x="3048" y="152495"/>
                </a:lnTo>
                <a:lnTo>
                  <a:pt x="0" y="146399"/>
                </a:lnTo>
                <a:lnTo>
                  <a:pt x="0" y="132683"/>
                </a:lnTo>
                <a:lnTo>
                  <a:pt x="3048" y="128111"/>
                </a:lnTo>
                <a:lnTo>
                  <a:pt x="7620" y="123539"/>
                </a:lnTo>
                <a:lnTo>
                  <a:pt x="13716" y="118967"/>
                </a:lnTo>
                <a:lnTo>
                  <a:pt x="19812" y="115919"/>
                </a:lnTo>
                <a:lnTo>
                  <a:pt x="33528" y="115919"/>
                </a:lnTo>
                <a:lnTo>
                  <a:pt x="39624" y="117443"/>
                </a:lnTo>
                <a:lnTo>
                  <a:pt x="50292" y="128111"/>
                </a:lnTo>
                <a:lnTo>
                  <a:pt x="53340" y="132683"/>
                </a:lnTo>
                <a:lnTo>
                  <a:pt x="53340" y="146399"/>
                </a:lnTo>
                <a:lnTo>
                  <a:pt x="50292" y="152495"/>
                </a:lnTo>
                <a:lnTo>
                  <a:pt x="45720" y="157067"/>
                </a:lnTo>
                <a:lnTo>
                  <a:pt x="39624" y="161639"/>
                </a:lnTo>
                <a:lnTo>
                  <a:pt x="33528" y="163163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83275" y="988313"/>
            <a:ext cx="2034349" cy="285273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388620" y="2040635"/>
            <a:ext cx="64135" cy="1123315"/>
          </a:xfrm>
          <a:custGeom>
            <a:avLst/>
            <a:gdLst/>
            <a:ahLst/>
            <a:cxnLst/>
            <a:rect l="l" t="t" r="r" b="b"/>
            <a:pathLst>
              <a:path w="64134" h="1123314">
                <a:moveTo>
                  <a:pt x="36576" y="1080515"/>
                </a:moveTo>
                <a:lnTo>
                  <a:pt x="4572" y="1080515"/>
                </a:lnTo>
                <a:lnTo>
                  <a:pt x="4572" y="1075944"/>
                </a:lnTo>
                <a:lnTo>
                  <a:pt x="3048" y="1075944"/>
                </a:lnTo>
                <a:lnTo>
                  <a:pt x="3048" y="1071372"/>
                </a:lnTo>
                <a:lnTo>
                  <a:pt x="1524" y="1071372"/>
                </a:lnTo>
                <a:lnTo>
                  <a:pt x="1524" y="1063752"/>
                </a:lnTo>
                <a:lnTo>
                  <a:pt x="0" y="1063752"/>
                </a:lnTo>
                <a:lnTo>
                  <a:pt x="0" y="57912"/>
                </a:lnTo>
                <a:lnTo>
                  <a:pt x="30480" y="9143"/>
                </a:lnTo>
                <a:lnTo>
                  <a:pt x="54864" y="0"/>
                </a:lnTo>
                <a:lnTo>
                  <a:pt x="60960" y="0"/>
                </a:lnTo>
                <a:lnTo>
                  <a:pt x="59436" y="1523"/>
                </a:lnTo>
                <a:lnTo>
                  <a:pt x="56388" y="3047"/>
                </a:lnTo>
                <a:lnTo>
                  <a:pt x="47243" y="12191"/>
                </a:lnTo>
                <a:lnTo>
                  <a:pt x="45719" y="15239"/>
                </a:lnTo>
                <a:lnTo>
                  <a:pt x="44196" y="16763"/>
                </a:lnTo>
                <a:lnTo>
                  <a:pt x="42672" y="19812"/>
                </a:lnTo>
                <a:lnTo>
                  <a:pt x="41148" y="24383"/>
                </a:lnTo>
                <a:lnTo>
                  <a:pt x="39624" y="27431"/>
                </a:lnTo>
                <a:lnTo>
                  <a:pt x="38100" y="33527"/>
                </a:lnTo>
                <a:lnTo>
                  <a:pt x="35052" y="48767"/>
                </a:lnTo>
                <a:lnTo>
                  <a:pt x="35052" y="1072896"/>
                </a:lnTo>
                <a:lnTo>
                  <a:pt x="36576" y="1072896"/>
                </a:lnTo>
                <a:lnTo>
                  <a:pt x="36576" y="1080515"/>
                </a:lnTo>
                <a:close/>
              </a:path>
              <a:path w="64134" h="1123314">
                <a:moveTo>
                  <a:pt x="64008" y="1123188"/>
                </a:moveTo>
                <a:lnTo>
                  <a:pt x="51816" y="1120139"/>
                </a:lnTo>
                <a:lnTo>
                  <a:pt x="42672" y="1117091"/>
                </a:lnTo>
                <a:lnTo>
                  <a:pt x="30480" y="1110996"/>
                </a:lnTo>
                <a:lnTo>
                  <a:pt x="12192" y="1092707"/>
                </a:lnTo>
                <a:lnTo>
                  <a:pt x="10667" y="1092707"/>
                </a:lnTo>
                <a:lnTo>
                  <a:pt x="10667" y="1089660"/>
                </a:lnTo>
                <a:lnTo>
                  <a:pt x="9143" y="1089660"/>
                </a:lnTo>
                <a:lnTo>
                  <a:pt x="9143" y="1086612"/>
                </a:lnTo>
                <a:lnTo>
                  <a:pt x="7619" y="1086612"/>
                </a:lnTo>
                <a:lnTo>
                  <a:pt x="7619" y="1083564"/>
                </a:lnTo>
                <a:lnTo>
                  <a:pt x="6096" y="1083564"/>
                </a:lnTo>
                <a:lnTo>
                  <a:pt x="6096" y="1080515"/>
                </a:lnTo>
                <a:lnTo>
                  <a:pt x="38100" y="1080515"/>
                </a:lnTo>
                <a:lnTo>
                  <a:pt x="38100" y="1088136"/>
                </a:lnTo>
                <a:lnTo>
                  <a:pt x="39624" y="1088136"/>
                </a:lnTo>
                <a:lnTo>
                  <a:pt x="39624" y="1094231"/>
                </a:lnTo>
                <a:lnTo>
                  <a:pt x="41148" y="1094231"/>
                </a:lnTo>
                <a:lnTo>
                  <a:pt x="41148" y="1097280"/>
                </a:lnTo>
                <a:lnTo>
                  <a:pt x="42672" y="1097280"/>
                </a:lnTo>
                <a:lnTo>
                  <a:pt x="42672" y="1101852"/>
                </a:lnTo>
                <a:lnTo>
                  <a:pt x="44196" y="1101852"/>
                </a:lnTo>
                <a:lnTo>
                  <a:pt x="44196" y="1104899"/>
                </a:lnTo>
                <a:lnTo>
                  <a:pt x="45719" y="1104899"/>
                </a:lnTo>
                <a:lnTo>
                  <a:pt x="47243" y="1106423"/>
                </a:lnTo>
                <a:lnTo>
                  <a:pt x="47243" y="1109472"/>
                </a:lnTo>
                <a:lnTo>
                  <a:pt x="48767" y="1109472"/>
                </a:lnTo>
                <a:lnTo>
                  <a:pt x="57912" y="1118615"/>
                </a:lnTo>
                <a:lnTo>
                  <a:pt x="64008" y="1121664"/>
                </a:lnTo>
                <a:lnTo>
                  <a:pt x="64008" y="1123188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85660" y="1728215"/>
            <a:ext cx="1231265" cy="201930"/>
          </a:xfrm>
          <a:custGeom>
            <a:avLst/>
            <a:gdLst/>
            <a:ahLst/>
            <a:cxnLst/>
            <a:rect l="l" t="t" r="r" b="b"/>
            <a:pathLst>
              <a:path w="1231265" h="201930">
                <a:moveTo>
                  <a:pt x="77724" y="102209"/>
                </a:moveTo>
                <a:lnTo>
                  <a:pt x="70891" y="95846"/>
                </a:lnTo>
                <a:lnTo>
                  <a:pt x="57797" y="84810"/>
                </a:lnTo>
                <a:lnTo>
                  <a:pt x="51816" y="79248"/>
                </a:lnTo>
                <a:lnTo>
                  <a:pt x="51816" y="64008"/>
                </a:lnTo>
                <a:lnTo>
                  <a:pt x="71628" y="64008"/>
                </a:lnTo>
                <a:lnTo>
                  <a:pt x="71628" y="38100"/>
                </a:lnTo>
                <a:lnTo>
                  <a:pt x="51816" y="38100"/>
                </a:lnTo>
                <a:lnTo>
                  <a:pt x="51816" y="3048"/>
                </a:lnTo>
                <a:lnTo>
                  <a:pt x="25908" y="3048"/>
                </a:lnTo>
                <a:lnTo>
                  <a:pt x="25908" y="38100"/>
                </a:lnTo>
                <a:lnTo>
                  <a:pt x="1524" y="38100"/>
                </a:lnTo>
                <a:lnTo>
                  <a:pt x="1524" y="64008"/>
                </a:lnTo>
                <a:lnTo>
                  <a:pt x="24384" y="64008"/>
                </a:lnTo>
                <a:lnTo>
                  <a:pt x="19507" y="77724"/>
                </a:lnTo>
                <a:lnTo>
                  <a:pt x="13906" y="91490"/>
                </a:lnTo>
                <a:lnTo>
                  <a:pt x="7454" y="105244"/>
                </a:lnTo>
                <a:lnTo>
                  <a:pt x="0" y="118973"/>
                </a:lnTo>
                <a:lnTo>
                  <a:pt x="1384" y="126403"/>
                </a:lnTo>
                <a:lnTo>
                  <a:pt x="3048" y="134975"/>
                </a:lnTo>
                <a:lnTo>
                  <a:pt x="4711" y="144691"/>
                </a:lnTo>
                <a:lnTo>
                  <a:pt x="6096" y="155549"/>
                </a:lnTo>
                <a:lnTo>
                  <a:pt x="11544" y="146164"/>
                </a:lnTo>
                <a:lnTo>
                  <a:pt x="16573" y="136499"/>
                </a:lnTo>
                <a:lnTo>
                  <a:pt x="25908" y="117449"/>
                </a:lnTo>
                <a:lnTo>
                  <a:pt x="25908" y="199834"/>
                </a:lnTo>
                <a:lnTo>
                  <a:pt x="51816" y="199834"/>
                </a:lnTo>
                <a:lnTo>
                  <a:pt x="51816" y="117449"/>
                </a:lnTo>
                <a:lnTo>
                  <a:pt x="51816" y="112877"/>
                </a:lnTo>
                <a:lnTo>
                  <a:pt x="53340" y="115925"/>
                </a:lnTo>
                <a:lnTo>
                  <a:pt x="56388" y="117449"/>
                </a:lnTo>
                <a:lnTo>
                  <a:pt x="59436" y="120497"/>
                </a:lnTo>
                <a:lnTo>
                  <a:pt x="67056" y="112877"/>
                </a:lnTo>
                <a:lnTo>
                  <a:pt x="77724" y="102209"/>
                </a:lnTo>
                <a:close/>
              </a:path>
              <a:path w="1231265" h="201930">
                <a:moveTo>
                  <a:pt x="199732" y="24384"/>
                </a:moveTo>
                <a:lnTo>
                  <a:pt x="152488" y="24384"/>
                </a:lnTo>
                <a:lnTo>
                  <a:pt x="149225" y="18288"/>
                </a:lnTo>
                <a:lnTo>
                  <a:pt x="146392" y="12382"/>
                </a:lnTo>
                <a:lnTo>
                  <a:pt x="143497" y="6604"/>
                </a:lnTo>
                <a:lnTo>
                  <a:pt x="140296" y="1524"/>
                </a:lnTo>
                <a:lnTo>
                  <a:pt x="111340" y="6096"/>
                </a:lnTo>
                <a:lnTo>
                  <a:pt x="117436" y="18288"/>
                </a:lnTo>
                <a:lnTo>
                  <a:pt x="117487" y="18465"/>
                </a:lnTo>
                <a:lnTo>
                  <a:pt x="118960" y="24384"/>
                </a:lnTo>
                <a:lnTo>
                  <a:pt x="73152" y="24384"/>
                </a:lnTo>
                <a:lnTo>
                  <a:pt x="73152" y="48768"/>
                </a:lnTo>
                <a:lnTo>
                  <a:pt x="100672" y="48768"/>
                </a:lnTo>
                <a:lnTo>
                  <a:pt x="92913" y="62204"/>
                </a:lnTo>
                <a:lnTo>
                  <a:pt x="85737" y="72771"/>
                </a:lnTo>
                <a:lnTo>
                  <a:pt x="79159" y="80492"/>
                </a:lnTo>
                <a:lnTo>
                  <a:pt x="73152" y="85344"/>
                </a:lnTo>
                <a:lnTo>
                  <a:pt x="80772" y="106781"/>
                </a:lnTo>
                <a:lnTo>
                  <a:pt x="87096" y="105664"/>
                </a:lnTo>
                <a:lnTo>
                  <a:pt x="94729" y="104686"/>
                </a:lnTo>
                <a:lnTo>
                  <a:pt x="103784" y="104000"/>
                </a:lnTo>
                <a:lnTo>
                  <a:pt x="114388" y="103733"/>
                </a:lnTo>
                <a:lnTo>
                  <a:pt x="102374" y="113995"/>
                </a:lnTo>
                <a:lnTo>
                  <a:pt x="89204" y="124117"/>
                </a:lnTo>
                <a:lnTo>
                  <a:pt x="74879" y="133946"/>
                </a:lnTo>
                <a:lnTo>
                  <a:pt x="59436" y="143357"/>
                </a:lnTo>
                <a:lnTo>
                  <a:pt x="64008" y="147091"/>
                </a:lnTo>
                <a:lnTo>
                  <a:pt x="68580" y="151549"/>
                </a:lnTo>
                <a:lnTo>
                  <a:pt x="73152" y="156857"/>
                </a:lnTo>
                <a:lnTo>
                  <a:pt x="77724" y="163169"/>
                </a:lnTo>
                <a:lnTo>
                  <a:pt x="109169" y="142328"/>
                </a:lnTo>
                <a:lnTo>
                  <a:pt x="136867" y="118770"/>
                </a:lnTo>
                <a:lnTo>
                  <a:pt x="150482" y="103733"/>
                </a:lnTo>
                <a:lnTo>
                  <a:pt x="160540" y="92621"/>
                </a:lnTo>
                <a:lnTo>
                  <a:pt x="169595" y="79248"/>
                </a:lnTo>
                <a:lnTo>
                  <a:pt x="179920" y="64008"/>
                </a:lnTo>
                <a:lnTo>
                  <a:pt x="157060" y="50292"/>
                </a:lnTo>
                <a:lnTo>
                  <a:pt x="152488" y="57365"/>
                </a:lnTo>
                <a:lnTo>
                  <a:pt x="147916" y="64579"/>
                </a:lnTo>
                <a:lnTo>
                  <a:pt x="143344" y="71513"/>
                </a:lnTo>
                <a:lnTo>
                  <a:pt x="138772" y="77724"/>
                </a:lnTo>
                <a:lnTo>
                  <a:pt x="112864" y="79248"/>
                </a:lnTo>
                <a:lnTo>
                  <a:pt x="118567" y="71272"/>
                </a:lnTo>
                <a:lnTo>
                  <a:pt x="124104" y="63436"/>
                </a:lnTo>
                <a:lnTo>
                  <a:pt x="129374" y="55892"/>
                </a:lnTo>
                <a:lnTo>
                  <a:pt x="134200" y="48768"/>
                </a:lnTo>
                <a:lnTo>
                  <a:pt x="199732" y="48768"/>
                </a:lnTo>
                <a:lnTo>
                  <a:pt x="199732" y="24384"/>
                </a:lnTo>
                <a:close/>
              </a:path>
              <a:path w="1231265" h="201930">
                <a:moveTo>
                  <a:pt x="201256" y="103733"/>
                </a:moveTo>
                <a:lnTo>
                  <a:pt x="178396" y="90017"/>
                </a:lnTo>
                <a:lnTo>
                  <a:pt x="156921" y="116065"/>
                </a:lnTo>
                <a:lnTo>
                  <a:pt x="131152" y="139560"/>
                </a:lnTo>
                <a:lnTo>
                  <a:pt x="100787" y="160782"/>
                </a:lnTo>
                <a:lnTo>
                  <a:pt x="65532" y="180022"/>
                </a:lnTo>
                <a:lnTo>
                  <a:pt x="70104" y="185508"/>
                </a:lnTo>
                <a:lnTo>
                  <a:pt x="79248" y="195884"/>
                </a:lnTo>
                <a:lnTo>
                  <a:pt x="83820" y="201358"/>
                </a:lnTo>
                <a:lnTo>
                  <a:pt x="99593" y="193294"/>
                </a:lnTo>
                <a:lnTo>
                  <a:pt x="114769" y="184785"/>
                </a:lnTo>
                <a:lnTo>
                  <a:pt x="129349" y="175387"/>
                </a:lnTo>
                <a:lnTo>
                  <a:pt x="143344" y="164693"/>
                </a:lnTo>
                <a:lnTo>
                  <a:pt x="152488" y="172999"/>
                </a:lnTo>
                <a:lnTo>
                  <a:pt x="161632" y="181889"/>
                </a:lnTo>
                <a:lnTo>
                  <a:pt x="170776" y="191350"/>
                </a:lnTo>
                <a:lnTo>
                  <a:pt x="179920" y="201358"/>
                </a:lnTo>
                <a:lnTo>
                  <a:pt x="201256" y="178498"/>
                </a:lnTo>
                <a:lnTo>
                  <a:pt x="164680" y="147929"/>
                </a:lnTo>
                <a:lnTo>
                  <a:pt x="174688" y="137375"/>
                </a:lnTo>
                <a:lnTo>
                  <a:pt x="184111" y="126403"/>
                </a:lnTo>
                <a:lnTo>
                  <a:pt x="192976" y="115138"/>
                </a:lnTo>
                <a:lnTo>
                  <a:pt x="201256" y="103733"/>
                </a:lnTo>
                <a:close/>
              </a:path>
              <a:path w="1231265" h="201930">
                <a:moveTo>
                  <a:pt x="256222" y="65532"/>
                </a:moveTo>
                <a:lnTo>
                  <a:pt x="228701" y="59436"/>
                </a:lnTo>
                <a:lnTo>
                  <a:pt x="223215" y="82664"/>
                </a:lnTo>
                <a:lnTo>
                  <a:pt x="218033" y="104292"/>
                </a:lnTo>
                <a:lnTo>
                  <a:pt x="212839" y="124472"/>
                </a:lnTo>
                <a:lnTo>
                  <a:pt x="207365" y="143357"/>
                </a:lnTo>
                <a:lnTo>
                  <a:pt x="233273" y="154025"/>
                </a:lnTo>
                <a:lnTo>
                  <a:pt x="239890" y="133146"/>
                </a:lnTo>
                <a:lnTo>
                  <a:pt x="245922" y="111531"/>
                </a:lnTo>
                <a:lnTo>
                  <a:pt x="251358" y="89052"/>
                </a:lnTo>
                <a:lnTo>
                  <a:pt x="256222" y="65532"/>
                </a:lnTo>
                <a:close/>
              </a:path>
              <a:path w="1231265" h="201930">
                <a:moveTo>
                  <a:pt x="341566" y="53340"/>
                </a:moveTo>
                <a:lnTo>
                  <a:pt x="332206" y="38798"/>
                </a:lnTo>
                <a:lnTo>
                  <a:pt x="322707" y="24955"/>
                </a:lnTo>
                <a:lnTo>
                  <a:pt x="304990" y="0"/>
                </a:lnTo>
                <a:lnTo>
                  <a:pt x="282130" y="15240"/>
                </a:lnTo>
                <a:lnTo>
                  <a:pt x="290156" y="27241"/>
                </a:lnTo>
                <a:lnTo>
                  <a:pt x="298323" y="40386"/>
                </a:lnTo>
                <a:lnTo>
                  <a:pt x="306781" y="54673"/>
                </a:lnTo>
                <a:lnTo>
                  <a:pt x="315658" y="70104"/>
                </a:lnTo>
                <a:lnTo>
                  <a:pt x="341566" y="53340"/>
                </a:lnTo>
                <a:close/>
              </a:path>
              <a:path w="1231265" h="201930">
                <a:moveTo>
                  <a:pt x="372046" y="138785"/>
                </a:moveTo>
                <a:lnTo>
                  <a:pt x="365785" y="137121"/>
                </a:lnTo>
                <a:lnTo>
                  <a:pt x="358521" y="134594"/>
                </a:lnTo>
                <a:lnTo>
                  <a:pt x="341566" y="128117"/>
                </a:lnTo>
                <a:lnTo>
                  <a:pt x="340639" y="138785"/>
                </a:lnTo>
                <a:lnTo>
                  <a:pt x="338442" y="157213"/>
                </a:lnTo>
                <a:lnTo>
                  <a:pt x="335470" y="163169"/>
                </a:lnTo>
                <a:lnTo>
                  <a:pt x="332422" y="166217"/>
                </a:lnTo>
                <a:lnTo>
                  <a:pt x="329374" y="167741"/>
                </a:lnTo>
                <a:lnTo>
                  <a:pt x="324802" y="169265"/>
                </a:lnTo>
                <a:lnTo>
                  <a:pt x="308038" y="169265"/>
                </a:lnTo>
                <a:lnTo>
                  <a:pt x="300037" y="168122"/>
                </a:lnTo>
                <a:lnTo>
                  <a:pt x="294322" y="164693"/>
                </a:lnTo>
                <a:lnTo>
                  <a:pt x="290893" y="158978"/>
                </a:lnTo>
                <a:lnTo>
                  <a:pt x="289750" y="150977"/>
                </a:lnTo>
                <a:lnTo>
                  <a:pt x="289750" y="45720"/>
                </a:lnTo>
                <a:lnTo>
                  <a:pt x="260794" y="45720"/>
                </a:lnTo>
                <a:lnTo>
                  <a:pt x="260794" y="161645"/>
                </a:lnTo>
                <a:lnTo>
                  <a:pt x="262813" y="175945"/>
                </a:lnTo>
                <a:lnTo>
                  <a:pt x="268986" y="186499"/>
                </a:lnTo>
                <a:lnTo>
                  <a:pt x="279438" y="193027"/>
                </a:lnTo>
                <a:lnTo>
                  <a:pt x="294322" y="195262"/>
                </a:lnTo>
                <a:lnTo>
                  <a:pt x="333946" y="195262"/>
                </a:lnTo>
                <a:lnTo>
                  <a:pt x="366166" y="169265"/>
                </a:lnTo>
                <a:lnTo>
                  <a:pt x="367474" y="164693"/>
                </a:lnTo>
                <a:lnTo>
                  <a:pt x="369506" y="157073"/>
                </a:lnTo>
                <a:lnTo>
                  <a:pt x="370903" y="150596"/>
                </a:lnTo>
                <a:lnTo>
                  <a:pt x="371767" y="144551"/>
                </a:lnTo>
                <a:lnTo>
                  <a:pt x="372046" y="138785"/>
                </a:lnTo>
                <a:close/>
              </a:path>
              <a:path w="1231265" h="201930">
                <a:moveTo>
                  <a:pt x="407200" y="128117"/>
                </a:moveTo>
                <a:lnTo>
                  <a:pt x="401193" y="111861"/>
                </a:lnTo>
                <a:lnTo>
                  <a:pt x="394627" y="95300"/>
                </a:lnTo>
                <a:lnTo>
                  <a:pt x="387477" y="78740"/>
                </a:lnTo>
                <a:lnTo>
                  <a:pt x="379768" y="62484"/>
                </a:lnTo>
                <a:lnTo>
                  <a:pt x="352234" y="73152"/>
                </a:lnTo>
                <a:lnTo>
                  <a:pt x="359956" y="90119"/>
                </a:lnTo>
                <a:lnTo>
                  <a:pt x="367106" y="106768"/>
                </a:lnTo>
                <a:lnTo>
                  <a:pt x="373710" y="123405"/>
                </a:lnTo>
                <a:lnTo>
                  <a:pt x="379768" y="140309"/>
                </a:lnTo>
                <a:lnTo>
                  <a:pt x="407200" y="128117"/>
                </a:lnTo>
                <a:close/>
              </a:path>
              <a:path w="1231265" h="201930">
                <a:moveTo>
                  <a:pt x="466623" y="38100"/>
                </a:moveTo>
                <a:lnTo>
                  <a:pt x="461276" y="29819"/>
                </a:lnTo>
                <a:lnTo>
                  <a:pt x="454621" y="20955"/>
                </a:lnTo>
                <a:lnTo>
                  <a:pt x="439191" y="1524"/>
                </a:lnTo>
                <a:lnTo>
                  <a:pt x="417855" y="15240"/>
                </a:lnTo>
                <a:lnTo>
                  <a:pt x="423837" y="24434"/>
                </a:lnTo>
                <a:lnTo>
                  <a:pt x="430237" y="33909"/>
                </a:lnTo>
                <a:lnTo>
                  <a:pt x="436930" y="43967"/>
                </a:lnTo>
                <a:lnTo>
                  <a:pt x="443763" y="54864"/>
                </a:lnTo>
                <a:lnTo>
                  <a:pt x="454050" y="47053"/>
                </a:lnTo>
                <a:lnTo>
                  <a:pt x="460057" y="42659"/>
                </a:lnTo>
                <a:lnTo>
                  <a:pt x="466623" y="38100"/>
                </a:lnTo>
                <a:close/>
              </a:path>
              <a:path w="1231265" h="201930">
                <a:moveTo>
                  <a:pt x="613029" y="170789"/>
                </a:moveTo>
                <a:lnTo>
                  <a:pt x="590194" y="171665"/>
                </a:lnTo>
                <a:lnTo>
                  <a:pt x="567499" y="172123"/>
                </a:lnTo>
                <a:lnTo>
                  <a:pt x="545096" y="172288"/>
                </a:lnTo>
                <a:lnTo>
                  <a:pt x="523151" y="172288"/>
                </a:lnTo>
                <a:lnTo>
                  <a:pt x="531507" y="167741"/>
                </a:lnTo>
                <a:lnTo>
                  <a:pt x="545706" y="160007"/>
                </a:lnTo>
                <a:lnTo>
                  <a:pt x="565594" y="145834"/>
                </a:lnTo>
                <a:lnTo>
                  <a:pt x="578040" y="134213"/>
                </a:lnTo>
                <a:lnTo>
                  <a:pt x="582904" y="129667"/>
                </a:lnTo>
                <a:lnTo>
                  <a:pt x="597789" y="111353"/>
                </a:lnTo>
                <a:lnTo>
                  <a:pt x="597789" y="88493"/>
                </a:lnTo>
                <a:lnTo>
                  <a:pt x="524637" y="88493"/>
                </a:lnTo>
                <a:lnTo>
                  <a:pt x="527685" y="85344"/>
                </a:lnTo>
                <a:lnTo>
                  <a:pt x="530733" y="80772"/>
                </a:lnTo>
                <a:lnTo>
                  <a:pt x="532257" y="76200"/>
                </a:lnTo>
                <a:lnTo>
                  <a:pt x="603885" y="76200"/>
                </a:lnTo>
                <a:lnTo>
                  <a:pt x="603885" y="54864"/>
                </a:lnTo>
                <a:lnTo>
                  <a:pt x="603885" y="28956"/>
                </a:lnTo>
                <a:lnTo>
                  <a:pt x="603885" y="9144"/>
                </a:lnTo>
                <a:lnTo>
                  <a:pt x="581025" y="9144"/>
                </a:lnTo>
                <a:lnTo>
                  <a:pt x="581025" y="28956"/>
                </a:lnTo>
                <a:lnTo>
                  <a:pt x="581025" y="54864"/>
                </a:lnTo>
                <a:lnTo>
                  <a:pt x="567309" y="54864"/>
                </a:lnTo>
                <a:lnTo>
                  <a:pt x="567309" y="28956"/>
                </a:lnTo>
                <a:lnTo>
                  <a:pt x="581025" y="28956"/>
                </a:lnTo>
                <a:lnTo>
                  <a:pt x="581025" y="9144"/>
                </a:lnTo>
                <a:lnTo>
                  <a:pt x="545973" y="9144"/>
                </a:lnTo>
                <a:lnTo>
                  <a:pt x="545973" y="28956"/>
                </a:lnTo>
                <a:lnTo>
                  <a:pt x="545973" y="54864"/>
                </a:lnTo>
                <a:lnTo>
                  <a:pt x="532257" y="54864"/>
                </a:lnTo>
                <a:lnTo>
                  <a:pt x="532257" y="28956"/>
                </a:lnTo>
                <a:lnTo>
                  <a:pt x="545973" y="28956"/>
                </a:lnTo>
                <a:lnTo>
                  <a:pt x="545973" y="9144"/>
                </a:lnTo>
                <a:lnTo>
                  <a:pt x="510819" y="9144"/>
                </a:lnTo>
                <a:lnTo>
                  <a:pt x="510819" y="28956"/>
                </a:lnTo>
                <a:lnTo>
                  <a:pt x="510819" y="54864"/>
                </a:lnTo>
                <a:lnTo>
                  <a:pt x="497103" y="54864"/>
                </a:lnTo>
                <a:lnTo>
                  <a:pt x="497103" y="28956"/>
                </a:lnTo>
                <a:lnTo>
                  <a:pt x="510819" y="28956"/>
                </a:lnTo>
                <a:lnTo>
                  <a:pt x="510819" y="9144"/>
                </a:lnTo>
                <a:lnTo>
                  <a:pt x="472719" y="9144"/>
                </a:lnTo>
                <a:lnTo>
                  <a:pt x="472719" y="76200"/>
                </a:lnTo>
                <a:lnTo>
                  <a:pt x="503199" y="76200"/>
                </a:lnTo>
                <a:lnTo>
                  <a:pt x="495465" y="87693"/>
                </a:lnTo>
                <a:lnTo>
                  <a:pt x="485863" y="99148"/>
                </a:lnTo>
                <a:lnTo>
                  <a:pt x="474268" y="110591"/>
                </a:lnTo>
                <a:lnTo>
                  <a:pt x="460527" y="122021"/>
                </a:lnTo>
                <a:lnTo>
                  <a:pt x="466623" y="126593"/>
                </a:lnTo>
                <a:lnTo>
                  <a:pt x="474243" y="132689"/>
                </a:lnTo>
                <a:lnTo>
                  <a:pt x="476275" y="134213"/>
                </a:lnTo>
                <a:lnTo>
                  <a:pt x="480402" y="137210"/>
                </a:lnTo>
                <a:lnTo>
                  <a:pt x="487184" y="131279"/>
                </a:lnTo>
                <a:lnTo>
                  <a:pt x="493864" y="124879"/>
                </a:lnTo>
                <a:lnTo>
                  <a:pt x="500278" y="118186"/>
                </a:lnTo>
                <a:lnTo>
                  <a:pt x="506247" y="111353"/>
                </a:lnTo>
                <a:lnTo>
                  <a:pt x="565785" y="111353"/>
                </a:lnTo>
                <a:lnTo>
                  <a:pt x="560692" y="117068"/>
                </a:lnTo>
                <a:lnTo>
                  <a:pt x="554736" y="122783"/>
                </a:lnTo>
                <a:lnTo>
                  <a:pt x="548208" y="128498"/>
                </a:lnTo>
                <a:lnTo>
                  <a:pt x="541401" y="134213"/>
                </a:lnTo>
                <a:lnTo>
                  <a:pt x="534276" y="129667"/>
                </a:lnTo>
                <a:lnTo>
                  <a:pt x="526719" y="125260"/>
                </a:lnTo>
                <a:lnTo>
                  <a:pt x="518858" y="121145"/>
                </a:lnTo>
                <a:lnTo>
                  <a:pt x="510819" y="117449"/>
                </a:lnTo>
                <a:lnTo>
                  <a:pt x="495579" y="132689"/>
                </a:lnTo>
                <a:lnTo>
                  <a:pt x="502170" y="137210"/>
                </a:lnTo>
                <a:lnTo>
                  <a:pt x="508203" y="141452"/>
                </a:lnTo>
                <a:lnTo>
                  <a:pt x="513664" y="145122"/>
                </a:lnTo>
                <a:lnTo>
                  <a:pt x="518541" y="147929"/>
                </a:lnTo>
                <a:lnTo>
                  <a:pt x="509054" y="153377"/>
                </a:lnTo>
                <a:lnTo>
                  <a:pt x="499021" y="158407"/>
                </a:lnTo>
                <a:lnTo>
                  <a:pt x="488442" y="163144"/>
                </a:lnTo>
                <a:lnTo>
                  <a:pt x="477291" y="167741"/>
                </a:lnTo>
                <a:lnTo>
                  <a:pt x="468147" y="164693"/>
                </a:lnTo>
                <a:lnTo>
                  <a:pt x="466090" y="163144"/>
                </a:lnTo>
                <a:lnTo>
                  <a:pt x="461962" y="160007"/>
                </a:lnTo>
                <a:lnTo>
                  <a:pt x="457479" y="154025"/>
                </a:lnTo>
                <a:lnTo>
                  <a:pt x="457479" y="71628"/>
                </a:lnTo>
                <a:lnTo>
                  <a:pt x="414807" y="71628"/>
                </a:lnTo>
                <a:lnTo>
                  <a:pt x="414807" y="99148"/>
                </a:lnTo>
                <a:lnTo>
                  <a:pt x="431571" y="99148"/>
                </a:lnTo>
                <a:lnTo>
                  <a:pt x="431571" y="154025"/>
                </a:lnTo>
                <a:lnTo>
                  <a:pt x="425602" y="160007"/>
                </a:lnTo>
                <a:lnTo>
                  <a:pt x="417855" y="166217"/>
                </a:lnTo>
                <a:lnTo>
                  <a:pt x="413283" y="170789"/>
                </a:lnTo>
                <a:lnTo>
                  <a:pt x="423951" y="201358"/>
                </a:lnTo>
                <a:lnTo>
                  <a:pt x="446811" y="176885"/>
                </a:lnTo>
                <a:lnTo>
                  <a:pt x="455650" y="184937"/>
                </a:lnTo>
                <a:lnTo>
                  <a:pt x="509054" y="196151"/>
                </a:lnTo>
                <a:lnTo>
                  <a:pt x="564603" y="196773"/>
                </a:lnTo>
                <a:lnTo>
                  <a:pt x="602373" y="196773"/>
                </a:lnTo>
                <a:lnTo>
                  <a:pt x="602437" y="196596"/>
                </a:lnTo>
                <a:lnTo>
                  <a:pt x="610527" y="176885"/>
                </a:lnTo>
                <a:lnTo>
                  <a:pt x="612419" y="172288"/>
                </a:lnTo>
                <a:lnTo>
                  <a:pt x="612482" y="172123"/>
                </a:lnTo>
                <a:lnTo>
                  <a:pt x="613029" y="170789"/>
                </a:lnTo>
                <a:close/>
              </a:path>
              <a:path w="1231265" h="201930">
                <a:moveTo>
                  <a:pt x="805243" y="184594"/>
                </a:moveTo>
                <a:lnTo>
                  <a:pt x="779246" y="184594"/>
                </a:lnTo>
                <a:lnTo>
                  <a:pt x="779246" y="199834"/>
                </a:lnTo>
                <a:lnTo>
                  <a:pt x="805243" y="199834"/>
                </a:lnTo>
                <a:lnTo>
                  <a:pt x="805243" y="184594"/>
                </a:lnTo>
                <a:close/>
              </a:path>
              <a:path w="1231265" h="201930">
                <a:moveTo>
                  <a:pt x="808291" y="10668"/>
                </a:moveTo>
                <a:lnTo>
                  <a:pt x="783818" y="10668"/>
                </a:lnTo>
                <a:lnTo>
                  <a:pt x="783818" y="30480"/>
                </a:lnTo>
                <a:lnTo>
                  <a:pt x="783818" y="42672"/>
                </a:lnTo>
                <a:lnTo>
                  <a:pt x="727430" y="42672"/>
                </a:lnTo>
                <a:lnTo>
                  <a:pt x="727430" y="30480"/>
                </a:lnTo>
                <a:lnTo>
                  <a:pt x="783818" y="30480"/>
                </a:lnTo>
                <a:lnTo>
                  <a:pt x="783818" y="10668"/>
                </a:lnTo>
                <a:lnTo>
                  <a:pt x="703046" y="10668"/>
                </a:lnTo>
                <a:lnTo>
                  <a:pt x="703046" y="62484"/>
                </a:lnTo>
                <a:lnTo>
                  <a:pt x="808291" y="62484"/>
                </a:lnTo>
                <a:lnTo>
                  <a:pt x="808291" y="42672"/>
                </a:lnTo>
                <a:lnTo>
                  <a:pt x="808291" y="30480"/>
                </a:lnTo>
                <a:lnTo>
                  <a:pt x="808291" y="10668"/>
                </a:lnTo>
                <a:close/>
              </a:path>
              <a:path w="1231265" h="201930">
                <a:moveTo>
                  <a:pt x="818959" y="158597"/>
                </a:moveTo>
                <a:lnTo>
                  <a:pt x="805243" y="158597"/>
                </a:lnTo>
                <a:lnTo>
                  <a:pt x="805243" y="149453"/>
                </a:lnTo>
                <a:lnTo>
                  <a:pt x="805243" y="132689"/>
                </a:lnTo>
                <a:lnTo>
                  <a:pt x="805243" y="120497"/>
                </a:lnTo>
                <a:lnTo>
                  <a:pt x="805243" y="103733"/>
                </a:lnTo>
                <a:lnTo>
                  <a:pt x="805243" y="91541"/>
                </a:lnTo>
                <a:lnTo>
                  <a:pt x="817435" y="91541"/>
                </a:lnTo>
                <a:lnTo>
                  <a:pt x="817435" y="71628"/>
                </a:lnTo>
                <a:lnTo>
                  <a:pt x="779246" y="71628"/>
                </a:lnTo>
                <a:lnTo>
                  <a:pt x="779246" y="91541"/>
                </a:lnTo>
                <a:lnTo>
                  <a:pt x="779246" y="103733"/>
                </a:lnTo>
                <a:lnTo>
                  <a:pt x="779246" y="120497"/>
                </a:lnTo>
                <a:lnTo>
                  <a:pt x="779246" y="132689"/>
                </a:lnTo>
                <a:lnTo>
                  <a:pt x="779246" y="149453"/>
                </a:lnTo>
                <a:lnTo>
                  <a:pt x="779246" y="160121"/>
                </a:lnTo>
                <a:lnTo>
                  <a:pt x="730478" y="161645"/>
                </a:lnTo>
                <a:lnTo>
                  <a:pt x="730478" y="149453"/>
                </a:lnTo>
                <a:lnTo>
                  <a:pt x="779246" y="149453"/>
                </a:lnTo>
                <a:lnTo>
                  <a:pt x="779246" y="132689"/>
                </a:lnTo>
                <a:lnTo>
                  <a:pt x="730478" y="132689"/>
                </a:lnTo>
                <a:lnTo>
                  <a:pt x="730478" y="120497"/>
                </a:lnTo>
                <a:lnTo>
                  <a:pt x="779246" y="120497"/>
                </a:lnTo>
                <a:lnTo>
                  <a:pt x="779246" y="103733"/>
                </a:lnTo>
                <a:lnTo>
                  <a:pt x="730478" y="103733"/>
                </a:lnTo>
                <a:lnTo>
                  <a:pt x="730478" y="91541"/>
                </a:lnTo>
                <a:lnTo>
                  <a:pt x="779246" y="91541"/>
                </a:lnTo>
                <a:lnTo>
                  <a:pt x="779246" y="71628"/>
                </a:lnTo>
                <a:lnTo>
                  <a:pt x="692378" y="71628"/>
                </a:lnTo>
                <a:lnTo>
                  <a:pt x="692378" y="91541"/>
                </a:lnTo>
                <a:lnTo>
                  <a:pt x="704570" y="91541"/>
                </a:lnTo>
                <a:lnTo>
                  <a:pt x="704570" y="161645"/>
                </a:lnTo>
                <a:lnTo>
                  <a:pt x="696950" y="161645"/>
                </a:lnTo>
                <a:lnTo>
                  <a:pt x="696950" y="140309"/>
                </a:lnTo>
                <a:lnTo>
                  <a:pt x="696950" y="138785"/>
                </a:lnTo>
                <a:lnTo>
                  <a:pt x="677125" y="140309"/>
                </a:lnTo>
                <a:lnTo>
                  <a:pt x="677125" y="122021"/>
                </a:lnTo>
                <a:lnTo>
                  <a:pt x="693902" y="122021"/>
                </a:lnTo>
                <a:lnTo>
                  <a:pt x="693902" y="99161"/>
                </a:lnTo>
                <a:lnTo>
                  <a:pt x="677125" y="99161"/>
                </a:lnTo>
                <a:lnTo>
                  <a:pt x="677125" y="65532"/>
                </a:lnTo>
                <a:lnTo>
                  <a:pt x="654265" y="65532"/>
                </a:lnTo>
                <a:lnTo>
                  <a:pt x="654265" y="99161"/>
                </a:lnTo>
                <a:lnTo>
                  <a:pt x="643509" y="99161"/>
                </a:lnTo>
                <a:lnTo>
                  <a:pt x="646074" y="87655"/>
                </a:lnTo>
                <a:lnTo>
                  <a:pt x="649084" y="76022"/>
                </a:lnTo>
                <a:lnTo>
                  <a:pt x="655789" y="51816"/>
                </a:lnTo>
                <a:lnTo>
                  <a:pt x="695426" y="51816"/>
                </a:lnTo>
                <a:lnTo>
                  <a:pt x="695426" y="27432"/>
                </a:lnTo>
                <a:lnTo>
                  <a:pt x="661885" y="27432"/>
                </a:lnTo>
                <a:lnTo>
                  <a:pt x="667981" y="4572"/>
                </a:lnTo>
                <a:lnTo>
                  <a:pt x="641985" y="3048"/>
                </a:lnTo>
                <a:lnTo>
                  <a:pt x="640461" y="10668"/>
                </a:lnTo>
                <a:lnTo>
                  <a:pt x="638937" y="19812"/>
                </a:lnTo>
                <a:lnTo>
                  <a:pt x="637413" y="27432"/>
                </a:lnTo>
                <a:lnTo>
                  <a:pt x="619125" y="27432"/>
                </a:lnTo>
                <a:lnTo>
                  <a:pt x="619125" y="51816"/>
                </a:lnTo>
                <a:lnTo>
                  <a:pt x="631317" y="51816"/>
                </a:lnTo>
                <a:lnTo>
                  <a:pt x="628764" y="63842"/>
                </a:lnTo>
                <a:lnTo>
                  <a:pt x="625792" y="74879"/>
                </a:lnTo>
                <a:lnTo>
                  <a:pt x="622528" y="85077"/>
                </a:lnTo>
                <a:lnTo>
                  <a:pt x="619125" y="94589"/>
                </a:lnTo>
                <a:lnTo>
                  <a:pt x="619125" y="122021"/>
                </a:lnTo>
                <a:lnTo>
                  <a:pt x="654265" y="122021"/>
                </a:lnTo>
                <a:lnTo>
                  <a:pt x="654265" y="140309"/>
                </a:lnTo>
                <a:lnTo>
                  <a:pt x="619125" y="141833"/>
                </a:lnTo>
                <a:lnTo>
                  <a:pt x="619125" y="167741"/>
                </a:lnTo>
                <a:lnTo>
                  <a:pt x="654265" y="164693"/>
                </a:lnTo>
                <a:lnTo>
                  <a:pt x="654265" y="199834"/>
                </a:lnTo>
                <a:lnTo>
                  <a:pt x="677125" y="199834"/>
                </a:lnTo>
                <a:lnTo>
                  <a:pt x="677125" y="164693"/>
                </a:lnTo>
                <a:lnTo>
                  <a:pt x="677125" y="163169"/>
                </a:lnTo>
                <a:lnTo>
                  <a:pt x="689317" y="163169"/>
                </a:lnTo>
                <a:lnTo>
                  <a:pt x="689432" y="164693"/>
                </a:lnTo>
                <a:lnTo>
                  <a:pt x="690626" y="181546"/>
                </a:lnTo>
                <a:lnTo>
                  <a:pt x="779246" y="181546"/>
                </a:lnTo>
                <a:lnTo>
                  <a:pt x="805243" y="181546"/>
                </a:lnTo>
                <a:lnTo>
                  <a:pt x="809815" y="180022"/>
                </a:lnTo>
                <a:lnTo>
                  <a:pt x="817435" y="180022"/>
                </a:lnTo>
                <a:lnTo>
                  <a:pt x="817435" y="173837"/>
                </a:lnTo>
                <a:lnTo>
                  <a:pt x="818959" y="167741"/>
                </a:lnTo>
                <a:lnTo>
                  <a:pt x="818959" y="163169"/>
                </a:lnTo>
                <a:lnTo>
                  <a:pt x="818959" y="161645"/>
                </a:lnTo>
                <a:lnTo>
                  <a:pt x="818959" y="158597"/>
                </a:lnTo>
                <a:close/>
              </a:path>
              <a:path w="1231265" h="201930">
                <a:moveTo>
                  <a:pt x="876871" y="122021"/>
                </a:moveTo>
                <a:lnTo>
                  <a:pt x="869784" y="120497"/>
                </a:lnTo>
                <a:lnTo>
                  <a:pt x="869924" y="120497"/>
                </a:lnTo>
                <a:lnTo>
                  <a:pt x="863727" y="118592"/>
                </a:lnTo>
                <a:lnTo>
                  <a:pt x="856945" y="116014"/>
                </a:lnTo>
                <a:lnTo>
                  <a:pt x="849439" y="112877"/>
                </a:lnTo>
                <a:lnTo>
                  <a:pt x="843965" y="135737"/>
                </a:lnTo>
                <a:lnTo>
                  <a:pt x="838771" y="156324"/>
                </a:lnTo>
                <a:lnTo>
                  <a:pt x="833577" y="174637"/>
                </a:lnTo>
                <a:lnTo>
                  <a:pt x="828103" y="190690"/>
                </a:lnTo>
                <a:lnTo>
                  <a:pt x="834961" y="192100"/>
                </a:lnTo>
                <a:lnTo>
                  <a:pt x="841819" y="193929"/>
                </a:lnTo>
                <a:lnTo>
                  <a:pt x="848677" y="196049"/>
                </a:lnTo>
                <a:lnTo>
                  <a:pt x="855535" y="198310"/>
                </a:lnTo>
                <a:lnTo>
                  <a:pt x="861009" y="182321"/>
                </a:lnTo>
                <a:lnTo>
                  <a:pt x="866203" y="164172"/>
                </a:lnTo>
                <a:lnTo>
                  <a:pt x="871397" y="144018"/>
                </a:lnTo>
                <a:lnTo>
                  <a:pt x="876871" y="122021"/>
                </a:lnTo>
                <a:close/>
              </a:path>
              <a:path w="1231265" h="201930">
                <a:moveTo>
                  <a:pt x="879919" y="86969"/>
                </a:moveTo>
                <a:lnTo>
                  <a:pt x="871372" y="79794"/>
                </a:lnTo>
                <a:lnTo>
                  <a:pt x="861822" y="72212"/>
                </a:lnTo>
                <a:lnTo>
                  <a:pt x="851420" y="64376"/>
                </a:lnTo>
                <a:lnTo>
                  <a:pt x="840295" y="56388"/>
                </a:lnTo>
                <a:lnTo>
                  <a:pt x="825055" y="76200"/>
                </a:lnTo>
                <a:lnTo>
                  <a:pt x="861631" y="108305"/>
                </a:lnTo>
                <a:lnTo>
                  <a:pt x="879919" y="86969"/>
                </a:lnTo>
                <a:close/>
              </a:path>
              <a:path w="1231265" h="201930">
                <a:moveTo>
                  <a:pt x="882967" y="35052"/>
                </a:moveTo>
                <a:lnTo>
                  <a:pt x="873848" y="27127"/>
                </a:lnTo>
                <a:lnTo>
                  <a:pt x="864870" y="19621"/>
                </a:lnTo>
                <a:lnTo>
                  <a:pt x="856183" y="12979"/>
                </a:lnTo>
                <a:lnTo>
                  <a:pt x="847915" y="7620"/>
                </a:lnTo>
                <a:lnTo>
                  <a:pt x="831151" y="24384"/>
                </a:lnTo>
                <a:lnTo>
                  <a:pt x="839393" y="31508"/>
                </a:lnTo>
                <a:lnTo>
                  <a:pt x="847915" y="39052"/>
                </a:lnTo>
                <a:lnTo>
                  <a:pt x="856437" y="46888"/>
                </a:lnTo>
                <a:lnTo>
                  <a:pt x="864679" y="54864"/>
                </a:lnTo>
                <a:lnTo>
                  <a:pt x="882967" y="35052"/>
                </a:lnTo>
                <a:close/>
              </a:path>
              <a:path w="1231265" h="201930">
                <a:moveTo>
                  <a:pt x="1024801" y="164693"/>
                </a:moveTo>
                <a:lnTo>
                  <a:pt x="968413" y="164693"/>
                </a:lnTo>
                <a:lnTo>
                  <a:pt x="968413" y="120497"/>
                </a:lnTo>
                <a:lnTo>
                  <a:pt x="1012609" y="120497"/>
                </a:lnTo>
                <a:lnTo>
                  <a:pt x="1012609" y="93065"/>
                </a:lnTo>
                <a:lnTo>
                  <a:pt x="968413" y="93065"/>
                </a:lnTo>
                <a:lnTo>
                  <a:pt x="968413" y="59436"/>
                </a:lnTo>
                <a:lnTo>
                  <a:pt x="1017181" y="59436"/>
                </a:lnTo>
                <a:lnTo>
                  <a:pt x="1017181" y="32004"/>
                </a:lnTo>
                <a:lnTo>
                  <a:pt x="972985" y="32004"/>
                </a:lnTo>
                <a:lnTo>
                  <a:pt x="970280" y="26289"/>
                </a:lnTo>
                <a:lnTo>
                  <a:pt x="967270" y="19431"/>
                </a:lnTo>
                <a:lnTo>
                  <a:pt x="963549" y="10579"/>
                </a:lnTo>
                <a:lnTo>
                  <a:pt x="959269" y="0"/>
                </a:lnTo>
                <a:lnTo>
                  <a:pt x="931837" y="9144"/>
                </a:lnTo>
                <a:lnTo>
                  <a:pt x="934377" y="14859"/>
                </a:lnTo>
                <a:lnTo>
                  <a:pt x="937361" y="20574"/>
                </a:lnTo>
                <a:lnTo>
                  <a:pt x="940612" y="26289"/>
                </a:lnTo>
                <a:lnTo>
                  <a:pt x="944029" y="32004"/>
                </a:lnTo>
                <a:lnTo>
                  <a:pt x="887539" y="32004"/>
                </a:lnTo>
                <a:lnTo>
                  <a:pt x="887539" y="59436"/>
                </a:lnTo>
                <a:lnTo>
                  <a:pt x="939457" y="59436"/>
                </a:lnTo>
                <a:lnTo>
                  <a:pt x="939457" y="93065"/>
                </a:lnTo>
                <a:lnTo>
                  <a:pt x="892111" y="93065"/>
                </a:lnTo>
                <a:lnTo>
                  <a:pt x="892111" y="120497"/>
                </a:lnTo>
                <a:lnTo>
                  <a:pt x="939457" y="120497"/>
                </a:lnTo>
                <a:lnTo>
                  <a:pt x="939457" y="164693"/>
                </a:lnTo>
                <a:lnTo>
                  <a:pt x="876871" y="164693"/>
                </a:lnTo>
                <a:lnTo>
                  <a:pt x="876871" y="190690"/>
                </a:lnTo>
                <a:lnTo>
                  <a:pt x="1024801" y="190690"/>
                </a:lnTo>
                <a:lnTo>
                  <a:pt x="1024801" y="164693"/>
                </a:lnTo>
                <a:close/>
              </a:path>
              <a:path w="1231265" h="201930">
                <a:moveTo>
                  <a:pt x="1230731" y="169265"/>
                </a:moveTo>
                <a:lnTo>
                  <a:pt x="1189494" y="130581"/>
                </a:lnTo>
                <a:lnTo>
                  <a:pt x="1157478" y="79248"/>
                </a:lnTo>
                <a:lnTo>
                  <a:pt x="1143165" y="52133"/>
                </a:lnTo>
                <a:lnTo>
                  <a:pt x="1129855" y="30289"/>
                </a:lnTo>
                <a:lnTo>
                  <a:pt x="1117396" y="13893"/>
                </a:lnTo>
                <a:lnTo>
                  <a:pt x="1105662" y="3048"/>
                </a:lnTo>
                <a:lnTo>
                  <a:pt x="1079754" y="18288"/>
                </a:lnTo>
                <a:lnTo>
                  <a:pt x="1090371" y="28600"/>
                </a:lnTo>
                <a:lnTo>
                  <a:pt x="1099566" y="39052"/>
                </a:lnTo>
                <a:lnTo>
                  <a:pt x="1107617" y="49796"/>
                </a:lnTo>
                <a:lnTo>
                  <a:pt x="1114806" y="60960"/>
                </a:lnTo>
                <a:lnTo>
                  <a:pt x="1101039" y="93002"/>
                </a:lnTo>
                <a:lnTo>
                  <a:pt x="1082408" y="122580"/>
                </a:lnTo>
                <a:lnTo>
                  <a:pt x="1058621" y="149567"/>
                </a:lnTo>
                <a:lnTo>
                  <a:pt x="1029373" y="173837"/>
                </a:lnTo>
                <a:lnTo>
                  <a:pt x="1036815" y="180721"/>
                </a:lnTo>
                <a:lnTo>
                  <a:pt x="1043279" y="187452"/>
                </a:lnTo>
                <a:lnTo>
                  <a:pt x="1048867" y="193865"/>
                </a:lnTo>
                <a:lnTo>
                  <a:pt x="1053757" y="199834"/>
                </a:lnTo>
                <a:lnTo>
                  <a:pt x="1078382" y="177825"/>
                </a:lnTo>
                <a:lnTo>
                  <a:pt x="1099553" y="153276"/>
                </a:lnTo>
                <a:lnTo>
                  <a:pt x="1117282" y="126453"/>
                </a:lnTo>
                <a:lnTo>
                  <a:pt x="1131570" y="97637"/>
                </a:lnTo>
                <a:lnTo>
                  <a:pt x="1147292" y="125564"/>
                </a:lnTo>
                <a:lnTo>
                  <a:pt x="1164729" y="151942"/>
                </a:lnTo>
                <a:lnTo>
                  <a:pt x="1183906" y="176326"/>
                </a:lnTo>
                <a:lnTo>
                  <a:pt x="1204823" y="198310"/>
                </a:lnTo>
                <a:lnTo>
                  <a:pt x="1209725" y="192290"/>
                </a:lnTo>
                <a:lnTo>
                  <a:pt x="1215491" y="185547"/>
                </a:lnTo>
                <a:lnTo>
                  <a:pt x="1222387" y="177914"/>
                </a:lnTo>
                <a:lnTo>
                  <a:pt x="1230731" y="169265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1413510" y="2486405"/>
            <a:ext cx="361950" cy="76835"/>
            <a:chOff x="1413510" y="2486405"/>
            <a:chExt cx="361950" cy="76835"/>
          </a:xfrm>
        </p:grpSpPr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13510" y="2486405"/>
              <a:ext cx="112871" cy="76295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46193" y="2486405"/>
              <a:ext cx="166211" cy="76295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732311" y="2504693"/>
              <a:ext cx="43180" cy="58419"/>
            </a:xfrm>
            <a:custGeom>
              <a:avLst/>
              <a:gdLst/>
              <a:ahLst/>
              <a:cxnLst/>
              <a:rect l="l" t="t" r="r" b="b"/>
              <a:pathLst>
                <a:path w="43180" h="58419">
                  <a:moveTo>
                    <a:pt x="9144" y="18288"/>
                  </a:moveTo>
                  <a:lnTo>
                    <a:pt x="7620" y="18288"/>
                  </a:lnTo>
                  <a:lnTo>
                    <a:pt x="10668" y="12192"/>
                  </a:lnTo>
                  <a:lnTo>
                    <a:pt x="9144" y="12192"/>
                  </a:lnTo>
                  <a:lnTo>
                    <a:pt x="9144" y="7620"/>
                  </a:lnTo>
                  <a:lnTo>
                    <a:pt x="15240" y="1524"/>
                  </a:lnTo>
                  <a:lnTo>
                    <a:pt x="18288" y="0"/>
                  </a:lnTo>
                  <a:lnTo>
                    <a:pt x="28956" y="0"/>
                  </a:lnTo>
                  <a:lnTo>
                    <a:pt x="35052" y="1524"/>
                  </a:lnTo>
                  <a:lnTo>
                    <a:pt x="38100" y="6096"/>
                  </a:lnTo>
                  <a:lnTo>
                    <a:pt x="39624" y="7620"/>
                  </a:lnTo>
                  <a:lnTo>
                    <a:pt x="18288" y="7620"/>
                  </a:lnTo>
                  <a:lnTo>
                    <a:pt x="12192" y="10668"/>
                  </a:lnTo>
                  <a:lnTo>
                    <a:pt x="9144" y="16764"/>
                  </a:lnTo>
                  <a:lnTo>
                    <a:pt x="9144" y="18288"/>
                  </a:lnTo>
                  <a:close/>
                </a:path>
                <a:path w="43180" h="58419">
                  <a:moveTo>
                    <a:pt x="9144" y="58007"/>
                  </a:moveTo>
                  <a:lnTo>
                    <a:pt x="0" y="58007"/>
                  </a:lnTo>
                  <a:lnTo>
                    <a:pt x="0" y="1524"/>
                  </a:lnTo>
                  <a:lnTo>
                    <a:pt x="9144" y="1524"/>
                  </a:lnTo>
                  <a:lnTo>
                    <a:pt x="9144" y="7620"/>
                  </a:lnTo>
                  <a:lnTo>
                    <a:pt x="7620" y="12192"/>
                  </a:lnTo>
                  <a:lnTo>
                    <a:pt x="7620" y="18288"/>
                  </a:lnTo>
                  <a:lnTo>
                    <a:pt x="9144" y="18288"/>
                  </a:lnTo>
                  <a:lnTo>
                    <a:pt x="9144" y="58007"/>
                  </a:lnTo>
                  <a:close/>
                </a:path>
                <a:path w="43180" h="58419">
                  <a:moveTo>
                    <a:pt x="7620" y="18288"/>
                  </a:moveTo>
                  <a:lnTo>
                    <a:pt x="7620" y="12192"/>
                  </a:lnTo>
                  <a:lnTo>
                    <a:pt x="9144" y="7620"/>
                  </a:lnTo>
                  <a:lnTo>
                    <a:pt x="9144" y="12192"/>
                  </a:lnTo>
                  <a:lnTo>
                    <a:pt x="10668" y="12192"/>
                  </a:lnTo>
                  <a:lnTo>
                    <a:pt x="7620" y="18288"/>
                  </a:lnTo>
                  <a:close/>
                </a:path>
                <a:path w="43180" h="58419">
                  <a:moveTo>
                    <a:pt x="42672" y="24384"/>
                  </a:moveTo>
                  <a:lnTo>
                    <a:pt x="33528" y="24384"/>
                  </a:lnTo>
                  <a:lnTo>
                    <a:pt x="33528" y="13716"/>
                  </a:lnTo>
                  <a:lnTo>
                    <a:pt x="28956" y="9144"/>
                  </a:lnTo>
                  <a:lnTo>
                    <a:pt x="25908" y="7620"/>
                  </a:lnTo>
                  <a:lnTo>
                    <a:pt x="39624" y="7620"/>
                  </a:lnTo>
                  <a:lnTo>
                    <a:pt x="41148" y="9144"/>
                  </a:lnTo>
                  <a:lnTo>
                    <a:pt x="42672" y="13716"/>
                  </a:lnTo>
                  <a:lnTo>
                    <a:pt x="42672" y="24384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/>
          <p:nvPr/>
        </p:nvSpPr>
        <p:spPr>
          <a:xfrm>
            <a:off x="3685883" y="2623667"/>
            <a:ext cx="151130" cy="76835"/>
          </a:xfrm>
          <a:custGeom>
            <a:avLst/>
            <a:gdLst/>
            <a:ahLst/>
            <a:cxnLst/>
            <a:rect l="l" t="t" r="r" b="b"/>
            <a:pathLst>
              <a:path w="151129" h="76835">
                <a:moveTo>
                  <a:pt x="44196" y="0"/>
                </a:moveTo>
                <a:lnTo>
                  <a:pt x="35052" y="0"/>
                </a:lnTo>
                <a:lnTo>
                  <a:pt x="35052" y="59524"/>
                </a:lnTo>
                <a:lnTo>
                  <a:pt x="32004" y="65620"/>
                </a:lnTo>
                <a:lnTo>
                  <a:pt x="25908" y="68668"/>
                </a:lnTo>
                <a:lnTo>
                  <a:pt x="18288" y="68668"/>
                </a:lnTo>
                <a:lnTo>
                  <a:pt x="15240" y="67144"/>
                </a:lnTo>
                <a:lnTo>
                  <a:pt x="10668" y="62572"/>
                </a:lnTo>
                <a:lnTo>
                  <a:pt x="10668" y="0"/>
                </a:lnTo>
                <a:lnTo>
                  <a:pt x="0" y="0"/>
                </a:lnTo>
                <a:lnTo>
                  <a:pt x="0" y="62572"/>
                </a:lnTo>
                <a:lnTo>
                  <a:pt x="6096" y="71716"/>
                </a:lnTo>
                <a:lnTo>
                  <a:pt x="10668" y="74764"/>
                </a:lnTo>
                <a:lnTo>
                  <a:pt x="15240" y="76288"/>
                </a:lnTo>
                <a:lnTo>
                  <a:pt x="22860" y="76288"/>
                </a:lnTo>
                <a:lnTo>
                  <a:pt x="28956" y="76288"/>
                </a:lnTo>
                <a:lnTo>
                  <a:pt x="35052" y="74764"/>
                </a:lnTo>
                <a:lnTo>
                  <a:pt x="42672" y="67144"/>
                </a:lnTo>
                <a:lnTo>
                  <a:pt x="44196" y="62572"/>
                </a:lnTo>
                <a:lnTo>
                  <a:pt x="44196" y="0"/>
                </a:lnTo>
                <a:close/>
              </a:path>
              <a:path w="151129" h="76835">
                <a:moveTo>
                  <a:pt x="103632" y="0"/>
                </a:moveTo>
                <a:lnTo>
                  <a:pt x="64008" y="0"/>
                </a:lnTo>
                <a:lnTo>
                  <a:pt x="64008" y="9144"/>
                </a:lnTo>
                <a:lnTo>
                  <a:pt x="79248" y="9144"/>
                </a:lnTo>
                <a:lnTo>
                  <a:pt x="79248" y="67144"/>
                </a:lnTo>
                <a:lnTo>
                  <a:pt x="64008" y="67144"/>
                </a:lnTo>
                <a:lnTo>
                  <a:pt x="64008" y="76288"/>
                </a:lnTo>
                <a:lnTo>
                  <a:pt x="103632" y="76288"/>
                </a:lnTo>
                <a:lnTo>
                  <a:pt x="103632" y="67144"/>
                </a:lnTo>
                <a:lnTo>
                  <a:pt x="88392" y="67144"/>
                </a:lnTo>
                <a:lnTo>
                  <a:pt x="88392" y="9144"/>
                </a:lnTo>
                <a:lnTo>
                  <a:pt x="103632" y="9144"/>
                </a:lnTo>
                <a:lnTo>
                  <a:pt x="103632" y="0"/>
                </a:lnTo>
                <a:close/>
              </a:path>
              <a:path w="151129" h="76835">
                <a:moveTo>
                  <a:pt x="150964" y="59524"/>
                </a:moveTo>
                <a:lnTo>
                  <a:pt x="149440" y="58000"/>
                </a:lnTo>
                <a:lnTo>
                  <a:pt x="147916" y="56476"/>
                </a:lnTo>
                <a:lnTo>
                  <a:pt x="147916" y="61048"/>
                </a:lnTo>
                <a:lnTo>
                  <a:pt x="147916" y="70192"/>
                </a:lnTo>
                <a:lnTo>
                  <a:pt x="144868" y="71716"/>
                </a:lnTo>
                <a:lnTo>
                  <a:pt x="143344" y="71716"/>
                </a:lnTo>
                <a:lnTo>
                  <a:pt x="141820" y="73240"/>
                </a:lnTo>
                <a:lnTo>
                  <a:pt x="137248" y="73240"/>
                </a:lnTo>
                <a:lnTo>
                  <a:pt x="132676" y="68668"/>
                </a:lnTo>
                <a:lnTo>
                  <a:pt x="132676" y="62572"/>
                </a:lnTo>
                <a:lnTo>
                  <a:pt x="137248" y="58000"/>
                </a:lnTo>
                <a:lnTo>
                  <a:pt x="143344" y="58000"/>
                </a:lnTo>
                <a:lnTo>
                  <a:pt x="144868" y="59524"/>
                </a:lnTo>
                <a:lnTo>
                  <a:pt x="146392" y="59524"/>
                </a:lnTo>
                <a:lnTo>
                  <a:pt x="147916" y="61048"/>
                </a:lnTo>
                <a:lnTo>
                  <a:pt x="147916" y="56476"/>
                </a:lnTo>
                <a:lnTo>
                  <a:pt x="146392" y="54952"/>
                </a:lnTo>
                <a:lnTo>
                  <a:pt x="143344" y="54952"/>
                </a:lnTo>
                <a:lnTo>
                  <a:pt x="141820" y="53428"/>
                </a:lnTo>
                <a:lnTo>
                  <a:pt x="138772" y="53428"/>
                </a:lnTo>
                <a:lnTo>
                  <a:pt x="137248" y="54952"/>
                </a:lnTo>
                <a:lnTo>
                  <a:pt x="135724" y="54952"/>
                </a:lnTo>
                <a:lnTo>
                  <a:pt x="134200" y="56476"/>
                </a:lnTo>
                <a:lnTo>
                  <a:pt x="132676" y="56476"/>
                </a:lnTo>
                <a:lnTo>
                  <a:pt x="131152" y="59524"/>
                </a:lnTo>
                <a:lnTo>
                  <a:pt x="129628" y="61048"/>
                </a:lnTo>
                <a:lnTo>
                  <a:pt x="129628" y="68668"/>
                </a:lnTo>
                <a:lnTo>
                  <a:pt x="131152" y="70192"/>
                </a:lnTo>
                <a:lnTo>
                  <a:pt x="132676" y="73240"/>
                </a:lnTo>
                <a:lnTo>
                  <a:pt x="134200" y="74764"/>
                </a:lnTo>
                <a:lnTo>
                  <a:pt x="137248" y="76288"/>
                </a:lnTo>
                <a:lnTo>
                  <a:pt x="144868" y="76288"/>
                </a:lnTo>
                <a:lnTo>
                  <a:pt x="146392" y="74764"/>
                </a:lnTo>
                <a:lnTo>
                  <a:pt x="149440" y="73240"/>
                </a:lnTo>
                <a:lnTo>
                  <a:pt x="150964" y="71716"/>
                </a:lnTo>
                <a:lnTo>
                  <a:pt x="150964" y="5952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3402" y="2329084"/>
            <a:ext cx="3057715" cy="680529"/>
          </a:xfrm>
          <a:prstGeom prst="rect">
            <a:avLst/>
          </a:prstGeom>
        </p:spPr>
      </p:pic>
      <p:grpSp>
        <p:nvGrpSpPr>
          <p:cNvPr id="18" name="object 18" descr=""/>
          <p:cNvGrpSpPr/>
          <p:nvPr/>
        </p:nvGrpSpPr>
        <p:grpSpPr>
          <a:xfrm>
            <a:off x="5419344" y="1450848"/>
            <a:ext cx="4921250" cy="1915795"/>
            <a:chOff x="5419344" y="1450848"/>
            <a:chExt cx="4921250" cy="1915795"/>
          </a:xfrm>
        </p:grpSpPr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19344" y="1450848"/>
              <a:ext cx="4920995" cy="1915635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85442" y="1481037"/>
              <a:ext cx="4840519" cy="1827666"/>
            </a:xfrm>
            <a:prstGeom prst="rect">
              <a:avLst/>
            </a:prstGeom>
          </p:spPr>
        </p:pic>
      </p:grpSp>
      <p:sp>
        <p:nvSpPr>
          <p:cNvPr id="21" name="object 21" descr=""/>
          <p:cNvSpPr/>
          <p:nvPr/>
        </p:nvSpPr>
        <p:spPr>
          <a:xfrm>
            <a:off x="387095" y="6123432"/>
            <a:ext cx="9939655" cy="9525"/>
          </a:xfrm>
          <a:custGeom>
            <a:avLst/>
            <a:gdLst/>
            <a:ahLst/>
            <a:cxnLst/>
            <a:rect l="l" t="t" r="r" b="b"/>
            <a:pathLst>
              <a:path w="9939655" h="9525">
                <a:moveTo>
                  <a:pt x="9939528" y="9144"/>
                </a:moveTo>
                <a:lnTo>
                  <a:pt x="0" y="9144"/>
                </a:lnTo>
                <a:lnTo>
                  <a:pt x="0" y="0"/>
                </a:lnTo>
                <a:lnTo>
                  <a:pt x="9939528" y="0"/>
                </a:lnTo>
                <a:lnTo>
                  <a:pt x="9939528" y="9144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object 2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90239" y="6245352"/>
            <a:ext cx="814387" cy="108299"/>
          </a:xfrm>
          <a:prstGeom prst="rect">
            <a:avLst/>
          </a:prstGeom>
        </p:spPr>
      </p:pic>
      <p:grpSp>
        <p:nvGrpSpPr>
          <p:cNvPr id="23" name="object 23" descr=""/>
          <p:cNvGrpSpPr/>
          <p:nvPr/>
        </p:nvGrpSpPr>
        <p:grpSpPr>
          <a:xfrm>
            <a:off x="9921811" y="6251447"/>
            <a:ext cx="256540" cy="102235"/>
            <a:chOff x="9921811" y="6251447"/>
            <a:chExt cx="256540" cy="102235"/>
          </a:xfrm>
        </p:grpSpPr>
        <p:pic>
          <p:nvPicPr>
            <p:cNvPr id="24" name="object 2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21811" y="6251447"/>
              <a:ext cx="214979" cy="102203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10164318" y="6277355"/>
              <a:ext cx="13970" cy="62865"/>
            </a:xfrm>
            <a:custGeom>
              <a:avLst/>
              <a:gdLst/>
              <a:ahLst/>
              <a:cxnLst/>
              <a:rect l="l" t="t" r="r" b="b"/>
              <a:pathLst>
                <a:path w="13970" h="62864">
                  <a:moveTo>
                    <a:pt x="13716" y="10763"/>
                  </a:moveTo>
                  <a:lnTo>
                    <a:pt x="0" y="10763"/>
                  </a:lnTo>
                  <a:lnTo>
                    <a:pt x="0" y="3143"/>
                  </a:lnTo>
                  <a:lnTo>
                    <a:pt x="1524" y="1619"/>
                  </a:lnTo>
                  <a:lnTo>
                    <a:pt x="3048" y="0"/>
                  </a:lnTo>
                  <a:lnTo>
                    <a:pt x="10668" y="0"/>
                  </a:lnTo>
                  <a:lnTo>
                    <a:pt x="12192" y="1619"/>
                  </a:lnTo>
                  <a:lnTo>
                    <a:pt x="13716" y="3143"/>
                  </a:lnTo>
                  <a:lnTo>
                    <a:pt x="13716" y="10763"/>
                  </a:lnTo>
                  <a:close/>
                </a:path>
                <a:path w="13970" h="62864">
                  <a:moveTo>
                    <a:pt x="9144" y="13811"/>
                  </a:moveTo>
                  <a:lnTo>
                    <a:pt x="4572" y="13811"/>
                  </a:lnTo>
                  <a:lnTo>
                    <a:pt x="1524" y="10763"/>
                  </a:lnTo>
                  <a:lnTo>
                    <a:pt x="12192" y="10763"/>
                  </a:lnTo>
                  <a:lnTo>
                    <a:pt x="9144" y="13811"/>
                  </a:lnTo>
                  <a:close/>
                </a:path>
                <a:path w="13970" h="62864">
                  <a:moveTo>
                    <a:pt x="10668" y="62579"/>
                  </a:moveTo>
                  <a:lnTo>
                    <a:pt x="3048" y="62579"/>
                  </a:lnTo>
                  <a:lnTo>
                    <a:pt x="0" y="59531"/>
                  </a:lnTo>
                  <a:lnTo>
                    <a:pt x="0" y="51911"/>
                  </a:lnTo>
                  <a:lnTo>
                    <a:pt x="3048" y="48863"/>
                  </a:lnTo>
                  <a:lnTo>
                    <a:pt x="10668" y="48863"/>
                  </a:lnTo>
                  <a:lnTo>
                    <a:pt x="13716" y="51911"/>
                  </a:lnTo>
                  <a:lnTo>
                    <a:pt x="13716" y="59531"/>
                  </a:lnTo>
                  <a:lnTo>
                    <a:pt x="10668" y="62579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/>
          <p:nvPr/>
        </p:nvSpPr>
        <p:spPr>
          <a:xfrm>
            <a:off x="10261853" y="6257544"/>
            <a:ext cx="52069" cy="82550"/>
          </a:xfrm>
          <a:custGeom>
            <a:avLst/>
            <a:gdLst/>
            <a:ahLst/>
            <a:cxnLst/>
            <a:rect l="l" t="t" r="r" b="b"/>
            <a:pathLst>
              <a:path w="52070" h="82550">
                <a:moveTo>
                  <a:pt x="10668" y="41243"/>
                </a:moveTo>
                <a:lnTo>
                  <a:pt x="1524" y="39719"/>
                </a:lnTo>
                <a:lnTo>
                  <a:pt x="6096" y="0"/>
                </a:lnTo>
                <a:lnTo>
                  <a:pt x="48863" y="0"/>
                </a:lnTo>
                <a:lnTo>
                  <a:pt x="48863" y="9144"/>
                </a:lnTo>
                <a:lnTo>
                  <a:pt x="15240" y="9144"/>
                </a:lnTo>
                <a:lnTo>
                  <a:pt x="12192" y="32099"/>
                </a:lnTo>
                <a:lnTo>
                  <a:pt x="39719" y="32099"/>
                </a:lnTo>
                <a:lnTo>
                  <a:pt x="45815" y="35147"/>
                </a:lnTo>
                <a:lnTo>
                  <a:pt x="46577" y="36671"/>
                </a:lnTo>
                <a:lnTo>
                  <a:pt x="22955" y="36671"/>
                </a:lnTo>
                <a:lnTo>
                  <a:pt x="19907" y="38195"/>
                </a:lnTo>
                <a:lnTo>
                  <a:pt x="16764" y="38195"/>
                </a:lnTo>
                <a:lnTo>
                  <a:pt x="15240" y="39719"/>
                </a:lnTo>
                <a:lnTo>
                  <a:pt x="12192" y="39719"/>
                </a:lnTo>
                <a:lnTo>
                  <a:pt x="10668" y="41243"/>
                </a:lnTo>
                <a:close/>
              </a:path>
              <a:path w="52070" h="82550">
                <a:moveTo>
                  <a:pt x="39719" y="32099"/>
                </a:moveTo>
                <a:lnTo>
                  <a:pt x="13716" y="32099"/>
                </a:lnTo>
                <a:lnTo>
                  <a:pt x="16764" y="30575"/>
                </a:lnTo>
                <a:lnTo>
                  <a:pt x="18288" y="29051"/>
                </a:lnTo>
                <a:lnTo>
                  <a:pt x="21431" y="29051"/>
                </a:lnTo>
                <a:lnTo>
                  <a:pt x="24479" y="27527"/>
                </a:lnTo>
                <a:lnTo>
                  <a:pt x="30575" y="27527"/>
                </a:lnTo>
                <a:lnTo>
                  <a:pt x="39719" y="32099"/>
                </a:lnTo>
                <a:close/>
              </a:path>
              <a:path w="52070" h="82550">
                <a:moveTo>
                  <a:pt x="47339" y="73247"/>
                </a:moveTo>
                <a:lnTo>
                  <a:pt x="29051" y="73247"/>
                </a:lnTo>
                <a:lnTo>
                  <a:pt x="32099" y="71723"/>
                </a:lnTo>
                <a:lnTo>
                  <a:pt x="33623" y="70199"/>
                </a:lnTo>
                <a:lnTo>
                  <a:pt x="36671" y="68675"/>
                </a:lnTo>
                <a:lnTo>
                  <a:pt x="38195" y="67151"/>
                </a:lnTo>
                <a:lnTo>
                  <a:pt x="39719" y="64103"/>
                </a:lnTo>
                <a:lnTo>
                  <a:pt x="41243" y="62579"/>
                </a:lnTo>
                <a:lnTo>
                  <a:pt x="42767" y="59531"/>
                </a:lnTo>
                <a:lnTo>
                  <a:pt x="42767" y="51911"/>
                </a:lnTo>
                <a:lnTo>
                  <a:pt x="38195" y="42767"/>
                </a:lnTo>
                <a:lnTo>
                  <a:pt x="36671" y="41243"/>
                </a:lnTo>
                <a:lnTo>
                  <a:pt x="27527" y="36671"/>
                </a:lnTo>
                <a:lnTo>
                  <a:pt x="46577" y="36671"/>
                </a:lnTo>
                <a:lnTo>
                  <a:pt x="51911" y="47339"/>
                </a:lnTo>
                <a:lnTo>
                  <a:pt x="51911" y="65627"/>
                </a:lnTo>
                <a:lnTo>
                  <a:pt x="48863" y="68675"/>
                </a:lnTo>
                <a:lnTo>
                  <a:pt x="47339" y="73247"/>
                </a:lnTo>
                <a:close/>
              </a:path>
              <a:path w="52070" h="82550">
                <a:moveTo>
                  <a:pt x="30575" y="82391"/>
                </a:moveTo>
                <a:lnTo>
                  <a:pt x="21431" y="82391"/>
                </a:lnTo>
                <a:lnTo>
                  <a:pt x="12192" y="79343"/>
                </a:lnTo>
                <a:lnTo>
                  <a:pt x="9144" y="77819"/>
                </a:lnTo>
                <a:lnTo>
                  <a:pt x="3048" y="71723"/>
                </a:lnTo>
                <a:lnTo>
                  <a:pt x="1524" y="68675"/>
                </a:lnTo>
                <a:lnTo>
                  <a:pt x="0" y="64103"/>
                </a:lnTo>
                <a:lnTo>
                  <a:pt x="0" y="61055"/>
                </a:lnTo>
                <a:lnTo>
                  <a:pt x="10668" y="61055"/>
                </a:lnTo>
                <a:lnTo>
                  <a:pt x="10668" y="65627"/>
                </a:lnTo>
                <a:lnTo>
                  <a:pt x="15240" y="70199"/>
                </a:lnTo>
                <a:lnTo>
                  <a:pt x="18288" y="71723"/>
                </a:lnTo>
                <a:lnTo>
                  <a:pt x="19907" y="73247"/>
                </a:lnTo>
                <a:lnTo>
                  <a:pt x="47339" y="73247"/>
                </a:lnTo>
                <a:lnTo>
                  <a:pt x="42767" y="76295"/>
                </a:lnTo>
                <a:lnTo>
                  <a:pt x="39719" y="79343"/>
                </a:lnTo>
                <a:lnTo>
                  <a:pt x="30575" y="82391"/>
                </a:lnTo>
                <a:close/>
              </a:path>
            </a:pathLst>
          </a:custGeom>
          <a:solidFill>
            <a:srgbClr val="465469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85667" y="745712"/>
            <a:ext cx="424180" cy="116205"/>
            <a:chOff x="385667" y="745712"/>
            <a:chExt cx="424180" cy="11620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5667" y="745712"/>
              <a:ext cx="371760" cy="11591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788288" y="779240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90" h="69215">
                  <a:moveTo>
                    <a:pt x="16764" y="19907"/>
                  </a:moveTo>
                  <a:lnTo>
                    <a:pt x="6096" y="19907"/>
                  </a:lnTo>
                  <a:lnTo>
                    <a:pt x="0" y="13811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3048" y="3048"/>
                  </a:lnTo>
                  <a:lnTo>
                    <a:pt x="6096" y="1524"/>
                  </a:lnTo>
                  <a:lnTo>
                    <a:pt x="7620" y="0"/>
                  </a:lnTo>
                  <a:lnTo>
                    <a:pt x="13716" y="0"/>
                  </a:lnTo>
                  <a:lnTo>
                    <a:pt x="16764" y="1524"/>
                  </a:lnTo>
                  <a:lnTo>
                    <a:pt x="18288" y="3048"/>
                  </a:lnTo>
                  <a:lnTo>
                    <a:pt x="21336" y="4572"/>
                  </a:lnTo>
                  <a:lnTo>
                    <a:pt x="21336" y="15335"/>
                  </a:lnTo>
                  <a:lnTo>
                    <a:pt x="18288" y="16859"/>
                  </a:lnTo>
                  <a:lnTo>
                    <a:pt x="16764" y="19907"/>
                  </a:lnTo>
                  <a:close/>
                </a:path>
                <a:path w="21590" h="69215">
                  <a:moveTo>
                    <a:pt x="13716" y="68675"/>
                  </a:moveTo>
                  <a:lnTo>
                    <a:pt x="7620" y="68675"/>
                  </a:lnTo>
                  <a:lnTo>
                    <a:pt x="6096" y="67151"/>
                  </a:lnTo>
                  <a:lnTo>
                    <a:pt x="3048" y="65627"/>
                  </a:lnTo>
                  <a:lnTo>
                    <a:pt x="1524" y="62579"/>
                  </a:lnTo>
                  <a:lnTo>
                    <a:pt x="0" y="61055"/>
                  </a:lnTo>
                  <a:lnTo>
                    <a:pt x="0" y="54959"/>
                  </a:lnTo>
                  <a:lnTo>
                    <a:pt x="6096" y="48863"/>
                  </a:lnTo>
                  <a:lnTo>
                    <a:pt x="16764" y="48863"/>
                  </a:lnTo>
                  <a:lnTo>
                    <a:pt x="18288" y="51911"/>
                  </a:lnTo>
                  <a:lnTo>
                    <a:pt x="21336" y="53435"/>
                  </a:lnTo>
                  <a:lnTo>
                    <a:pt x="21336" y="62579"/>
                  </a:lnTo>
                  <a:lnTo>
                    <a:pt x="16764" y="67151"/>
                  </a:lnTo>
                  <a:lnTo>
                    <a:pt x="13716" y="68675"/>
                  </a:lnTo>
                  <a:close/>
                </a:path>
              </a:pathLst>
            </a:custGeom>
            <a:solidFill>
              <a:srgbClr val="05956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4208" y="756380"/>
            <a:ext cx="167735" cy="9610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5283" y="745712"/>
            <a:ext cx="1252061" cy="115919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544245" y="986789"/>
            <a:ext cx="1157605" cy="285750"/>
          </a:xfrm>
          <a:custGeom>
            <a:avLst/>
            <a:gdLst/>
            <a:ahLst/>
            <a:cxnLst/>
            <a:rect l="l" t="t" r="r" b="b"/>
            <a:pathLst>
              <a:path w="1157605" h="285750">
                <a:moveTo>
                  <a:pt x="204317" y="181546"/>
                </a:moveTo>
                <a:lnTo>
                  <a:pt x="170789" y="181546"/>
                </a:lnTo>
                <a:lnTo>
                  <a:pt x="170789" y="205930"/>
                </a:lnTo>
                <a:lnTo>
                  <a:pt x="170789" y="222694"/>
                </a:lnTo>
                <a:lnTo>
                  <a:pt x="109829" y="222694"/>
                </a:lnTo>
                <a:lnTo>
                  <a:pt x="109829" y="205930"/>
                </a:lnTo>
                <a:lnTo>
                  <a:pt x="170789" y="205930"/>
                </a:lnTo>
                <a:lnTo>
                  <a:pt x="170789" y="181546"/>
                </a:lnTo>
                <a:lnTo>
                  <a:pt x="76200" y="181546"/>
                </a:lnTo>
                <a:lnTo>
                  <a:pt x="76200" y="254698"/>
                </a:lnTo>
                <a:lnTo>
                  <a:pt x="109829" y="254698"/>
                </a:lnTo>
                <a:lnTo>
                  <a:pt x="109829" y="247078"/>
                </a:lnTo>
                <a:lnTo>
                  <a:pt x="204317" y="247078"/>
                </a:lnTo>
                <a:lnTo>
                  <a:pt x="204317" y="222694"/>
                </a:lnTo>
                <a:lnTo>
                  <a:pt x="204317" y="205930"/>
                </a:lnTo>
                <a:lnTo>
                  <a:pt x="204317" y="181546"/>
                </a:lnTo>
                <a:close/>
              </a:path>
              <a:path w="1157605" h="285750">
                <a:moveTo>
                  <a:pt x="239458" y="65532"/>
                </a:moveTo>
                <a:lnTo>
                  <a:pt x="201269" y="65532"/>
                </a:lnTo>
                <a:lnTo>
                  <a:pt x="201269" y="90017"/>
                </a:lnTo>
                <a:lnTo>
                  <a:pt x="201269" y="103733"/>
                </a:lnTo>
                <a:lnTo>
                  <a:pt x="79349" y="103733"/>
                </a:lnTo>
                <a:lnTo>
                  <a:pt x="79349" y="90017"/>
                </a:lnTo>
                <a:lnTo>
                  <a:pt x="201269" y="90017"/>
                </a:lnTo>
                <a:lnTo>
                  <a:pt x="201269" y="65532"/>
                </a:lnTo>
                <a:lnTo>
                  <a:pt x="41148" y="65532"/>
                </a:lnTo>
                <a:lnTo>
                  <a:pt x="41148" y="128117"/>
                </a:lnTo>
                <a:lnTo>
                  <a:pt x="239458" y="128117"/>
                </a:lnTo>
                <a:lnTo>
                  <a:pt x="239458" y="103733"/>
                </a:lnTo>
                <a:lnTo>
                  <a:pt x="239458" y="90017"/>
                </a:lnTo>
                <a:lnTo>
                  <a:pt x="239458" y="65532"/>
                </a:lnTo>
                <a:close/>
              </a:path>
              <a:path w="1157605" h="285750">
                <a:moveTo>
                  <a:pt x="266890" y="140309"/>
                </a:moveTo>
                <a:lnTo>
                  <a:pt x="13716" y="140309"/>
                </a:lnTo>
                <a:lnTo>
                  <a:pt x="13716" y="280708"/>
                </a:lnTo>
                <a:lnTo>
                  <a:pt x="51816" y="280708"/>
                </a:lnTo>
                <a:lnTo>
                  <a:pt x="51816" y="169265"/>
                </a:lnTo>
                <a:lnTo>
                  <a:pt x="230314" y="169265"/>
                </a:lnTo>
                <a:lnTo>
                  <a:pt x="230314" y="231838"/>
                </a:lnTo>
                <a:lnTo>
                  <a:pt x="228942" y="239839"/>
                </a:lnTo>
                <a:lnTo>
                  <a:pt x="224980" y="245554"/>
                </a:lnTo>
                <a:lnTo>
                  <a:pt x="218706" y="248983"/>
                </a:lnTo>
                <a:lnTo>
                  <a:pt x="210591" y="250113"/>
                </a:lnTo>
                <a:lnTo>
                  <a:pt x="201295" y="250113"/>
                </a:lnTo>
                <a:lnTo>
                  <a:pt x="192316" y="249936"/>
                </a:lnTo>
                <a:lnTo>
                  <a:pt x="183629" y="249491"/>
                </a:lnTo>
                <a:lnTo>
                  <a:pt x="175361" y="248602"/>
                </a:lnTo>
                <a:lnTo>
                  <a:pt x="175463" y="248983"/>
                </a:lnTo>
                <a:lnTo>
                  <a:pt x="177622" y="256654"/>
                </a:lnTo>
                <a:lnTo>
                  <a:pt x="179743" y="264845"/>
                </a:lnTo>
                <a:lnTo>
                  <a:pt x="181571" y="273329"/>
                </a:lnTo>
                <a:lnTo>
                  <a:pt x="182981" y="282206"/>
                </a:lnTo>
                <a:lnTo>
                  <a:pt x="201853" y="282206"/>
                </a:lnTo>
                <a:lnTo>
                  <a:pt x="244487" y="278345"/>
                </a:lnTo>
                <a:lnTo>
                  <a:pt x="265353" y="250113"/>
                </a:lnTo>
                <a:lnTo>
                  <a:pt x="265468" y="249491"/>
                </a:lnTo>
                <a:lnTo>
                  <a:pt x="265557" y="248983"/>
                </a:lnTo>
                <a:lnTo>
                  <a:pt x="265620" y="248602"/>
                </a:lnTo>
                <a:lnTo>
                  <a:pt x="266344" y="244602"/>
                </a:lnTo>
                <a:lnTo>
                  <a:pt x="266890" y="234886"/>
                </a:lnTo>
                <a:lnTo>
                  <a:pt x="266890" y="169265"/>
                </a:lnTo>
                <a:lnTo>
                  <a:pt x="266890" y="140309"/>
                </a:lnTo>
                <a:close/>
              </a:path>
              <a:path w="1157605" h="285750">
                <a:moveTo>
                  <a:pt x="279082" y="24384"/>
                </a:moveTo>
                <a:lnTo>
                  <a:pt x="166217" y="24384"/>
                </a:lnTo>
                <a:lnTo>
                  <a:pt x="163931" y="18440"/>
                </a:lnTo>
                <a:lnTo>
                  <a:pt x="159359" y="5956"/>
                </a:lnTo>
                <a:lnTo>
                  <a:pt x="157073" y="0"/>
                </a:lnTo>
                <a:lnTo>
                  <a:pt x="111353" y="6096"/>
                </a:lnTo>
                <a:lnTo>
                  <a:pt x="112877" y="12192"/>
                </a:lnTo>
                <a:lnTo>
                  <a:pt x="115925" y="16764"/>
                </a:lnTo>
                <a:lnTo>
                  <a:pt x="118973" y="24384"/>
                </a:lnTo>
                <a:lnTo>
                  <a:pt x="0" y="24384"/>
                </a:lnTo>
                <a:lnTo>
                  <a:pt x="0" y="53340"/>
                </a:lnTo>
                <a:lnTo>
                  <a:pt x="279082" y="53340"/>
                </a:lnTo>
                <a:lnTo>
                  <a:pt x="279082" y="24384"/>
                </a:lnTo>
                <a:close/>
              </a:path>
              <a:path w="1157605" h="285750">
                <a:moveTo>
                  <a:pt x="405676" y="70104"/>
                </a:moveTo>
                <a:lnTo>
                  <a:pt x="373672" y="53340"/>
                </a:lnTo>
                <a:lnTo>
                  <a:pt x="368858" y="63106"/>
                </a:lnTo>
                <a:lnTo>
                  <a:pt x="363766" y="72021"/>
                </a:lnTo>
                <a:lnTo>
                  <a:pt x="358673" y="80391"/>
                </a:lnTo>
                <a:lnTo>
                  <a:pt x="353860" y="88493"/>
                </a:lnTo>
                <a:lnTo>
                  <a:pt x="344614" y="90017"/>
                </a:lnTo>
                <a:lnTo>
                  <a:pt x="330898" y="90017"/>
                </a:lnTo>
                <a:lnTo>
                  <a:pt x="339496" y="75082"/>
                </a:lnTo>
                <a:lnTo>
                  <a:pt x="349237" y="57734"/>
                </a:lnTo>
                <a:lnTo>
                  <a:pt x="360133" y="37846"/>
                </a:lnTo>
                <a:lnTo>
                  <a:pt x="372148" y="15240"/>
                </a:lnTo>
                <a:lnTo>
                  <a:pt x="336994" y="1524"/>
                </a:lnTo>
                <a:lnTo>
                  <a:pt x="324446" y="31254"/>
                </a:lnTo>
                <a:lnTo>
                  <a:pt x="312039" y="56400"/>
                </a:lnTo>
                <a:lnTo>
                  <a:pt x="299923" y="77012"/>
                </a:lnTo>
                <a:lnTo>
                  <a:pt x="288226" y="93065"/>
                </a:lnTo>
                <a:lnTo>
                  <a:pt x="298894" y="126593"/>
                </a:lnTo>
                <a:lnTo>
                  <a:pt x="306070" y="125450"/>
                </a:lnTo>
                <a:lnTo>
                  <a:pt x="313944" y="124307"/>
                </a:lnTo>
                <a:lnTo>
                  <a:pt x="322694" y="123164"/>
                </a:lnTo>
                <a:lnTo>
                  <a:pt x="332422" y="122021"/>
                </a:lnTo>
                <a:lnTo>
                  <a:pt x="322186" y="137998"/>
                </a:lnTo>
                <a:lnTo>
                  <a:pt x="312229" y="151549"/>
                </a:lnTo>
                <a:lnTo>
                  <a:pt x="302856" y="162521"/>
                </a:lnTo>
                <a:lnTo>
                  <a:pt x="294322" y="170789"/>
                </a:lnTo>
                <a:lnTo>
                  <a:pt x="303466" y="202882"/>
                </a:lnTo>
                <a:lnTo>
                  <a:pt x="319786" y="199478"/>
                </a:lnTo>
                <a:lnTo>
                  <a:pt x="339102" y="196215"/>
                </a:lnTo>
                <a:lnTo>
                  <a:pt x="361594" y="193243"/>
                </a:lnTo>
                <a:lnTo>
                  <a:pt x="387388" y="190690"/>
                </a:lnTo>
                <a:lnTo>
                  <a:pt x="387464" y="187845"/>
                </a:lnTo>
                <a:lnTo>
                  <a:pt x="390436" y="155549"/>
                </a:lnTo>
                <a:lnTo>
                  <a:pt x="379882" y="157568"/>
                </a:lnTo>
                <a:lnTo>
                  <a:pt x="368896" y="159169"/>
                </a:lnTo>
                <a:lnTo>
                  <a:pt x="357606" y="160477"/>
                </a:lnTo>
                <a:lnTo>
                  <a:pt x="346138" y="161645"/>
                </a:lnTo>
                <a:lnTo>
                  <a:pt x="358482" y="144780"/>
                </a:lnTo>
                <a:lnTo>
                  <a:pt x="372516" y="123913"/>
                </a:lnTo>
                <a:lnTo>
                  <a:pt x="373710" y="122021"/>
                </a:lnTo>
                <a:lnTo>
                  <a:pt x="388239" y="99021"/>
                </a:lnTo>
                <a:lnTo>
                  <a:pt x="393674" y="90017"/>
                </a:lnTo>
                <a:lnTo>
                  <a:pt x="405676" y="70104"/>
                </a:lnTo>
                <a:close/>
              </a:path>
              <a:path w="1157605" h="285750">
                <a:moveTo>
                  <a:pt x="573405" y="245554"/>
                </a:moveTo>
                <a:lnTo>
                  <a:pt x="566331" y="242506"/>
                </a:lnTo>
                <a:lnTo>
                  <a:pt x="560857" y="240157"/>
                </a:lnTo>
                <a:lnTo>
                  <a:pt x="548449" y="233172"/>
                </a:lnTo>
                <a:lnTo>
                  <a:pt x="536333" y="224777"/>
                </a:lnTo>
                <a:lnTo>
                  <a:pt x="524637" y="215074"/>
                </a:lnTo>
                <a:lnTo>
                  <a:pt x="537235" y="195948"/>
                </a:lnTo>
                <a:lnTo>
                  <a:pt x="542963" y="184594"/>
                </a:lnTo>
                <a:lnTo>
                  <a:pt x="547687" y="175221"/>
                </a:lnTo>
                <a:lnTo>
                  <a:pt x="556145" y="153060"/>
                </a:lnTo>
                <a:lnTo>
                  <a:pt x="562737" y="129641"/>
                </a:lnTo>
                <a:lnTo>
                  <a:pt x="562737" y="96113"/>
                </a:lnTo>
                <a:lnTo>
                  <a:pt x="523113" y="96113"/>
                </a:lnTo>
                <a:lnTo>
                  <a:pt x="523113" y="129641"/>
                </a:lnTo>
                <a:lnTo>
                  <a:pt x="518883" y="145072"/>
                </a:lnTo>
                <a:lnTo>
                  <a:pt x="513207" y="159372"/>
                </a:lnTo>
                <a:lnTo>
                  <a:pt x="506399" y="172542"/>
                </a:lnTo>
                <a:lnTo>
                  <a:pt x="498729" y="184594"/>
                </a:lnTo>
                <a:lnTo>
                  <a:pt x="485279" y="163093"/>
                </a:lnTo>
                <a:lnTo>
                  <a:pt x="476186" y="144780"/>
                </a:lnTo>
                <a:lnTo>
                  <a:pt x="472554" y="137452"/>
                </a:lnTo>
                <a:lnTo>
                  <a:pt x="460705" y="107530"/>
                </a:lnTo>
                <a:lnTo>
                  <a:pt x="449872" y="73152"/>
                </a:lnTo>
                <a:lnTo>
                  <a:pt x="449872" y="53340"/>
                </a:lnTo>
                <a:lnTo>
                  <a:pt x="500253" y="53340"/>
                </a:lnTo>
                <a:lnTo>
                  <a:pt x="480352" y="96113"/>
                </a:lnTo>
                <a:lnTo>
                  <a:pt x="480352" y="129641"/>
                </a:lnTo>
                <a:lnTo>
                  <a:pt x="523113" y="129641"/>
                </a:lnTo>
                <a:lnTo>
                  <a:pt x="523113" y="96113"/>
                </a:lnTo>
                <a:lnTo>
                  <a:pt x="544449" y="50292"/>
                </a:lnTo>
                <a:lnTo>
                  <a:pt x="544449" y="18288"/>
                </a:lnTo>
                <a:lnTo>
                  <a:pt x="442264" y="18288"/>
                </a:lnTo>
                <a:lnTo>
                  <a:pt x="442264" y="144780"/>
                </a:lnTo>
                <a:lnTo>
                  <a:pt x="442264" y="18288"/>
                </a:lnTo>
                <a:lnTo>
                  <a:pt x="391960" y="18288"/>
                </a:lnTo>
                <a:lnTo>
                  <a:pt x="391960" y="53340"/>
                </a:lnTo>
                <a:lnTo>
                  <a:pt x="411772" y="53340"/>
                </a:lnTo>
                <a:lnTo>
                  <a:pt x="411772" y="99161"/>
                </a:lnTo>
                <a:lnTo>
                  <a:pt x="408051" y="139471"/>
                </a:lnTo>
                <a:lnTo>
                  <a:pt x="401485" y="175793"/>
                </a:lnTo>
                <a:lnTo>
                  <a:pt x="392049" y="208114"/>
                </a:lnTo>
                <a:lnTo>
                  <a:pt x="379768" y="236410"/>
                </a:lnTo>
                <a:lnTo>
                  <a:pt x="379768" y="221170"/>
                </a:lnTo>
                <a:lnTo>
                  <a:pt x="381292" y="213550"/>
                </a:lnTo>
                <a:lnTo>
                  <a:pt x="289750" y="227266"/>
                </a:lnTo>
                <a:lnTo>
                  <a:pt x="295846" y="266890"/>
                </a:lnTo>
                <a:lnTo>
                  <a:pt x="366052" y="253174"/>
                </a:lnTo>
                <a:lnTo>
                  <a:pt x="372643" y="260337"/>
                </a:lnTo>
                <a:lnTo>
                  <a:pt x="378815" y="268084"/>
                </a:lnTo>
                <a:lnTo>
                  <a:pt x="384695" y="276402"/>
                </a:lnTo>
                <a:lnTo>
                  <a:pt x="390436" y="285280"/>
                </a:lnTo>
                <a:lnTo>
                  <a:pt x="409892" y="257746"/>
                </a:lnTo>
                <a:lnTo>
                  <a:pt x="412013" y="253174"/>
                </a:lnTo>
                <a:lnTo>
                  <a:pt x="419785" y="236410"/>
                </a:lnTo>
                <a:lnTo>
                  <a:pt x="424916" y="225361"/>
                </a:lnTo>
                <a:lnTo>
                  <a:pt x="435660" y="187845"/>
                </a:lnTo>
                <a:lnTo>
                  <a:pt x="441223" y="151549"/>
                </a:lnTo>
                <a:lnTo>
                  <a:pt x="442290" y="145262"/>
                </a:lnTo>
                <a:lnTo>
                  <a:pt x="444817" y="151549"/>
                </a:lnTo>
                <a:lnTo>
                  <a:pt x="449414" y="163512"/>
                </a:lnTo>
                <a:lnTo>
                  <a:pt x="457301" y="180746"/>
                </a:lnTo>
                <a:lnTo>
                  <a:pt x="457403" y="180924"/>
                </a:lnTo>
                <a:lnTo>
                  <a:pt x="466039" y="196824"/>
                </a:lnTo>
                <a:lnTo>
                  <a:pt x="475780" y="212026"/>
                </a:lnTo>
                <a:lnTo>
                  <a:pt x="462851" y="222910"/>
                </a:lnTo>
                <a:lnTo>
                  <a:pt x="448919" y="232791"/>
                </a:lnTo>
                <a:lnTo>
                  <a:pt x="433565" y="241820"/>
                </a:lnTo>
                <a:lnTo>
                  <a:pt x="416344" y="250126"/>
                </a:lnTo>
                <a:lnTo>
                  <a:pt x="422935" y="258191"/>
                </a:lnTo>
                <a:lnTo>
                  <a:pt x="429107" y="266560"/>
                </a:lnTo>
                <a:lnTo>
                  <a:pt x="434987" y="275501"/>
                </a:lnTo>
                <a:lnTo>
                  <a:pt x="440728" y="285280"/>
                </a:lnTo>
                <a:lnTo>
                  <a:pt x="457301" y="275805"/>
                </a:lnTo>
                <a:lnTo>
                  <a:pt x="472744" y="265607"/>
                </a:lnTo>
                <a:lnTo>
                  <a:pt x="487057" y="254558"/>
                </a:lnTo>
                <a:lnTo>
                  <a:pt x="500253" y="242506"/>
                </a:lnTo>
                <a:lnTo>
                  <a:pt x="511098" y="254292"/>
                </a:lnTo>
                <a:lnTo>
                  <a:pt x="522922" y="264655"/>
                </a:lnTo>
                <a:lnTo>
                  <a:pt x="535622" y="273888"/>
                </a:lnTo>
                <a:lnTo>
                  <a:pt x="549021" y="282232"/>
                </a:lnTo>
                <a:lnTo>
                  <a:pt x="553910" y="274789"/>
                </a:lnTo>
                <a:lnTo>
                  <a:pt x="559498" y="266179"/>
                </a:lnTo>
                <a:lnTo>
                  <a:pt x="565962" y="256438"/>
                </a:lnTo>
                <a:lnTo>
                  <a:pt x="573405" y="245554"/>
                </a:lnTo>
                <a:close/>
              </a:path>
              <a:path w="1157605" h="285750">
                <a:moveTo>
                  <a:pt x="698474" y="169265"/>
                </a:moveTo>
                <a:lnTo>
                  <a:pt x="658850" y="180022"/>
                </a:lnTo>
                <a:lnTo>
                  <a:pt x="658850" y="67056"/>
                </a:lnTo>
                <a:lnTo>
                  <a:pt x="692378" y="67056"/>
                </a:lnTo>
                <a:lnTo>
                  <a:pt x="692378" y="27432"/>
                </a:lnTo>
                <a:lnTo>
                  <a:pt x="585597" y="27432"/>
                </a:lnTo>
                <a:lnTo>
                  <a:pt x="585597" y="67056"/>
                </a:lnTo>
                <a:lnTo>
                  <a:pt x="620649" y="67056"/>
                </a:lnTo>
                <a:lnTo>
                  <a:pt x="620649" y="190690"/>
                </a:lnTo>
                <a:lnTo>
                  <a:pt x="581025" y="201358"/>
                </a:lnTo>
                <a:lnTo>
                  <a:pt x="591693" y="242506"/>
                </a:lnTo>
                <a:lnTo>
                  <a:pt x="616318" y="234505"/>
                </a:lnTo>
                <a:lnTo>
                  <a:pt x="642226" y="226504"/>
                </a:lnTo>
                <a:lnTo>
                  <a:pt x="669569" y="218503"/>
                </a:lnTo>
                <a:lnTo>
                  <a:pt x="698474" y="210502"/>
                </a:lnTo>
                <a:lnTo>
                  <a:pt x="696950" y="202882"/>
                </a:lnTo>
                <a:lnTo>
                  <a:pt x="696950" y="180022"/>
                </a:lnTo>
                <a:lnTo>
                  <a:pt x="696950" y="175361"/>
                </a:lnTo>
                <a:lnTo>
                  <a:pt x="698474" y="169265"/>
                </a:lnTo>
                <a:close/>
              </a:path>
              <a:path w="1157605" h="285750">
                <a:moveTo>
                  <a:pt x="852487" y="50292"/>
                </a:moveTo>
                <a:lnTo>
                  <a:pt x="768667" y="50292"/>
                </a:lnTo>
                <a:lnTo>
                  <a:pt x="768667" y="3048"/>
                </a:lnTo>
                <a:lnTo>
                  <a:pt x="732002" y="3048"/>
                </a:lnTo>
                <a:lnTo>
                  <a:pt x="731977" y="15582"/>
                </a:lnTo>
                <a:lnTo>
                  <a:pt x="731812" y="27813"/>
                </a:lnTo>
                <a:lnTo>
                  <a:pt x="731354" y="39484"/>
                </a:lnTo>
                <a:lnTo>
                  <a:pt x="730478" y="50292"/>
                </a:lnTo>
                <a:lnTo>
                  <a:pt x="698474" y="50292"/>
                </a:lnTo>
                <a:lnTo>
                  <a:pt x="698474" y="88493"/>
                </a:lnTo>
                <a:lnTo>
                  <a:pt x="730478" y="88493"/>
                </a:lnTo>
                <a:lnTo>
                  <a:pt x="725906" y="143611"/>
                </a:lnTo>
                <a:lnTo>
                  <a:pt x="712190" y="189890"/>
                </a:lnTo>
                <a:lnTo>
                  <a:pt x="689330" y="227025"/>
                </a:lnTo>
                <a:lnTo>
                  <a:pt x="657326" y="254698"/>
                </a:lnTo>
                <a:lnTo>
                  <a:pt x="665327" y="261835"/>
                </a:lnTo>
                <a:lnTo>
                  <a:pt x="673328" y="269417"/>
                </a:lnTo>
                <a:lnTo>
                  <a:pt x="681291" y="277253"/>
                </a:lnTo>
                <a:lnTo>
                  <a:pt x="689330" y="285280"/>
                </a:lnTo>
                <a:lnTo>
                  <a:pt x="705612" y="271487"/>
                </a:lnTo>
                <a:lnTo>
                  <a:pt x="732218" y="237744"/>
                </a:lnTo>
                <a:lnTo>
                  <a:pt x="754214" y="190157"/>
                </a:lnTo>
                <a:lnTo>
                  <a:pt x="754278" y="189890"/>
                </a:lnTo>
                <a:lnTo>
                  <a:pt x="761390" y="160934"/>
                </a:lnTo>
                <a:lnTo>
                  <a:pt x="765708" y="127127"/>
                </a:lnTo>
                <a:lnTo>
                  <a:pt x="767143" y="88493"/>
                </a:lnTo>
                <a:lnTo>
                  <a:pt x="812863" y="88493"/>
                </a:lnTo>
                <a:lnTo>
                  <a:pt x="811898" y="143611"/>
                </a:lnTo>
                <a:lnTo>
                  <a:pt x="811301" y="180022"/>
                </a:lnTo>
                <a:lnTo>
                  <a:pt x="810729" y="204736"/>
                </a:lnTo>
                <a:lnTo>
                  <a:pt x="788657" y="237921"/>
                </a:lnTo>
                <a:lnTo>
                  <a:pt x="779297" y="237921"/>
                </a:lnTo>
                <a:lnTo>
                  <a:pt x="769962" y="237744"/>
                </a:lnTo>
                <a:lnTo>
                  <a:pt x="760336" y="237299"/>
                </a:lnTo>
                <a:lnTo>
                  <a:pt x="750290" y="236410"/>
                </a:lnTo>
                <a:lnTo>
                  <a:pt x="753452" y="245872"/>
                </a:lnTo>
                <a:lnTo>
                  <a:pt x="756196" y="256044"/>
                </a:lnTo>
                <a:lnTo>
                  <a:pt x="758647" y="267106"/>
                </a:lnTo>
                <a:lnTo>
                  <a:pt x="760958" y="279184"/>
                </a:lnTo>
                <a:lnTo>
                  <a:pt x="781608" y="278917"/>
                </a:lnTo>
                <a:lnTo>
                  <a:pt x="825055" y="274612"/>
                </a:lnTo>
                <a:lnTo>
                  <a:pt x="835723" y="266890"/>
                </a:lnTo>
                <a:lnTo>
                  <a:pt x="840295" y="262318"/>
                </a:lnTo>
                <a:lnTo>
                  <a:pt x="843343" y="257746"/>
                </a:lnTo>
                <a:lnTo>
                  <a:pt x="846391" y="251650"/>
                </a:lnTo>
                <a:lnTo>
                  <a:pt x="847521" y="245681"/>
                </a:lnTo>
                <a:lnTo>
                  <a:pt x="848385" y="237921"/>
                </a:lnTo>
                <a:lnTo>
                  <a:pt x="848410" y="237744"/>
                </a:lnTo>
                <a:lnTo>
                  <a:pt x="848525" y="236410"/>
                </a:lnTo>
                <a:lnTo>
                  <a:pt x="848639" y="234505"/>
                </a:lnTo>
                <a:lnTo>
                  <a:pt x="848715" y="233362"/>
                </a:lnTo>
                <a:lnTo>
                  <a:pt x="849185" y="225729"/>
                </a:lnTo>
                <a:lnTo>
                  <a:pt x="849299" y="219646"/>
                </a:lnTo>
                <a:lnTo>
                  <a:pt x="849388" y="215074"/>
                </a:lnTo>
                <a:lnTo>
                  <a:pt x="849464" y="210502"/>
                </a:lnTo>
                <a:lnTo>
                  <a:pt x="849579" y="204736"/>
                </a:lnTo>
                <a:lnTo>
                  <a:pt x="849642" y="201358"/>
                </a:lnTo>
                <a:lnTo>
                  <a:pt x="852487" y="50292"/>
                </a:lnTo>
                <a:close/>
              </a:path>
              <a:path w="1157605" h="285750">
                <a:moveTo>
                  <a:pt x="1011085" y="109829"/>
                </a:moveTo>
                <a:lnTo>
                  <a:pt x="974509" y="109829"/>
                </a:lnTo>
                <a:lnTo>
                  <a:pt x="974509" y="140309"/>
                </a:lnTo>
                <a:lnTo>
                  <a:pt x="974509" y="155549"/>
                </a:lnTo>
                <a:lnTo>
                  <a:pt x="974509" y="184594"/>
                </a:lnTo>
                <a:lnTo>
                  <a:pt x="974509" y="199834"/>
                </a:lnTo>
                <a:lnTo>
                  <a:pt x="924217" y="199834"/>
                </a:lnTo>
                <a:lnTo>
                  <a:pt x="924217" y="184594"/>
                </a:lnTo>
                <a:lnTo>
                  <a:pt x="974509" y="184594"/>
                </a:lnTo>
                <a:lnTo>
                  <a:pt x="974509" y="155549"/>
                </a:lnTo>
                <a:lnTo>
                  <a:pt x="924217" y="155549"/>
                </a:lnTo>
                <a:lnTo>
                  <a:pt x="924217" y="140309"/>
                </a:lnTo>
                <a:lnTo>
                  <a:pt x="974509" y="140309"/>
                </a:lnTo>
                <a:lnTo>
                  <a:pt x="974509" y="109829"/>
                </a:lnTo>
                <a:lnTo>
                  <a:pt x="889076" y="109829"/>
                </a:lnTo>
                <a:lnTo>
                  <a:pt x="889076" y="280682"/>
                </a:lnTo>
                <a:lnTo>
                  <a:pt x="924217" y="280682"/>
                </a:lnTo>
                <a:lnTo>
                  <a:pt x="924217" y="227266"/>
                </a:lnTo>
                <a:lnTo>
                  <a:pt x="974509" y="227266"/>
                </a:lnTo>
                <a:lnTo>
                  <a:pt x="974509" y="240982"/>
                </a:lnTo>
                <a:lnTo>
                  <a:pt x="971461" y="247078"/>
                </a:lnTo>
                <a:lnTo>
                  <a:pt x="936409" y="247078"/>
                </a:lnTo>
                <a:lnTo>
                  <a:pt x="938695" y="255981"/>
                </a:lnTo>
                <a:lnTo>
                  <a:pt x="940816" y="263842"/>
                </a:lnTo>
                <a:lnTo>
                  <a:pt x="943381" y="273088"/>
                </a:lnTo>
                <a:lnTo>
                  <a:pt x="945540" y="280682"/>
                </a:lnTo>
                <a:lnTo>
                  <a:pt x="958418" y="280682"/>
                </a:lnTo>
                <a:lnTo>
                  <a:pt x="969556" y="280517"/>
                </a:lnTo>
                <a:lnTo>
                  <a:pt x="978992" y="280060"/>
                </a:lnTo>
                <a:lnTo>
                  <a:pt x="986701" y="279184"/>
                </a:lnTo>
                <a:lnTo>
                  <a:pt x="994321" y="279184"/>
                </a:lnTo>
                <a:lnTo>
                  <a:pt x="1010983" y="244030"/>
                </a:lnTo>
                <a:lnTo>
                  <a:pt x="1011085" y="227266"/>
                </a:lnTo>
                <a:lnTo>
                  <a:pt x="1011085" y="199834"/>
                </a:lnTo>
                <a:lnTo>
                  <a:pt x="1011085" y="184594"/>
                </a:lnTo>
                <a:lnTo>
                  <a:pt x="1011085" y="155549"/>
                </a:lnTo>
                <a:lnTo>
                  <a:pt x="1011085" y="140309"/>
                </a:lnTo>
                <a:lnTo>
                  <a:pt x="1011085" y="109829"/>
                </a:lnTo>
                <a:close/>
              </a:path>
              <a:path w="1157605" h="285750">
                <a:moveTo>
                  <a:pt x="1032421" y="88493"/>
                </a:moveTo>
                <a:lnTo>
                  <a:pt x="1021257" y="71818"/>
                </a:lnTo>
                <a:lnTo>
                  <a:pt x="1016977" y="65532"/>
                </a:lnTo>
                <a:lnTo>
                  <a:pt x="1010513" y="56019"/>
                </a:lnTo>
                <a:lnTo>
                  <a:pt x="989749" y="25908"/>
                </a:lnTo>
                <a:lnTo>
                  <a:pt x="962317" y="41148"/>
                </a:lnTo>
                <a:lnTo>
                  <a:pt x="966889" y="48768"/>
                </a:lnTo>
                <a:lnTo>
                  <a:pt x="971461" y="54864"/>
                </a:lnTo>
                <a:lnTo>
                  <a:pt x="976033" y="62484"/>
                </a:lnTo>
                <a:lnTo>
                  <a:pt x="924217" y="65532"/>
                </a:lnTo>
                <a:lnTo>
                  <a:pt x="965365" y="15240"/>
                </a:lnTo>
                <a:lnTo>
                  <a:pt x="930313" y="1524"/>
                </a:lnTo>
                <a:lnTo>
                  <a:pt x="912228" y="26339"/>
                </a:lnTo>
                <a:lnTo>
                  <a:pt x="896886" y="45720"/>
                </a:lnTo>
                <a:lnTo>
                  <a:pt x="884135" y="59397"/>
                </a:lnTo>
                <a:lnTo>
                  <a:pt x="873836" y="67056"/>
                </a:lnTo>
                <a:lnTo>
                  <a:pt x="882980" y="99161"/>
                </a:lnTo>
                <a:lnTo>
                  <a:pt x="992797" y="91541"/>
                </a:lnTo>
                <a:lnTo>
                  <a:pt x="1001941" y="105257"/>
                </a:lnTo>
                <a:lnTo>
                  <a:pt x="1008202" y="101561"/>
                </a:lnTo>
                <a:lnTo>
                  <a:pt x="1015466" y="97447"/>
                </a:lnTo>
                <a:lnTo>
                  <a:pt x="1023581" y="93040"/>
                </a:lnTo>
                <a:lnTo>
                  <a:pt x="1026502" y="91541"/>
                </a:lnTo>
                <a:lnTo>
                  <a:pt x="1032421" y="88493"/>
                </a:lnTo>
                <a:close/>
              </a:path>
              <a:path w="1157605" h="285750">
                <a:moveTo>
                  <a:pt x="1155966" y="80772"/>
                </a:moveTo>
                <a:lnTo>
                  <a:pt x="1148549" y="78206"/>
                </a:lnTo>
                <a:lnTo>
                  <a:pt x="1140155" y="75057"/>
                </a:lnTo>
                <a:lnTo>
                  <a:pt x="1130884" y="71348"/>
                </a:lnTo>
                <a:lnTo>
                  <a:pt x="1120914" y="67056"/>
                </a:lnTo>
                <a:lnTo>
                  <a:pt x="1118882" y="76530"/>
                </a:lnTo>
                <a:lnTo>
                  <a:pt x="1115974" y="90932"/>
                </a:lnTo>
                <a:lnTo>
                  <a:pt x="1114818" y="96113"/>
                </a:lnTo>
                <a:lnTo>
                  <a:pt x="1113294" y="102209"/>
                </a:lnTo>
                <a:lnTo>
                  <a:pt x="1107198" y="105257"/>
                </a:lnTo>
                <a:lnTo>
                  <a:pt x="1075194" y="105257"/>
                </a:lnTo>
                <a:lnTo>
                  <a:pt x="1069098" y="99161"/>
                </a:lnTo>
                <a:lnTo>
                  <a:pt x="1069098" y="80772"/>
                </a:lnTo>
                <a:lnTo>
                  <a:pt x="1094193" y="70802"/>
                </a:lnTo>
                <a:lnTo>
                  <a:pt x="1116723" y="61531"/>
                </a:lnTo>
                <a:lnTo>
                  <a:pt x="1136383" y="53136"/>
                </a:lnTo>
                <a:lnTo>
                  <a:pt x="1149515" y="47244"/>
                </a:lnTo>
                <a:lnTo>
                  <a:pt x="1152918" y="45720"/>
                </a:lnTo>
                <a:lnTo>
                  <a:pt x="1128534" y="16764"/>
                </a:lnTo>
                <a:lnTo>
                  <a:pt x="1115390" y="23888"/>
                </a:lnTo>
                <a:lnTo>
                  <a:pt x="1101102" y="31432"/>
                </a:lnTo>
                <a:lnTo>
                  <a:pt x="1085672" y="39268"/>
                </a:lnTo>
                <a:lnTo>
                  <a:pt x="1069098" y="47244"/>
                </a:lnTo>
                <a:lnTo>
                  <a:pt x="1069098" y="4572"/>
                </a:lnTo>
                <a:lnTo>
                  <a:pt x="1032421" y="4572"/>
                </a:lnTo>
                <a:lnTo>
                  <a:pt x="1032421" y="88493"/>
                </a:lnTo>
                <a:lnTo>
                  <a:pt x="1032421" y="93040"/>
                </a:lnTo>
                <a:lnTo>
                  <a:pt x="1035265" y="111950"/>
                </a:lnTo>
                <a:lnTo>
                  <a:pt x="1043711" y="125260"/>
                </a:lnTo>
                <a:lnTo>
                  <a:pt x="1057579" y="133146"/>
                </a:lnTo>
                <a:lnTo>
                  <a:pt x="1076718" y="135737"/>
                </a:lnTo>
                <a:lnTo>
                  <a:pt x="1105674" y="135737"/>
                </a:lnTo>
                <a:lnTo>
                  <a:pt x="1114247" y="135432"/>
                </a:lnTo>
                <a:lnTo>
                  <a:pt x="1121676" y="134404"/>
                </a:lnTo>
                <a:lnTo>
                  <a:pt x="1127963" y="132524"/>
                </a:lnTo>
                <a:lnTo>
                  <a:pt x="1133106" y="129641"/>
                </a:lnTo>
                <a:lnTo>
                  <a:pt x="1140726" y="126593"/>
                </a:lnTo>
                <a:lnTo>
                  <a:pt x="1145298" y="118973"/>
                </a:lnTo>
                <a:lnTo>
                  <a:pt x="1148346" y="111353"/>
                </a:lnTo>
                <a:lnTo>
                  <a:pt x="1149578" y="105257"/>
                </a:lnTo>
                <a:lnTo>
                  <a:pt x="1149743" y="104444"/>
                </a:lnTo>
                <a:lnTo>
                  <a:pt x="1151585" y="97243"/>
                </a:lnTo>
                <a:lnTo>
                  <a:pt x="1153693" y="89458"/>
                </a:lnTo>
                <a:lnTo>
                  <a:pt x="1155966" y="80772"/>
                </a:lnTo>
                <a:close/>
              </a:path>
              <a:path w="1157605" h="285750">
                <a:moveTo>
                  <a:pt x="1157490" y="215074"/>
                </a:moveTo>
                <a:lnTo>
                  <a:pt x="1120914" y="201358"/>
                </a:lnTo>
                <a:lnTo>
                  <a:pt x="1119505" y="216776"/>
                </a:lnTo>
                <a:lnTo>
                  <a:pt x="1117676" y="228600"/>
                </a:lnTo>
                <a:lnTo>
                  <a:pt x="1115555" y="236728"/>
                </a:lnTo>
                <a:lnTo>
                  <a:pt x="1113294" y="240982"/>
                </a:lnTo>
                <a:lnTo>
                  <a:pt x="1110246" y="244030"/>
                </a:lnTo>
                <a:lnTo>
                  <a:pt x="1105674" y="247078"/>
                </a:lnTo>
                <a:lnTo>
                  <a:pt x="1073670" y="247078"/>
                </a:lnTo>
                <a:lnTo>
                  <a:pt x="1069098" y="240982"/>
                </a:lnTo>
                <a:lnTo>
                  <a:pt x="1069098" y="215074"/>
                </a:lnTo>
                <a:lnTo>
                  <a:pt x="1146352" y="180022"/>
                </a:lnTo>
                <a:lnTo>
                  <a:pt x="1152918" y="176974"/>
                </a:lnTo>
                <a:lnTo>
                  <a:pt x="1127010" y="147929"/>
                </a:lnTo>
                <a:lnTo>
                  <a:pt x="1113243" y="155930"/>
                </a:lnTo>
                <a:lnTo>
                  <a:pt x="1099197" y="163944"/>
                </a:lnTo>
                <a:lnTo>
                  <a:pt x="1084567" y="171970"/>
                </a:lnTo>
                <a:lnTo>
                  <a:pt x="1069098" y="180022"/>
                </a:lnTo>
                <a:lnTo>
                  <a:pt x="1069098" y="143357"/>
                </a:lnTo>
                <a:lnTo>
                  <a:pt x="1032421" y="143357"/>
                </a:lnTo>
                <a:lnTo>
                  <a:pt x="1032421" y="234886"/>
                </a:lnTo>
                <a:lnTo>
                  <a:pt x="1035265" y="253796"/>
                </a:lnTo>
                <a:lnTo>
                  <a:pt x="1043711" y="267131"/>
                </a:lnTo>
                <a:lnTo>
                  <a:pt x="1057579" y="275043"/>
                </a:lnTo>
                <a:lnTo>
                  <a:pt x="1076718" y="277660"/>
                </a:lnTo>
                <a:lnTo>
                  <a:pt x="1105674" y="277660"/>
                </a:lnTo>
                <a:lnTo>
                  <a:pt x="1142250" y="263842"/>
                </a:lnTo>
                <a:lnTo>
                  <a:pt x="1146822" y="257746"/>
                </a:lnTo>
                <a:lnTo>
                  <a:pt x="1149121" y="251726"/>
                </a:lnTo>
                <a:lnTo>
                  <a:pt x="1150391" y="247078"/>
                </a:lnTo>
                <a:lnTo>
                  <a:pt x="1151623" y="242506"/>
                </a:lnTo>
                <a:lnTo>
                  <a:pt x="1154315" y="230530"/>
                </a:lnTo>
                <a:lnTo>
                  <a:pt x="1157490" y="215074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752123" y="1072229"/>
            <a:ext cx="52069" cy="163195"/>
          </a:xfrm>
          <a:custGeom>
            <a:avLst/>
            <a:gdLst/>
            <a:ahLst/>
            <a:cxnLst/>
            <a:rect l="l" t="t" r="r" b="b"/>
            <a:pathLst>
              <a:path w="52069" h="163194">
                <a:moveTo>
                  <a:pt x="33528" y="47244"/>
                </a:moveTo>
                <a:lnTo>
                  <a:pt x="18288" y="47244"/>
                </a:lnTo>
                <a:lnTo>
                  <a:pt x="12192" y="45720"/>
                </a:lnTo>
                <a:lnTo>
                  <a:pt x="1524" y="35052"/>
                </a:lnTo>
                <a:lnTo>
                  <a:pt x="0" y="30480"/>
                </a:lnTo>
                <a:lnTo>
                  <a:pt x="0" y="16764"/>
                </a:lnTo>
                <a:lnTo>
                  <a:pt x="1524" y="12192"/>
                </a:lnTo>
                <a:lnTo>
                  <a:pt x="12192" y="1524"/>
                </a:lnTo>
                <a:lnTo>
                  <a:pt x="18288" y="0"/>
                </a:lnTo>
                <a:lnTo>
                  <a:pt x="33528" y="0"/>
                </a:lnTo>
                <a:lnTo>
                  <a:pt x="39624" y="1524"/>
                </a:lnTo>
                <a:lnTo>
                  <a:pt x="48768" y="10668"/>
                </a:lnTo>
                <a:lnTo>
                  <a:pt x="51816" y="16764"/>
                </a:lnTo>
                <a:lnTo>
                  <a:pt x="51816" y="30480"/>
                </a:lnTo>
                <a:lnTo>
                  <a:pt x="48768" y="36576"/>
                </a:lnTo>
                <a:lnTo>
                  <a:pt x="39624" y="45720"/>
                </a:lnTo>
                <a:lnTo>
                  <a:pt x="33528" y="47244"/>
                </a:lnTo>
                <a:close/>
              </a:path>
              <a:path w="52069" h="163194">
                <a:moveTo>
                  <a:pt x="33528" y="163163"/>
                </a:moveTo>
                <a:lnTo>
                  <a:pt x="18288" y="163163"/>
                </a:lnTo>
                <a:lnTo>
                  <a:pt x="12192" y="161639"/>
                </a:lnTo>
                <a:lnTo>
                  <a:pt x="7620" y="157067"/>
                </a:lnTo>
                <a:lnTo>
                  <a:pt x="1524" y="152495"/>
                </a:lnTo>
                <a:lnTo>
                  <a:pt x="0" y="146399"/>
                </a:lnTo>
                <a:lnTo>
                  <a:pt x="0" y="132683"/>
                </a:lnTo>
                <a:lnTo>
                  <a:pt x="1524" y="128111"/>
                </a:lnTo>
                <a:lnTo>
                  <a:pt x="7620" y="123539"/>
                </a:lnTo>
                <a:lnTo>
                  <a:pt x="12192" y="118967"/>
                </a:lnTo>
                <a:lnTo>
                  <a:pt x="18288" y="115919"/>
                </a:lnTo>
                <a:lnTo>
                  <a:pt x="33528" y="115919"/>
                </a:lnTo>
                <a:lnTo>
                  <a:pt x="39624" y="117443"/>
                </a:lnTo>
                <a:lnTo>
                  <a:pt x="44196" y="123539"/>
                </a:lnTo>
                <a:lnTo>
                  <a:pt x="48768" y="128111"/>
                </a:lnTo>
                <a:lnTo>
                  <a:pt x="51816" y="132683"/>
                </a:lnTo>
                <a:lnTo>
                  <a:pt x="51816" y="146399"/>
                </a:lnTo>
                <a:lnTo>
                  <a:pt x="48768" y="152495"/>
                </a:lnTo>
                <a:lnTo>
                  <a:pt x="39624" y="161639"/>
                </a:lnTo>
                <a:lnTo>
                  <a:pt x="33528" y="163163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2003774" y="1020318"/>
            <a:ext cx="846455" cy="274955"/>
            <a:chOff x="2003774" y="1020318"/>
            <a:chExt cx="846455" cy="274955"/>
          </a:xfrm>
        </p:grpSpPr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3774" y="1020318"/>
              <a:ext cx="370522" cy="274605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03252" y="1070705"/>
              <a:ext cx="152590" cy="164687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84799" y="1070705"/>
              <a:ext cx="144875" cy="16163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51010" y="1034034"/>
              <a:ext cx="99155" cy="199834"/>
            </a:xfrm>
            <a:prstGeom prst="rect">
              <a:avLst/>
            </a:prstGeom>
          </p:spPr>
        </p:pic>
      </p:grpSp>
      <p:sp>
        <p:nvSpPr>
          <p:cNvPr id="14" name="object 14" descr=""/>
          <p:cNvSpPr/>
          <p:nvPr/>
        </p:nvSpPr>
        <p:spPr>
          <a:xfrm>
            <a:off x="2953791" y="988313"/>
            <a:ext cx="1424940" cy="282575"/>
          </a:xfrm>
          <a:custGeom>
            <a:avLst/>
            <a:gdLst/>
            <a:ahLst/>
            <a:cxnLst/>
            <a:rect l="l" t="t" r="r" b="b"/>
            <a:pathLst>
              <a:path w="1424939" h="282575">
                <a:moveTo>
                  <a:pt x="231838" y="35052"/>
                </a:moveTo>
                <a:lnTo>
                  <a:pt x="190690" y="35052"/>
                </a:lnTo>
                <a:lnTo>
                  <a:pt x="190690" y="73152"/>
                </a:lnTo>
                <a:lnTo>
                  <a:pt x="190690" y="100685"/>
                </a:lnTo>
                <a:lnTo>
                  <a:pt x="190690" y="135737"/>
                </a:lnTo>
                <a:lnTo>
                  <a:pt x="190690" y="163169"/>
                </a:lnTo>
                <a:lnTo>
                  <a:pt x="190690" y="198310"/>
                </a:lnTo>
                <a:lnTo>
                  <a:pt x="190690" y="227266"/>
                </a:lnTo>
                <a:lnTo>
                  <a:pt x="41236" y="227266"/>
                </a:lnTo>
                <a:lnTo>
                  <a:pt x="41236" y="198310"/>
                </a:lnTo>
                <a:lnTo>
                  <a:pt x="190690" y="198310"/>
                </a:lnTo>
                <a:lnTo>
                  <a:pt x="190690" y="163169"/>
                </a:lnTo>
                <a:lnTo>
                  <a:pt x="41236" y="163169"/>
                </a:lnTo>
                <a:lnTo>
                  <a:pt x="41236" y="135737"/>
                </a:lnTo>
                <a:lnTo>
                  <a:pt x="190690" y="135737"/>
                </a:lnTo>
                <a:lnTo>
                  <a:pt x="190690" y="100685"/>
                </a:lnTo>
                <a:lnTo>
                  <a:pt x="41236" y="100685"/>
                </a:lnTo>
                <a:lnTo>
                  <a:pt x="41236" y="73152"/>
                </a:lnTo>
                <a:lnTo>
                  <a:pt x="190690" y="73152"/>
                </a:lnTo>
                <a:lnTo>
                  <a:pt x="190690" y="35052"/>
                </a:lnTo>
                <a:lnTo>
                  <a:pt x="123532" y="35052"/>
                </a:lnTo>
                <a:lnTo>
                  <a:pt x="134200" y="6096"/>
                </a:lnTo>
                <a:lnTo>
                  <a:pt x="88480" y="0"/>
                </a:lnTo>
                <a:lnTo>
                  <a:pt x="86410" y="8051"/>
                </a:lnTo>
                <a:lnTo>
                  <a:pt x="84480" y="16383"/>
                </a:lnTo>
                <a:lnTo>
                  <a:pt x="82270" y="25298"/>
                </a:lnTo>
                <a:lnTo>
                  <a:pt x="79336" y="35052"/>
                </a:lnTo>
                <a:lnTo>
                  <a:pt x="0" y="35052"/>
                </a:lnTo>
                <a:lnTo>
                  <a:pt x="0" y="282232"/>
                </a:lnTo>
                <a:lnTo>
                  <a:pt x="41236" y="282232"/>
                </a:lnTo>
                <a:lnTo>
                  <a:pt x="41236" y="263842"/>
                </a:lnTo>
                <a:lnTo>
                  <a:pt x="190690" y="263842"/>
                </a:lnTo>
                <a:lnTo>
                  <a:pt x="190690" y="280708"/>
                </a:lnTo>
                <a:lnTo>
                  <a:pt x="231838" y="280708"/>
                </a:lnTo>
                <a:lnTo>
                  <a:pt x="231838" y="263842"/>
                </a:lnTo>
                <a:lnTo>
                  <a:pt x="231838" y="227266"/>
                </a:lnTo>
                <a:lnTo>
                  <a:pt x="231838" y="73152"/>
                </a:lnTo>
                <a:lnTo>
                  <a:pt x="231838" y="35052"/>
                </a:lnTo>
                <a:close/>
              </a:path>
              <a:path w="1424939" h="282575">
                <a:moveTo>
                  <a:pt x="323367" y="215074"/>
                </a:moveTo>
                <a:lnTo>
                  <a:pt x="291376" y="201358"/>
                </a:lnTo>
                <a:lnTo>
                  <a:pt x="287058" y="213360"/>
                </a:lnTo>
                <a:lnTo>
                  <a:pt x="286969" y="213550"/>
                </a:lnTo>
                <a:lnTo>
                  <a:pt x="281190" y="226504"/>
                </a:lnTo>
                <a:lnTo>
                  <a:pt x="273812" y="240982"/>
                </a:lnTo>
                <a:lnTo>
                  <a:pt x="265366" y="256222"/>
                </a:lnTo>
                <a:lnTo>
                  <a:pt x="294411" y="273088"/>
                </a:lnTo>
                <a:lnTo>
                  <a:pt x="302374" y="258406"/>
                </a:lnTo>
                <a:lnTo>
                  <a:pt x="310045" y="244030"/>
                </a:lnTo>
                <a:lnTo>
                  <a:pt x="317131" y="229704"/>
                </a:lnTo>
                <a:lnTo>
                  <a:pt x="323367" y="215074"/>
                </a:lnTo>
                <a:close/>
              </a:path>
              <a:path w="1424939" h="282575">
                <a:moveTo>
                  <a:pt x="411759" y="80772"/>
                </a:moveTo>
                <a:lnTo>
                  <a:pt x="376707" y="80772"/>
                </a:lnTo>
                <a:lnTo>
                  <a:pt x="376707" y="102209"/>
                </a:lnTo>
                <a:lnTo>
                  <a:pt x="376707" y="112877"/>
                </a:lnTo>
                <a:lnTo>
                  <a:pt x="376707" y="131165"/>
                </a:lnTo>
                <a:lnTo>
                  <a:pt x="376707" y="141833"/>
                </a:lnTo>
                <a:lnTo>
                  <a:pt x="329463" y="141833"/>
                </a:lnTo>
                <a:lnTo>
                  <a:pt x="329463" y="131165"/>
                </a:lnTo>
                <a:lnTo>
                  <a:pt x="376707" y="131165"/>
                </a:lnTo>
                <a:lnTo>
                  <a:pt x="376707" y="112877"/>
                </a:lnTo>
                <a:lnTo>
                  <a:pt x="329463" y="112877"/>
                </a:lnTo>
                <a:lnTo>
                  <a:pt x="329463" y="102209"/>
                </a:lnTo>
                <a:lnTo>
                  <a:pt x="376707" y="102209"/>
                </a:lnTo>
                <a:lnTo>
                  <a:pt x="376707" y="80772"/>
                </a:lnTo>
                <a:lnTo>
                  <a:pt x="294411" y="80772"/>
                </a:lnTo>
                <a:lnTo>
                  <a:pt x="294411" y="196786"/>
                </a:lnTo>
                <a:lnTo>
                  <a:pt x="329463" y="196786"/>
                </a:lnTo>
                <a:lnTo>
                  <a:pt x="329463" y="161645"/>
                </a:lnTo>
                <a:lnTo>
                  <a:pt x="376707" y="161645"/>
                </a:lnTo>
                <a:lnTo>
                  <a:pt x="376707" y="169265"/>
                </a:lnTo>
                <a:lnTo>
                  <a:pt x="372135" y="172313"/>
                </a:lnTo>
                <a:lnTo>
                  <a:pt x="343179" y="172313"/>
                </a:lnTo>
                <a:lnTo>
                  <a:pt x="345452" y="178320"/>
                </a:lnTo>
                <a:lnTo>
                  <a:pt x="347560" y="184594"/>
                </a:lnTo>
                <a:lnTo>
                  <a:pt x="349377" y="190741"/>
                </a:lnTo>
                <a:lnTo>
                  <a:pt x="350799" y="196786"/>
                </a:lnTo>
                <a:lnTo>
                  <a:pt x="379755" y="196786"/>
                </a:lnTo>
                <a:lnTo>
                  <a:pt x="393763" y="194195"/>
                </a:lnTo>
                <a:lnTo>
                  <a:pt x="403758" y="188595"/>
                </a:lnTo>
                <a:lnTo>
                  <a:pt x="409765" y="179819"/>
                </a:lnTo>
                <a:lnTo>
                  <a:pt x="411759" y="167741"/>
                </a:lnTo>
                <a:lnTo>
                  <a:pt x="411759" y="161645"/>
                </a:lnTo>
                <a:lnTo>
                  <a:pt x="411759" y="141833"/>
                </a:lnTo>
                <a:lnTo>
                  <a:pt x="411759" y="131165"/>
                </a:lnTo>
                <a:lnTo>
                  <a:pt x="411759" y="112877"/>
                </a:lnTo>
                <a:lnTo>
                  <a:pt x="411759" y="102209"/>
                </a:lnTo>
                <a:lnTo>
                  <a:pt x="411759" y="80772"/>
                </a:lnTo>
                <a:close/>
              </a:path>
              <a:path w="1424939" h="282575">
                <a:moveTo>
                  <a:pt x="440817" y="219646"/>
                </a:moveTo>
                <a:lnTo>
                  <a:pt x="430161" y="211074"/>
                </a:lnTo>
                <a:lnTo>
                  <a:pt x="413499" y="197358"/>
                </a:lnTo>
                <a:lnTo>
                  <a:pt x="407187" y="192214"/>
                </a:lnTo>
                <a:lnTo>
                  <a:pt x="384327" y="213550"/>
                </a:lnTo>
                <a:lnTo>
                  <a:pt x="401472" y="228600"/>
                </a:lnTo>
                <a:lnTo>
                  <a:pt x="409194" y="235635"/>
                </a:lnTo>
                <a:lnTo>
                  <a:pt x="416331" y="242506"/>
                </a:lnTo>
                <a:lnTo>
                  <a:pt x="440817" y="219646"/>
                </a:lnTo>
                <a:close/>
              </a:path>
              <a:path w="1424939" h="282575">
                <a:moveTo>
                  <a:pt x="465201" y="86969"/>
                </a:moveTo>
                <a:lnTo>
                  <a:pt x="431673" y="86969"/>
                </a:lnTo>
                <a:lnTo>
                  <a:pt x="431673" y="157073"/>
                </a:lnTo>
                <a:lnTo>
                  <a:pt x="465201" y="157073"/>
                </a:lnTo>
                <a:lnTo>
                  <a:pt x="465201" y="86969"/>
                </a:lnTo>
                <a:close/>
              </a:path>
              <a:path w="1424939" h="282575">
                <a:moveTo>
                  <a:pt x="491109" y="224218"/>
                </a:moveTo>
                <a:lnTo>
                  <a:pt x="482828" y="221653"/>
                </a:lnTo>
                <a:lnTo>
                  <a:pt x="473964" y="218503"/>
                </a:lnTo>
                <a:lnTo>
                  <a:pt x="464527" y="214795"/>
                </a:lnTo>
                <a:lnTo>
                  <a:pt x="454533" y="210502"/>
                </a:lnTo>
                <a:lnTo>
                  <a:pt x="454533" y="215074"/>
                </a:lnTo>
                <a:lnTo>
                  <a:pt x="427101" y="247078"/>
                </a:lnTo>
                <a:lnTo>
                  <a:pt x="372135" y="247078"/>
                </a:lnTo>
                <a:lnTo>
                  <a:pt x="367563" y="240982"/>
                </a:lnTo>
                <a:lnTo>
                  <a:pt x="367563" y="205930"/>
                </a:lnTo>
                <a:lnTo>
                  <a:pt x="330987" y="205930"/>
                </a:lnTo>
                <a:lnTo>
                  <a:pt x="330987" y="239369"/>
                </a:lnTo>
                <a:lnTo>
                  <a:pt x="331228" y="240982"/>
                </a:lnTo>
                <a:lnTo>
                  <a:pt x="333565" y="256362"/>
                </a:lnTo>
                <a:lnTo>
                  <a:pt x="341274" y="268274"/>
                </a:lnTo>
                <a:lnTo>
                  <a:pt x="354139" y="275336"/>
                </a:lnTo>
                <a:lnTo>
                  <a:pt x="372135" y="277660"/>
                </a:lnTo>
                <a:lnTo>
                  <a:pt x="439293" y="277660"/>
                </a:lnTo>
                <a:lnTo>
                  <a:pt x="480441" y="256222"/>
                </a:lnTo>
                <a:lnTo>
                  <a:pt x="484568" y="247078"/>
                </a:lnTo>
                <a:lnTo>
                  <a:pt x="487489" y="239077"/>
                </a:lnTo>
                <a:lnTo>
                  <a:pt x="487591" y="238696"/>
                </a:lnTo>
                <a:lnTo>
                  <a:pt x="489661" y="231368"/>
                </a:lnTo>
                <a:lnTo>
                  <a:pt x="491109" y="224218"/>
                </a:lnTo>
                <a:close/>
              </a:path>
              <a:path w="1424939" h="282575">
                <a:moveTo>
                  <a:pt x="549021" y="50292"/>
                </a:moveTo>
                <a:lnTo>
                  <a:pt x="532320" y="45720"/>
                </a:lnTo>
                <a:lnTo>
                  <a:pt x="516750" y="41465"/>
                </a:lnTo>
                <a:lnTo>
                  <a:pt x="486346" y="31051"/>
                </a:lnTo>
                <a:lnTo>
                  <a:pt x="474002" y="25908"/>
                </a:lnTo>
                <a:lnTo>
                  <a:pt x="457936" y="19227"/>
                </a:lnTo>
                <a:lnTo>
                  <a:pt x="440817" y="10668"/>
                </a:lnTo>
                <a:lnTo>
                  <a:pt x="440817" y="45720"/>
                </a:lnTo>
                <a:lnTo>
                  <a:pt x="376707" y="45720"/>
                </a:lnTo>
                <a:lnTo>
                  <a:pt x="385572" y="41135"/>
                </a:lnTo>
                <a:lnTo>
                  <a:pt x="393852" y="36385"/>
                </a:lnTo>
                <a:lnTo>
                  <a:pt x="401574" y="31369"/>
                </a:lnTo>
                <a:lnTo>
                  <a:pt x="408711" y="25908"/>
                </a:lnTo>
                <a:lnTo>
                  <a:pt x="416737" y="31369"/>
                </a:lnTo>
                <a:lnTo>
                  <a:pt x="424764" y="36385"/>
                </a:lnTo>
                <a:lnTo>
                  <a:pt x="432803" y="41135"/>
                </a:lnTo>
                <a:lnTo>
                  <a:pt x="440817" y="45720"/>
                </a:lnTo>
                <a:lnTo>
                  <a:pt x="440817" y="10668"/>
                </a:lnTo>
                <a:lnTo>
                  <a:pt x="431673" y="6096"/>
                </a:lnTo>
                <a:lnTo>
                  <a:pt x="434721" y="3048"/>
                </a:lnTo>
                <a:lnTo>
                  <a:pt x="390423" y="3048"/>
                </a:lnTo>
                <a:lnTo>
                  <a:pt x="367284" y="15582"/>
                </a:lnTo>
                <a:lnTo>
                  <a:pt x="338988" y="27813"/>
                </a:lnTo>
                <a:lnTo>
                  <a:pt x="305523" y="39484"/>
                </a:lnTo>
                <a:lnTo>
                  <a:pt x="266890" y="50292"/>
                </a:lnTo>
                <a:lnTo>
                  <a:pt x="289852" y="82397"/>
                </a:lnTo>
                <a:lnTo>
                  <a:pt x="294411" y="80772"/>
                </a:lnTo>
                <a:lnTo>
                  <a:pt x="303555" y="77508"/>
                </a:lnTo>
                <a:lnTo>
                  <a:pt x="317271" y="72212"/>
                </a:lnTo>
                <a:lnTo>
                  <a:pt x="344703" y="60960"/>
                </a:lnTo>
                <a:lnTo>
                  <a:pt x="344703" y="70104"/>
                </a:lnTo>
                <a:lnTo>
                  <a:pt x="472821" y="70104"/>
                </a:lnTo>
                <a:lnTo>
                  <a:pt x="472821" y="62484"/>
                </a:lnTo>
                <a:lnTo>
                  <a:pt x="484251" y="66827"/>
                </a:lnTo>
                <a:lnTo>
                  <a:pt x="507111" y="74917"/>
                </a:lnTo>
                <a:lnTo>
                  <a:pt x="518541" y="79248"/>
                </a:lnTo>
                <a:lnTo>
                  <a:pt x="486537" y="79248"/>
                </a:lnTo>
                <a:lnTo>
                  <a:pt x="486537" y="163169"/>
                </a:lnTo>
                <a:lnTo>
                  <a:pt x="481965" y="166217"/>
                </a:lnTo>
                <a:lnTo>
                  <a:pt x="440817" y="166217"/>
                </a:lnTo>
                <a:lnTo>
                  <a:pt x="443077" y="175755"/>
                </a:lnTo>
                <a:lnTo>
                  <a:pt x="447027" y="190741"/>
                </a:lnTo>
                <a:lnTo>
                  <a:pt x="448437" y="196786"/>
                </a:lnTo>
                <a:lnTo>
                  <a:pt x="483489" y="196786"/>
                </a:lnTo>
                <a:lnTo>
                  <a:pt x="500608" y="194576"/>
                </a:lnTo>
                <a:lnTo>
                  <a:pt x="513016" y="188214"/>
                </a:lnTo>
                <a:lnTo>
                  <a:pt x="520560" y="178104"/>
                </a:lnTo>
                <a:lnTo>
                  <a:pt x="523113" y="164693"/>
                </a:lnTo>
                <a:lnTo>
                  <a:pt x="523113" y="80772"/>
                </a:lnTo>
                <a:lnTo>
                  <a:pt x="527685" y="80772"/>
                </a:lnTo>
                <a:lnTo>
                  <a:pt x="529209" y="82397"/>
                </a:lnTo>
                <a:lnTo>
                  <a:pt x="530301" y="80772"/>
                </a:lnTo>
                <a:lnTo>
                  <a:pt x="534657" y="74345"/>
                </a:lnTo>
                <a:lnTo>
                  <a:pt x="539470" y="66662"/>
                </a:lnTo>
                <a:lnTo>
                  <a:pt x="541947" y="62484"/>
                </a:lnTo>
                <a:lnTo>
                  <a:pt x="542848" y="60960"/>
                </a:lnTo>
                <a:lnTo>
                  <a:pt x="544423" y="58305"/>
                </a:lnTo>
                <a:lnTo>
                  <a:pt x="549021" y="50292"/>
                </a:lnTo>
                <a:close/>
              </a:path>
              <a:path w="1424939" h="282575">
                <a:moveTo>
                  <a:pt x="550545" y="244030"/>
                </a:moveTo>
                <a:lnTo>
                  <a:pt x="543140" y="232587"/>
                </a:lnTo>
                <a:lnTo>
                  <a:pt x="534733" y="220980"/>
                </a:lnTo>
                <a:lnTo>
                  <a:pt x="525475" y="209105"/>
                </a:lnTo>
                <a:lnTo>
                  <a:pt x="515493" y="196786"/>
                </a:lnTo>
                <a:lnTo>
                  <a:pt x="486537" y="213550"/>
                </a:lnTo>
                <a:lnTo>
                  <a:pt x="496303" y="226123"/>
                </a:lnTo>
                <a:lnTo>
                  <a:pt x="505206" y="238696"/>
                </a:lnTo>
                <a:lnTo>
                  <a:pt x="513537" y="251269"/>
                </a:lnTo>
                <a:lnTo>
                  <a:pt x="521589" y="263842"/>
                </a:lnTo>
                <a:lnTo>
                  <a:pt x="550545" y="244030"/>
                </a:lnTo>
                <a:close/>
              </a:path>
              <a:path w="1424939" h="282575">
                <a:moveTo>
                  <a:pt x="756475" y="170789"/>
                </a:moveTo>
                <a:lnTo>
                  <a:pt x="561213" y="170789"/>
                </a:lnTo>
                <a:lnTo>
                  <a:pt x="561213" y="208978"/>
                </a:lnTo>
                <a:lnTo>
                  <a:pt x="756475" y="208978"/>
                </a:lnTo>
                <a:lnTo>
                  <a:pt x="756475" y="170789"/>
                </a:lnTo>
                <a:close/>
              </a:path>
              <a:path w="1424939" h="282575">
                <a:moveTo>
                  <a:pt x="832675" y="35052"/>
                </a:moveTo>
                <a:lnTo>
                  <a:pt x="646645" y="35052"/>
                </a:lnTo>
                <a:lnTo>
                  <a:pt x="648169" y="3048"/>
                </a:lnTo>
                <a:lnTo>
                  <a:pt x="605497" y="3048"/>
                </a:lnTo>
                <a:lnTo>
                  <a:pt x="597877" y="141833"/>
                </a:lnTo>
                <a:lnTo>
                  <a:pt x="774763" y="141833"/>
                </a:lnTo>
                <a:lnTo>
                  <a:pt x="774496" y="169037"/>
                </a:lnTo>
                <a:lnTo>
                  <a:pt x="774446" y="170789"/>
                </a:lnTo>
                <a:lnTo>
                  <a:pt x="773811" y="191071"/>
                </a:lnTo>
                <a:lnTo>
                  <a:pt x="772833" y="207937"/>
                </a:lnTo>
                <a:lnTo>
                  <a:pt x="772731" y="208978"/>
                </a:lnTo>
                <a:lnTo>
                  <a:pt x="771715" y="219646"/>
                </a:lnTo>
                <a:lnTo>
                  <a:pt x="768858" y="227647"/>
                </a:lnTo>
                <a:lnTo>
                  <a:pt x="762571" y="233362"/>
                </a:lnTo>
                <a:lnTo>
                  <a:pt x="752856" y="236791"/>
                </a:lnTo>
                <a:lnTo>
                  <a:pt x="739711" y="237934"/>
                </a:lnTo>
                <a:lnTo>
                  <a:pt x="725716" y="237705"/>
                </a:lnTo>
                <a:lnTo>
                  <a:pt x="696556" y="236651"/>
                </a:lnTo>
                <a:lnTo>
                  <a:pt x="681697" y="236410"/>
                </a:lnTo>
                <a:lnTo>
                  <a:pt x="681812" y="236791"/>
                </a:lnTo>
                <a:lnTo>
                  <a:pt x="684872" y="247561"/>
                </a:lnTo>
                <a:lnTo>
                  <a:pt x="687603" y="258140"/>
                </a:lnTo>
                <a:lnTo>
                  <a:pt x="692365" y="277660"/>
                </a:lnTo>
                <a:lnTo>
                  <a:pt x="753427" y="277660"/>
                </a:lnTo>
                <a:lnTo>
                  <a:pt x="797623" y="263842"/>
                </a:lnTo>
                <a:lnTo>
                  <a:pt x="812355" y="237934"/>
                </a:lnTo>
                <a:lnTo>
                  <a:pt x="812419" y="237705"/>
                </a:lnTo>
                <a:lnTo>
                  <a:pt x="813269" y="234492"/>
                </a:lnTo>
                <a:lnTo>
                  <a:pt x="813358" y="233362"/>
                </a:lnTo>
                <a:lnTo>
                  <a:pt x="814387" y="219646"/>
                </a:lnTo>
                <a:lnTo>
                  <a:pt x="818959" y="105257"/>
                </a:lnTo>
                <a:lnTo>
                  <a:pt x="642073" y="105257"/>
                </a:lnTo>
                <a:lnTo>
                  <a:pt x="645121" y="73152"/>
                </a:lnTo>
                <a:lnTo>
                  <a:pt x="832675" y="73152"/>
                </a:lnTo>
                <a:lnTo>
                  <a:pt x="832675" y="35052"/>
                </a:lnTo>
                <a:close/>
              </a:path>
              <a:path w="1424939" h="282575">
                <a:moveTo>
                  <a:pt x="974496" y="126593"/>
                </a:moveTo>
                <a:lnTo>
                  <a:pt x="934872" y="132689"/>
                </a:lnTo>
                <a:lnTo>
                  <a:pt x="934872" y="91541"/>
                </a:lnTo>
                <a:lnTo>
                  <a:pt x="972972" y="91541"/>
                </a:lnTo>
                <a:lnTo>
                  <a:pt x="972972" y="54864"/>
                </a:lnTo>
                <a:lnTo>
                  <a:pt x="934872" y="54864"/>
                </a:lnTo>
                <a:lnTo>
                  <a:pt x="934872" y="1524"/>
                </a:lnTo>
                <a:lnTo>
                  <a:pt x="892200" y="1524"/>
                </a:lnTo>
                <a:lnTo>
                  <a:pt x="892200" y="54864"/>
                </a:lnTo>
                <a:lnTo>
                  <a:pt x="852576" y="54864"/>
                </a:lnTo>
                <a:lnTo>
                  <a:pt x="852576" y="91541"/>
                </a:lnTo>
                <a:lnTo>
                  <a:pt x="892200" y="91541"/>
                </a:lnTo>
                <a:lnTo>
                  <a:pt x="892200" y="137261"/>
                </a:lnTo>
                <a:lnTo>
                  <a:pt x="880795" y="139280"/>
                </a:lnTo>
                <a:lnTo>
                  <a:pt x="869530" y="140881"/>
                </a:lnTo>
                <a:lnTo>
                  <a:pt x="848004" y="143357"/>
                </a:lnTo>
                <a:lnTo>
                  <a:pt x="854100" y="184594"/>
                </a:lnTo>
                <a:lnTo>
                  <a:pt x="892200" y="176974"/>
                </a:lnTo>
                <a:lnTo>
                  <a:pt x="892200" y="234886"/>
                </a:lnTo>
                <a:lnTo>
                  <a:pt x="889152" y="236410"/>
                </a:lnTo>
                <a:lnTo>
                  <a:pt x="886104" y="239458"/>
                </a:lnTo>
                <a:lnTo>
                  <a:pt x="851052" y="239458"/>
                </a:lnTo>
                <a:lnTo>
                  <a:pt x="854202" y="249491"/>
                </a:lnTo>
                <a:lnTo>
                  <a:pt x="856767" y="259092"/>
                </a:lnTo>
                <a:lnTo>
                  <a:pt x="858774" y="268439"/>
                </a:lnTo>
                <a:lnTo>
                  <a:pt x="860196" y="277660"/>
                </a:lnTo>
                <a:lnTo>
                  <a:pt x="874204" y="277418"/>
                </a:lnTo>
                <a:lnTo>
                  <a:pt x="897064" y="276377"/>
                </a:lnTo>
                <a:lnTo>
                  <a:pt x="905916" y="276136"/>
                </a:lnTo>
                <a:lnTo>
                  <a:pt x="915060" y="274612"/>
                </a:lnTo>
                <a:lnTo>
                  <a:pt x="934872" y="240982"/>
                </a:lnTo>
                <a:lnTo>
                  <a:pt x="934872" y="176974"/>
                </a:lnTo>
                <a:lnTo>
                  <a:pt x="934872" y="170789"/>
                </a:lnTo>
                <a:lnTo>
                  <a:pt x="974496" y="164693"/>
                </a:lnTo>
                <a:lnTo>
                  <a:pt x="974496" y="132689"/>
                </a:lnTo>
                <a:lnTo>
                  <a:pt x="974496" y="126593"/>
                </a:lnTo>
                <a:close/>
              </a:path>
              <a:path w="1424939" h="282575">
                <a:moveTo>
                  <a:pt x="1133182" y="16764"/>
                </a:moveTo>
                <a:lnTo>
                  <a:pt x="976020" y="16764"/>
                </a:lnTo>
                <a:lnTo>
                  <a:pt x="976020" y="56388"/>
                </a:lnTo>
                <a:lnTo>
                  <a:pt x="1050798" y="56388"/>
                </a:lnTo>
                <a:lnTo>
                  <a:pt x="1050798" y="219646"/>
                </a:lnTo>
                <a:lnTo>
                  <a:pt x="1049274" y="224218"/>
                </a:lnTo>
                <a:lnTo>
                  <a:pt x="1046226" y="228790"/>
                </a:lnTo>
                <a:lnTo>
                  <a:pt x="1043178" y="231838"/>
                </a:lnTo>
                <a:lnTo>
                  <a:pt x="1037170" y="233349"/>
                </a:lnTo>
                <a:lnTo>
                  <a:pt x="1009624" y="233349"/>
                </a:lnTo>
                <a:lnTo>
                  <a:pt x="1000315" y="233172"/>
                </a:lnTo>
                <a:lnTo>
                  <a:pt x="990714" y="232727"/>
                </a:lnTo>
                <a:lnTo>
                  <a:pt x="980694" y="231838"/>
                </a:lnTo>
                <a:lnTo>
                  <a:pt x="983856" y="242392"/>
                </a:lnTo>
                <a:lnTo>
                  <a:pt x="986599" y="253377"/>
                </a:lnTo>
                <a:lnTo>
                  <a:pt x="989050" y="264680"/>
                </a:lnTo>
                <a:lnTo>
                  <a:pt x="991362" y="276110"/>
                </a:lnTo>
                <a:lnTo>
                  <a:pt x="1015365" y="276110"/>
                </a:lnTo>
                <a:lnTo>
                  <a:pt x="1059942" y="274612"/>
                </a:lnTo>
                <a:lnTo>
                  <a:pt x="1091374" y="247078"/>
                </a:lnTo>
                <a:lnTo>
                  <a:pt x="1093292" y="231838"/>
                </a:lnTo>
                <a:lnTo>
                  <a:pt x="1093470" y="228790"/>
                </a:lnTo>
                <a:lnTo>
                  <a:pt x="1093470" y="56388"/>
                </a:lnTo>
                <a:lnTo>
                  <a:pt x="1133182" y="56388"/>
                </a:lnTo>
                <a:lnTo>
                  <a:pt x="1133182" y="16764"/>
                </a:lnTo>
                <a:close/>
              </a:path>
              <a:path w="1424939" h="282575">
                <a:moveTo>
                  <a:pt x="1424470" y="201358"/>
                </a:moveTo>
                <a:lnTo>
                  <a:pt x="1416418" y="197929"/>
                </a:lnTo>
                <a:lnTo>
                  <a:pt x="1408074" y="194500"/>
                </a:lnTo>
                <a:lnTo>
                  <a:pt x="1399133" y="191071"/>
                </a:lnTo>
                <a:lnTo>
                  <a:pt x="1389316" y="187642"/>
                </a:lnTo>
                <a:lnTo>
                  <a:pt x="1387030" y="200482"/>
                </a:lnTo>
                <a:lnTo>
                  <a:pt x="1384744" y="211455"/>
                </a:lnTo>
                <a:lnTo>
                  <a:pt x="1352740" y="239458"/>
                </a:lnTo>
                <a:lnTo>
                  <a:pt x="1242923" y="239458"/>
                </a:lnTo>
                <a:lnTo>
                  <a:pt x="1215605" y="211455"/>
                </a:lnTo>
                <a:lnTo>
                  <a:pt x="1215491" y="189166"/>
                </a:lnTo>
                <a:lnTo>
                  <a:pt x="1297876" y="189166"/>
                </a:lnTo>
                <a:lnTo>
                  <a:pt x="1300924" y="196786"/>
                </a:lnTo>
                <a:lnTo>
                  <a:pt x="1302397" y="202692"/>
                </a:lnTo>
                <a:lnTo>
                  <a:pt x="1302448" y="208965"/>
                </a:lnTo>
                <a:lnTo>
                  <a:pt x="1320457" y="208965"/>
                </a:lnTo>
                <a:lnTo>
                  <a:pt x="1365008" y="205727"/>
                </a:lnTo>
                <a:lnTo>
                  <a:pt x="1390281" y="176174"/>
                </a:lnTo>
                <a:lnTo>
                  <a:pt x="1391488" y="170789"/>
                </a:lnTo>
                <a:lnTo>
                  <a:pt x="1392478" y="166420"/>
                </a:lnTo>
                <a:lnTo>
                  <a:pt x="1392504" y="166217"/>
                </a:lnTo>
                <a:lnTo>
                  <a:pt x="1393990" y="155549"/>
                </a:lnTo>
                <a:lnTo>
                  <a:pt x="1395514" y="96113"/>
                </a:lnTo>
                <a:lnTo>
                  <a:pt x="1396250" y="60960"/>
                </a:lnTo>
                <a:lnTo>
                  <a:pt x="1397038" y="24384"/>
                </a:lnTo>
                <a:lnTo>
                  <a:pt x="1354264" y="24384"/>
                </a:lnTo>
                <a:lnTo>
                  <a:pt x="1354264" y="60960"/>
                </a:lnTo>
                <a:lnTo>
                  <a:pt x="1354264" y="146405"/>
                </a:lnTo>
                <a:lnTo>
                  <a:pt x="1352740" y="157073"/>
                </a:lnTo>
                <a:lnTo>
                  <a:pt x="1351216" y="163169"/>
                </a:lnTo>
                <a:lnTo>
                  <a:pt x="1349692" y="166217"/>
                </a:lnTo>
                <a:lnTo>
                  <a:pt x="1346644" y="169265"/>
                </a:lnTo>
                <a:lnTo>
                  <a:pt x="1343596" y="170789"/>
                </a:lnTo>
                <a:lnTo>
                  <a:pt x="1319212" y="170789"/>
                </a:lnTo>
                <a:lnTo>
                  <a:pt x="1319212" y="157073"/>
                </a:lnTo>
                <a:lnTo>
                  <a:pt x="1319212" y="118973"/>
                </a:lnTo>
                <a:lnTo>
                  <a:pt x="1319212" y="85445"/>
                </a:lnTo>
                <a:lnTo>
                  <a:pt x="1278064" y="85445"/>
                </a:lnTo>
                <a:lnTo>
                  <a:pt x="1278064" y="118973"/>
                </a:lnTo>
                <a:lnTo>
                  <a:pt x="1278064" y="157073"/>
                </a:lnTo>
                <a:lnTo>
                  <a:pt x="1215491" y="157073"/>
                </a:lnTo>
                <a:lnTo>
                  <a:pt x="1215491" y="122021"/>
                </a:lnTo>
                <a:lnTo>
                  <a:pt x="1215491" y="118973"/>
                </a:lnTo>
                <a:lnTo>
                  <a:pt x="1278064" y="118973"/>
                </a:lnTo>
                <a:lnTo>
                  <a:pt x="1278064" y="85445"/>
                </a:lnTo>
                <a:lnTo>
                  <a:pt x="1200251" y="85445"/>
                </a:lnTo>
                <a:lnTo>
                  <a:pt x="1204556" y="79654"/>
                </a:lnTo>
                <a:lnTo>
                  <a:pt x="1208443" y="73736"/>
                </a:lnTo>
                <a:lnTo>
                  <a:pt x="1212037" y="67564"/>
                </a:lnTo>
                <a:lnTo>
                  <a:pt x="1215491" y="60960"/>
                </a:lnTo>
                <a:lnTo>
                  <a:pt x="1354264" y="60960"/>
                </a:lnTo>
                <a:lnTo>
                  <a:pt x="1354264" y="24384"/>
                </a:lnTo>
                <a:lnTo>
                  <a:pt x="1233779" y="24384"/>
                </a:lnTo>
                <a:lnTo>
                  <a:pt x="1236941" y="18656"/>
                </a:lnTo>
                <a:lnTo>
                  <a:pt x="1239685" y="12763"/>
                </a:lnTo>
                <a:lnTo>
                  <a:pt x="1242136" y="6604"/>
                </a:lnTo>
                <a:lnTo>
                  <a:pt x="1244447" y="0"/>
                </a:lnTo>
                <a:lnTo>
                  <a:pt x="1198727" y="0"/>
                </a:lnTo>
                <a:lnTo>
                  <a:pt x="1188199" y="25768"/>
                </a:lnTo>
                <a:lnTo>
                  <a:pt x="1175105" y="50685"/>
                </a:lnTo>
                <a:lnTo>
                  <a:pt x="1159713" y="75057"/>
                </a:lnTo>
                <a:lnTo>
                  <a:pt x="1142339" y="99161"/>
                </a:lnTo>
                <a:lnTo>
                  <a:pt x="1157579" y="144881"/>
                </a:lnTo>
                <a:lnTo>
                  <a:pt x="1175867" y="122021"/>
                </a:lnTo>
                <a:lnTo>
                  <a:pt x="1175867" y="221170"/>
                </a:lnTo>
                <a:lnTo>
                  <a:pt x="1179309" y="245198"/>
                </a:lnTo>
                <a:lnTo>
                  <a:pt x="1189774" y="262369"/>
                </a:lnTo>
                <a:lnTo>
                  <a:pt x="1207363" y="272694"/>
                </a:lnTo>
                <a:lnTo>
                  <a:pt x="1232255" y="276136"/>
                </a:lnTo>
                <a:lnTo>
                  <a:pt x="1351216" y="276136"/>
                </a:lnTo>
                <a:lnTo>
                  <a:pt x="1390840" y="268516"/>
                </a:lnTo>
                <a:lnTo>
                  <a:pt x="1415313" y="239458"/>
                </a:lnTo>
                <a:lnTo>
                  <a:pt x="1417040" y="233362"/>
                </a:lnTo>
                <a:lnTo>
                  <a:pt x="1420393" y="219075"/>
                </a:lnTo>
                <a:lnTo>
                  <a:pt x="1424470" y="201358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388620" y="2452115"/>
            <a:ext cx="64135" cy="1036319"/>
          </a:xfrm>
          <a:custGeom>
            <a:avLst/>
            <a:gdLst/>
            <a:ahLst/>
            <a:cxnLst/>
            <a:rect l="l" t="t" r="r" b="b"/>
            <a:pathLst>
              <a:path w="64134" h="1036320">
                <a:moveTo>
                  <a:pt x="36576" y="995172"/>
                </a:moveTo>
                <a:lnTo>
                  <a:pt x="4572" y="995172"/>
                </a:lnTo>
                <a:lnTo>
                  <a:pt x="4572" y="990600"/>
                </a:lnTo>
                <a:lnTo>
                  <a:pt x="3048" y="990600"/>
                </a:lnTo>
                <a:lnTo>
                  <a:pt x="3048" y="986027"/>
                </a:lnTo>
                <a:lnTo>
                  <a:pt x="1524" y="986027"/>
                </a:lnTo>
                <a:lnTo>
                  <a:pt x="1524" y="978408"/>
                </a:lnTo>
                <a:lnTo>
                  <a:pt x="0" y="978408"/>
                </a:lnTo>
                <a:lnTo>
                  <a:pt x="0" y="57911"/>
                </a:lnTo>
                <a:lnTo>
                  <a:pt x="3048" y="45719"/>
                </a:lnTo>
                <a:lnTo>
                  <a:pt x="4572" y="41148"/>
                </a:lnTo>
                <a:lnTo>
                  <a:pt x="9143" y="32003"/>
                </a:lnTo>
                <a:lnTo>
                  <a:pt x="10667" y="30480"/>
                </a:lnTo>
                <a:lnTo>
                  <a:pt x="12192" y="27432"/>
                </a:lnTo>
                <a:lnTo>
                  <a:pt x="24384" y="15240"/>
                </a:lnTo>
                <a:lnTo>
                  <a:pt x="27432" y="13716"/>
                </a:lnTo>
                <a:lnTo>
                  <a:pt x="32004" y="9143"/>
                </a:lnTo>
                <a:lnTo>
                  <a:pt x="44196" y="3048"/>
                </a:lnTo>
                <a:lnTo>
                  <a:pt x="50292" y="1524"/>
                </a:lnTo>
                <a:lnTo>
                  <a:pt x="57912" y="0"/>
                </a:lnTo>
                <a:lnTo>
                  <a:pt x="64008" y="0"/>
                </a:lnTo>
                <a:lnTo>
                  <a:pt x="59436" y="1524"/>
                </a:lnTo>
                <a:lnTo>
                  <a:pt x="56388" y="3048"/>
                </a:lnTo>
                <a:lnTo>
                  <a:pt x="48767" y="10667"/>
                </a:lnTo>
                <a:lnTo>
                  <a:pt x="47243" y="13716"/>
                </a:lnTo>
                <a:lnTo>
                  <a:pt x="45719" y="15240"/>
                </a:lnTo>
                <a:lnTo>
                  <a:pt x="44196" y="18287"/>
                </a:lnTo>
                <a:lnTo>
                  <a:pt x="42672" y="19811"/>
                </a:lnTo>
                <a:lnTo>
                  <a:pt x="39624" y="28956"/>
                </a:lnTo>
                <a:lnTo>
                  <a:pt x="36576" y="41148"/>
                </a:lnTo>
                <a:lnTo>
                  <a:pt x="35052" y="48767"/>
                </a:lnTo>
                <a:lnTo>
                  <a:pt x="35052" y="987551"/>
                </a:lnTo>
                <a:lnTo>
                  <a:pt x="36576" y="987551"/>
                </a:lnTo>
                <a:lnTo>
                  <a:pt x="36576" y="995172"/>
                </a:lnTo>
                <a:close/>
              </a:path>
              <a:path w="64134" h="1036320">
                <a:moveTo>
                  <a:pt x="60960" y="1036319"/>
                </a:moveTo>
                <a:lnTo>
                  <a:pt x="51816" y="1034795"/>
                </a:lnTo>
                <a:lnTo>
                  <a:pt x="47243" y="1033272"/>
                </a:lnTo>
                <a:lnTo>
                  <a:pt x="41148" y="1031748"/>
                </a:lnTo>
                <a:lnTo>
                  <a:pt x="39624" y="1030224"/>
                </a:lnTo>
                <a:lnTo>
                  <a:pt x="30480" y="1025651"/>
                </a:lnTo>
                <a:lnTo>
                  <a:pt x="22860" y="1018032"/>
                </a:lnTo>
                <a:lnTo>
                  <a:pt x="19812" y="1018032"/>
                </a:lnTo>
                <a:lnTo>
                  <a:pt x="19812" y="1014984"/>
                </a:lnTo>
                <a:lnTo>
                  <a:pt x="12192" y="1007364"/>
                </a:lnTo>
                <a:lnTo>
                  <a:pt x="10667" y="1007364"/>
                </a:lnTo>
                <a:lnTo>
                  <a:pt x="10667" y="1004316"/>
                </a:lnTo>
                <a:lnTo>
                  <a:pt x="9143" y="1004316"/>
                </a:lnTo>
                <a:lnTo>
                  <a:pt x="9143" y="1001268"/>
                </a:lnTo>
                <a:lnTo>
                  <a:pt x="7619" y="1001268"/>
                </a:lnTo>
                <a:lnTo>
                  <a:pt x="7619" y="998219"/>
                </a:lnTo>
                <a:lnTo>
                  <a:pt x="6096" y="998219"/>
                </a:lnTo>
                <a:lnTo>
                  <a:pt x="6096" y="995172"/>
                </a:lnTo>
                <a:lnTo>
                  <a:pt x="38100" y="995172"/>
                </a:lnTo>
                <a:lnTo>
                  <a:pt x="38100" y="1002792"/>
                </a:lnTo>
                <a:lnTo>
                  <a:pt x="39624" y="1002792"/>
                </a:lnTo>
                <a:lnTo>
                  <a:pt x="39624" y="1008887"/>
                </a:lnTo>
                <a:lnTo>
                  <a:pt x="41148" y="1008887"/>
                </a:lnTo>
                <a:lnTo>
                  <a:pt x="41148" y="1013460"/>
                </a:lnTo>
                <a:lnTo>
                  <a:pt x="42672" y="1013460"/>
                </a:lnTo>
                <a:lnTo>
                  <a:pt x="42672" y="1016508"/>
                </a:lnTo>
                <a:lnTo>
                  <a:pt x="44196" y="1016508"/>
                </a:lnTo>
                <a:lnTo>
                  <a:pt x="44196" y="1019556"/>
                </a:lnTo>
                <a:lnTo>
                  <a:pt x="45719" y="1019556"/>
                </a:lnTo>
                <a:lnTo>
                  <a:pt x="47243" y="1021080"/>
                </a:lnTo>
                <a:lnTo>
                  <a:pt x="47243" y="1024127"/>
                </a:lnTo>
                <a:lnTo>
                  <a:pt x="48767" y="1024127"/>
                </a:lnTo>
                <a:lnTo>
                  <a:pt x="54864" y="1030224"/>
                </a:lnTo>
                <a:lnTo>
                  <a:pt x="54864" y="1033272"/>
                </a:lnTo>
                <a:lnTo>
                  <a:pt x="57912" y="1033272"/>
                </a:lnTo>
                <a:lnTo>
                  <a:pt x="60960" y="1034795"/>
                </a:lnTo>
                <a:lnTo>
                  <a:pt x="60960" y="1036319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05479" y="1728216"/>
            <a:ext cx="1210913" cy="201358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0239" y="2129408"/>
            <a:ext cx="722852" cy="134207"/>
          </a:xfrm>
          <a:prstGeom prst="rect">
            <a:avLst/>
          </a:prstGeom>
        </p:spPr>
      </p:pic>
      <p:grpSp>
        <p:nvGrpSpPr>
          <p:cNvPr id="18" name="object 18" descr=""/>
          <p:cNvGrpSpPr/>
          <p:nvPr/>
        </p:nvGrpSpPr>
        <p:grpSpPr>
          <a:xfrm>
            <a:off x="1268634" y="2158364"/>
            <a:ext cx="890905" cy="107314"/>
            <a:chOff x="1268634" y="2158364"/>
            <a:chExt cx="890905" cy="107314"/>
          </a:xfrm>
        </p:grpSpPr>
        <p:pic>
          <p:nvPicPr>
            <p:cNvPr id="19" name="object 1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68634" y="2158364"/>
              <a:ext cx="120491" cy="106775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408937" y="2179700"/>
              <a:ext cx="48895" cy="66040"/>
            </a:xfrm>
            <a:custGeom>
              <a:avLst/>
              <a:gdLst/>
              <a:ahLst/>
              <a:cxnLst/>
              <a:rect l="l" t="t" r="r" b="b"/>
              <a:pathLst>
                <a:path w="48894" h="66039">
                  <a:moveTo>
                    <a:pt x="32004" y="65627"/>
                  </a:moveTo>
                  <a:lnTo>
                    <a:pt x="24384" y="65627"/>
                  </a:lnTo>
                  <a:lnTo>
                    <a:pt x="16764" y="65627"/>
                  </a:lnTo>
                  <a:lnTo>
                    <a:pt x="12192" y="64103"/>
                  </a:lnTo>
                  <a:lnTo>
                    <a:pt x="3048" y="54959"/>
                  </a:lnTo>
                  <a:lnTo>
                    <a:pt x="0" y="48863"/>
                  </a:lnTo>
                  <a:lnTo>
                    <a:pt x="0" y="0"/>
                  </a:lnTo>
                  <a:lnTo>
                    <a:pt x="10668" y="0"/>
                  </a:lnTo>
                  <a:lnTo>
                    <a:pt x="10668" y="45815"/>
                  </a:lnTo>
                  <a:lnTo>
                    <a:pt x="12192" y="50387"/>
                  </a:lnTo>
                  <a:lnTo>
                    <a:pt x="16764" y="54959"/>
                  </a:lnTo>
                  <a:lnTo>
                    <a:pt x="19812" y="56483"/>
                  </a:lnTo>
                  <a:lnTo>
                    <a:pt x="28956" y="56483"/>
                  </a:lnTo>
                  <a:lnTo>
                    <a:pt x="35052" y="53435"/>
                  </a:lnTo>
                  <a:lnTo>
                    <a:pt x="38100" y="50387"/>
                  </a:lnTo>
                  <a:lnTo>
                    <a:pt x="39624" y="45815"/>
                  </a:lnTo>
                  <a:lnTo>
                    <a:pt x="39624" y="0"/>
                  </a:lnTo>
                  <a:lnTo>
                    <a:pt x="48863" y="0"/>
                  </a:lnTo>
                  <a:lnTo>
                    <a:pt x="48863" y="48863"/>
                  </a:lnTo>
                  <a:lnTo>
                    <a:pt x="47339" y="54959"/>
                  </a:lnTo>
                  <a:lnTo>
                    <a:pt x="38100" y="64103"/>
                  </a:lnTo>
                  <a:lnTo>
                    <a:pt x="32004" y="65627"/>
                  </a:lnTo>
                  <a:close/>
                </a:path>
              </a:pathLst>
            </a:custGeom>
            <a:solidFill>
              <a:srgbClr val="BD18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79137" y="2162936"/>
              <a:ext cx="120491" cy="82391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9440" y="2159888"/>
              <a:ext cx="399669" cy="85439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2054059" y="2159888"/>
              <a:ext cx="105410" cy="85725"/>
            </a:xfrm>
            <a:custGeom>
              <a:avLst/>
              <a:gdLst/>
              <a:ahLst/>
              <a:cxnLst/>
              <a:rect l="l" t="t" r="r" b="b"/>
              <a:pathLst>
                <a:path w="105410" h="85725">
                  <a:moveTo>
                    <a:pt x="19812" y="73253"/>
                  </a:moveTo>
                  <a:lnTo>
                    <a:pt x="18288" y="71729"/>
                  </a:lnTo>
                  <a:lnTo>
                    <a:pt x="16764" y="68681"/>
                  </a:lnTo>
                  <a:lnTo>
                    <a:pt x="15240" y="67157"/>
                  </a:lnTo>
                  <a:lnTo>
                    <a:pt x="4572" y="67157"/>
                  </a:lnTo>
                  <a:lnTo>
                    <a:pt x="3048" y="68681"/>
                  </a:lnTo>
                  <a:lnTo>
                    <a:pt x="1524" y="71729"/>
                  </a:lnTo>
                  <a:lnTo>
                    <a:pt x="0" y="73253"/>
                  </a:lnTo>
                  <a:lnTo>
                    <a:pt x="0" y="79349"/>
                  </a:lnTo>
                  <a:lnTo>
                    <a:pt x="1524" y="82397"/>
                  </a:lnTo>
                  <a:lnTo>
                    <a:pt x="4572" y="85445"/>
                  </a:lnTo>
                  <a:lnTo>
                    <a:pt x="10668" y="85445"/>
                  </a:lnTo>
                  <a:lnTo>
                    <a:pt x="15240" y="85445"/>
                  </a:lnTo>
                  <a:lnTo>
                    <a:pt x="18288" y="82397"/>
                  </a:lnTo>
                  <a:lnTo>
                    <a:pt x="19812" y="79349"/>
                  </a:lnTo>
                  <a:lnTo>
                    <a:pt x="19812" y="73253"/>
                  </a:lnTo>
                  <a:close/>
                </a:path>
                <a:path w="105410" h="85725">
                  <a:moveTo>
                    <a:pt x="105257" y="35153"/>
                  </a:moveTo>
                  <a:lnTo>
                    <a:pt x="102209" y="29057"/>
                  </a:lnTo>
                  <a:lnTo>
                    <a:pt x="99161" y="26009"/>
                  </a:lnTo>
                  <a:lnTo>
                    <a:pt x="94589" y="21336"/>
                  </a:lnTo>
                  <a:lnTo>
                    <a:pt x="90017" y="19812"/>
                  </a:lnTo>
                  <a:lnTo>
                    <a:pt x="77724" y="19812"/>
                  </a:lnTo>
                  <a:lnTo>
                    <a:pt x="73152" y="21336"/>
                  </a:lnTo>
                  <a:lnTo>
                    <a:pt x="70104" y="22860"/>
                  </a:lnTo>
                  <a:lnTo>
                    <a:pt x="67056" y="26009"/>
                  </a:lnTo>
                  <a:lnTo>
                    <a:pt x="65532" y="30581"/>
                  </a:lnTo>
                  <a:lnTo>
                    <a:pt x="65532" y="0"/>
                  </a:lnTo>
                  <a:lnTo>
                    <a:pt x="56388" y="0"/>
                  </a:lnTo>
                  <a:lnTo>
                    <a:pt x="56388" y="85445"/>
                  </a:lnTo>
                  <a:lnTo>
                    <a:pt x="65532" y="85445"/>
                  </a:lnTo>
                  <a:lnTo>
                    <a:pt x="65532" y="38201"/>
                  </a:lnTo>
                  <a:lnTo>
                    <a:pt x="67056" y="35153"/>
                  </a:lnTo>
                  <a:lnTo>
                    <a:pt x="70104" y="32105"/>
                  </a:lnTo>
                  <a:lnTo>
                    <a:pt x="73152" y="29057"/>
                  </a:lnTo>
                  <a:lnTo>
                    <a:pt x="88493" y="29057"/>
                  </a:lnTo>
                  <a:lnTo>
                    <a:pt x="90017" y="32105"/>
                  </a:lnTo>
                  <a:lnTo>
                    <a:pt x="93065" y="35153"/>
                  </a:lnTo>
                  <a:lnTo>
                    <a:pt x="94589" y="38201"/>
                  </a:lnTo>
                  <a:lnTo>
                    <a:pt x="94589" y="85445"/>
                  </a:lnTo>
                  <a:lnTo>
                    <a:pt x="105257" y="85445"/>
                  </a:lnTo>
                  <a:lnTo>
                    <a:pt x="105257" y="35153"/>
                  </a:lnTo>
                  <a:close/>
                </a:path>
              </a:pathLst>
            </a:custGeom>
            <a:solidFill>
              <a:srgbClr val="BD185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2249233" y="2162936"/>
            <a:ext cx="191135" cy="82550"/>
            <a:chOff x="2249233" y="2162936"/>
            <a:chExt cx="191135" cy="82550"/>
          </a:xfrm>
        </p:grpSpPr>
        <p:sp>
          <p:nvSpPr>
            <p:cNvPr id="25" name="object 25" descr=""/>
            <p:cNvSpPr/>
            <p:nvPr/>
          </p:nvSpPr>
          <p:spPr>
            <a:xfrm>
              <a:off x="2249233" y="2179700"/>
              <a:ext cx="48895" cy="66040"/>
            </a:xfrm>
            <a:custGeom>
              <a:avLst/>
              <a:gdLst/>
              <a:ahLst/>
              <a:cxnLst/>
              <a:rect l="l" t="t" r="r" b="b"/>
              <a:pathLst>
                <a:path w="48894" h="66039">
                  <a:moveTo>
                    <a:pt x="10668" y="65627"/>
                  </a:moveTo>
                  <a:lnTo>
                    <a:pt x="0" y="65627"/>
                  </a:lnTo>
                  <a:lnTo>
                    <a:pt x="0" y="0"/>
                  </a:lnTo>
                  <a:lnTo>
                    <a:pt x="10668" y="0"/>
                  </a:lnTo>
                  <a:lnTo>
                    <a:pt x="10668" y="15335"/>
                  </a:lnTo>
                  <a:lnTo>
                    <a:pt x="12192" y="15335"/>
                  </a:lnTo>
                  <a:lnTo>
                    <a:pt x="10668" y="18383"/>
                  </a:lnTo>
                  <a:lnTo>
                    <a:pt x="10668" y="65627"/>
                  </a:lnTo>
                  <a:close/>
                </a:path>
                <a:path w="48894" h="66039">
                  <a:moveTo>
                    <a:pt x="10668" y="15335"/>
                  </a:moveTo>
                  <a:lnTo>
                    <a:pt x="10668" y="10763"/>
                  </a:lnTo>
                  <a:lnTo>
                    <a:pt x="12192" y="6191"/>
                  </a:lnTo>
                  <a:lnTo>
                    <a:pt x="15240" y="3048"/>
                  </a:lnTo>
                  <a:lnTo>
                    <a:pt x="18288" y="1524"/>
                  </a:lnTo>
                  <a:lnTo>
                    <a:pt x="22860" y="0"/>
                  </a:lnTo>
                  <a:lnTo>
                    <a:pt x="35147" y="0"/>
                  </a:lnTo>
                  <a:lnTo>
                    <a:pt x="39719" y="1524"/>
                  </a:lnTo>
                  <a:lnTo>
                    <a:pt x="44291" y="6191"/>
                  </a:lnTo>
                  <a:lnTo>
                    <a:pt x="47339" y="9239"/>
                  </a:lnTo>
                  <a:lnTo>
                    <a:pt x="21336" y="9239"/>
                  </a:lnTo>
                  <a:lnTo>
                    <a:pt x="16764" y="10763"/>
                  </a:lnTo>
                  <a:lnTo>
                    <a:pt x="15240" y="12287"/>
                  </a:lnTo>
                  <a:lnTo>
                    <a:pt x="13716" y="12287"/>
                  </a:lnTo>
                  <a:lnTo>
                    <a:pt x="10668" y="15335"/>
                  </a:lnTo>
                  <a:close/>
                </a:path>
                <a:path w="48894" h="66039">
                  <a:moveTo>
                    <a:pt x="48863" y="65627"/>
                  </a:moveTo>
                  <a:lnTo>
                    <a:pt x="39719" y="65627"/>
                  </a:lnTo>
                  <a:lnTo>
                    <a:pt x="39719" y="18383"/>
                  </a:lnTo>
                  <a:lnTo>
                    <a:pt x="38195" y="15335"/>
                  </a:lnTo>
                  <a:lnTo>
                    <a:pt x="35147" y="12287"/>
                  </a:lnTo>
                  <a:lnTo>
                    <a:pt x="33623" y="9239"/>
                  </a:lnTo>
                  <a:lnTo>
                    <a:pt x="47339" y="9239"/>
                  </a:lnTo>
                  <a:lnTo>
                    <a:pt x="48863" y="15335"/>
                  </a:lnTo>
                  <a:lnTo>
                    <a:pt x="48863" y="65627"/>
                  </a:lnTo>
                  <a:close/>
                </a:path>
                <a:path w="48894" h="66039">
                  <a:moveTo>
                    <a:pt x="12192" y="15335"/>
                  </a:moveTo>
                  <a:lnTo>
                    <a:pt x="10668" y="15335"/>
                  </a:lnTo>
                  <a:lnTo>
                    <a:pt x="13716" y="12287"/>
                  </a:lnTo>
                  <a:lnTo>
                    <a:pt x="15240" y="12287"/>
                  </a:lnTo>
                  <a:lnTo>
                    <a:pt x="12192" y="15335"/>
                  </a:lnTo>
                  <a:close/>
                </a:path>
              </a:pathLst>
            </a:custGeom>
            <a:solidFill>
              <a:srgbClr val="BD18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19432" y="2162936"/>
              <a:ext cx="120586" cy="82391"/>
            </a:xfrm>
            <a:prstGeom prst="rect">
              <a:avLst/>
            </a:prstGeom>
          </p:spPr>
        </p:pic>
      </p:grpSp>
      <p:grpSp>
        <p:nvGrpSpPr>
          <p:cNvPr id="27" name="object 27" descr=""/>
          <p:cNvGrpSpPr/>
          <p:nvPr/>
        </p:nvGrpSpPr>
        <p:grpSpPr>
          <a:xfrm>
            <a:off x="2526792" y="2159888"/>
            <a:ext cx="332740" cy="85725"/>
            <a:chOff x="2526792" y="2159888"/>
            <a:chExt cx="332740" cy="85725"/>
          </a:xfrm>
        </p:grpSpPr>
        <p:pic>
          <p:nvPicPr>
            <p:cNvPr id="28" name="object 2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26792" y="2159888"/>
              <a:ext cx="122015" cy="85439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2670136" y="2159888"/>
              <a:ext cx="189230" cy="85725"/>
            </a:xfrm>
            <a:custGeom>
              <a:avLst/>
              <a:gdLst/>
              <a:ahLst/>
              <a:cxnLst/>
              <a:rect l="l" t="t" r="r" b="b"/>
              <a:pathLst>
                <a:path w="189230" h="85725">
                  <a:moveTo>
                    <a:pt x="48856" y="19812"/>
                  </a:moveTo>
                  <a:lnTo>
                    <a:pt x="38188" y="19812"/>
                  </a:lnTo>
                  <a:lnTo>
                    <a:pt x="38188" y="65633"/>
                  </a:lnTo>
                  <a:lnTo>
                    <a:pt x="36664" y="70205"/>
                  </a:lnTo>
                  <a:lnTo>
                    <a:pt x="35140" y="73253"/>
                  </a:lnTo>
                  <a:lnTo>
                    <a:pt x="29044" y="76301"/>
                  </a:lnTo>
                  <a:lnTo>
                    <a:pt x="19812" y="76301"/>
                  </a:lnTo>
                  <a:lnTo>
                    <a:pt x="13716" y="73253"/>
                  </a:lnTo>
                  <a:lnTo>
                    <a:pt x="10668" y="70205"/>
                  </a:lnTo>
                  <a:lnTo>
                    <a:pt x="10668" y="19812"/>
                  </a:lnTo>
                  <a:lnTo>
                    <a:pt x="0" y="19812"/>
                  </a:lnTo>
                  <a:lnTo>
                    <a:pt x="0" y="68681"/>
                  </a:lnTo>
                  <a:lnTo>
                    <a:pt x="1524" y="74777"/>
                  </a:lnTo>
                  <a:lnTo>
                    <a:pt x="10668" y="83921"/>
                  </a:lnTo>
                  <a:lnTo>
                    <a:pt x="16764" y="85445"/>
                  </a:lnTo>
                  <a:lnTo>
                    <a:pt x="24472" y="85445"/>
                  </a:lnTo>
                  <a:lnTo>
                    <a:pt x="32092" y="85445"/>
                  </a:lnTo>
                  <a:lnTo>
                    <a:pt x="38188" y="83921"/>
                  </a:lnTo>
                  <a:lnTo>
                    <a:pt x="41236" y="79349"/>
                  </a:lnTo>
                  <a:lnTo>
                    <a:pt x="45808" y="74777"/>
                  </a:lnTo>
                  <a:lnTo>
                    <a:pt x="48856" y="68681"/>
                  </a:lnTo>
                  <a:lnTo>
                    <a:pt x="48856" y="19812"/>
                  </a:lnTo>
                  <a:close/>
                </a:path>
                <a:path w="189230" h="85725">
                  <a:moveTo>
                    <a:pt x="118973" y="35153"/>
                  </a:moveTo>
                  <a:lnTo>
                    <a:pt x="117449" y="29057"/>
                  </a:lnTo>
                  <a:lnTo>
                    <a:pt x="112877" y="26009"/>
                  </a:lnTo>
                  <a:lnTo>
                    <a:pt x="109829" y="21336"/>
                  </a:lnTo>
                  <a:lnTo>
                    <a:pt x="103733" y="19812"/>
                  </a:lnTo>
                  <a:lnTo>
                    <a:pt x="91541" y="19812"/>
                  </a:lnTo>
                  <a:lnTo>
                    <a:pt x="85445" y="22860"/>
                  </a:lnTo>
                  <a:lnTo>
                    <a:pt x="82397" y="26009"/>
                  </a:lnTo>
                  <a:lnTo>
                    <a:pt x="80873" y="30581"/>
                  </a:lnTo>
                  <a:lnTo>
                    <a:pt x="80873" y="19812"/>
                  </a:lnTo>
                  <a:lnTo>
                    <a:pt x="70205" y="19812"/>
                  </a:lnTo>
                  <a:lnTo>
                    <a:pt x="70205" y="85445"/>
                  </a:lnTo>
                  <a:lnTo>
                    <a:pt x="80873" y="85445"/>
                  </a:lnTo>
                  <a:lnTo>
                    <a:pt x="80873" y="38201"/>
                  </a:lnTo>
                  <a:lnTo>
                    <a:pt x="82397" y="35153"/>
                  </a:lnTo>
                  <a:lnTo>
                    <a:pt x="83921" y="32105"/>
                  </a:lnTo>
                  <a:lnTo>
                    <a:pt x="90017" y="29057"/>
                  </a:lnTo>
                  <a:lnTo>
                    <a:pt x="102209" y="29057"/>
                  </a:lnTo>
                  <a:lnTo>
                    <a:pt x="105257" y="32105"/>
                  </a:lnTo>
                  <a:lnTo>
                    <a:pt x="108305" y="38201"/>
                  </a:lnTo>
                  <a:lnTo>
                    <a:pt x="108305" y="85445"/>
                  </a:lnTo>
                  <a:lnTo>
                    <a:pt x="118973" y="85445"/>
                  </a:lnTo>
                  <a:lnTo>
                    <a:pt x="118973" y="35153"/>
                  </a:lnTo>
                  <a:close/>
                </a:path>
                <a:path w="189230" h="85725">
                  <a:moveTo>
                    <a:pt x="189166" y="0"/>
                  </a:moveTo>
                  <a:lnTo>
                    <a:pt x="178498" y="0"/>
                  </a:lnTo>
                  <a:lnTo>
                    <a:pt x="178498" y="30581"/>
                  </a:lnTo>
                  <a:lnTo>
                    <a:pt x="178498" y="39725"/>
                  </a:lnTo>
                  <a:lnTo>
                    <a:pt x="178498" y="65633"/>
                  </a:lnTo>
                  <a:lnTo>
                    <a:pt x="176974" y="70205"/>
                  </a:lnTo>
                  <a:lnTo>
                    <a:pt x="172402" y="74777"/>
                  </a:lnTo>
                  <a:lnTo>
                    <a:pt x="167830" y="76301"/>
                  </a:lnTo>
                  <a:lnTo>
                    <a:pt x="160210" y="76301"/>
                  </a:lnTo>
                  <a:lnTo>
                    <a:pt x="155536" y="74777"/>
                  </a:lnTo>
                  <a:lnTo>
                    <a:pt x="150964" y="70205"/>
                  </a:lnTo>
                  <a:lnTo>
                    <a:pt x="149440" y="65633"/>
                  </a:lnTo>
                  <a:lnTo>
                    <a:pt x="149440" y="38201"/>
                  </a:lnTo>
                  <a:lnTo>
                    <a:pt x="150964" y="35153"/>
                  </a:lnTo>
                  <a:lnTo>
                    <a:pt x="155536" y="30581"/>
                  </a:lnTo>
                  <a:lnTo>
                    <a:pt x="160210" y="29057"/>
                  </a:lnTo>
                  <a:lnTo>
                    <a:pt x="167830" y="29057"/>
                  </a:lnTo>
                  <a:lnTo>
                    <a:pt x="172402" y="30581"/>
                  </a:lnTo>
                  <a:lnTo>
                    <a:pt x="176974" y="35153"/>
                  </a:lnTo>
                  <a:lnTo>
                    <a:pt x="178498" y="39725"/>
                  </a:lnTo>
                  <a:lnTo>
                    <a:pt x="178498" y="30581"/>
                  </a:lnTo>
                  <a:lnTo>
                    <a:pt x="177990" y="29057"/>
                  </a:lnTo>
                  <a:lnTo>
                    <a:pt x="176974" y="26009"/>
                  </a:lnTo>
                  <a:lnTo>
                    <a:pt x="173926" y="24384"/>
                  </a:lnTo>
                  <a:lnTo>
                    <a:pt x="169354" y="21336"/>
                  </a:lnTo>
                  <a:lnTo>
                    <a:pt x="166306" y="19812"/>
                  </a:lnTo>
                  <a:lnTo>
                    <a:pt x="154012" y="19812"/>
                  </a:lnTo>
                  <a:lnTo>
                    <a:pt x="149440" y="21336"/>
                  </a:lnTo>
                  <a:lnTo>
                    <a:pt x="144868" y="26009"/>
                  </a:lnTo>
                  <a:lnTo>
                    <a:pt x="140296" y="30581"/>
                  </a:lnTo>
                  <a:lnTo>
                    <a:pt x="138772" y="36677"/>
                  </a:lnTo>
                  <a:lnTo>
                    <a:pt x="138772" y="68681"/>
                  </a:lnTo>
                  <a:lnTo>
                    <a:pt x="141820" y="74777"/>
                  </a:lnTo>
                  <a:lnTo>
                    <a:pt x="144868" y="79349"/>
                  </a:lnTo>
                  <a:lnTo>
                    <a:pt x="149440" y="83921"/>
                  </a:lnTo>
                  <a:lnTo>
                    <a:pt x="154012" y="85445"/>
                  </a:lnTo>
                  <a:lnTo>
                    <a:pt x="166306" y="85445"/>
                  </a:lnTo>
                  <a:lnTo>
                    <a:pt x="169354" y="83921"/>
                  </a:lnTo>
                  <a:lnTo>
                    <a:pt x="173926" y="82397"/>
                  </a:lnTo>
                  <a:lnTo>
                    <a:pt x="176974" y="79349"/>
                  </a:lnTo>
                  <a:lnTo>
                    <a:pt x="177990" y="76301"/>
                  </a:lnTo>
                  <a:lnTo>
                    <a:pt x="178498" y="74777"/>
                  </a:lnTo>
                  <a:lnTo>
                    <a:pt x="178498" y="85445"/>
                  </a:lnTo>
                  <a:lnTo>
                    <a:pt x="189166" y="85445"/>
                  </a:lnTo>
                  <a:lnTo>
                    <a:pt x="189166" y="70205"/>
                  </a:lnTo>
                  <a:lnTo>
                    <a:pt x="189166" y="35153"/>
                  </a:lnTo>
                  <a:lnTo>
                    <a:pt x="189166" y="0"/>
                  </a:lnTo>
                  <a:close/>
                </a:path>
              </a:pathLst>
            </a:custGeom>
            <a:solidFill>
              <a:srgbClr val="BD185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 descr=""/>
          <p:cNvGrpSpPr/>
          <p:nvPr/>
        </p:nvGrpSpPr>
        <p:grpSpPr>
          <a:xfrm>
            <a:off x="554926" y="2753391"/>
            <a:ext cx="2745105" cy="567690"/>
            <a:chOff x="554926" y="2753391"/>
            <a:chExt cx="2745105" cy="567690"/>
          </a:xfrm>
        </p:grpSpPr>
        <p:sp>
          <p:nvSpPr>
            <p:cNvPr id="31" name="object 31" descr=""/>
            <p:cNvSpPr/>
            <p:nvPr/>
          </p:nvSpPr>
          <p:spPr>
            <a:xfrm>
              <a:off x="1970151" y="2918091"/>
              <a:ext cx="389255" cy="82550"/>
            </a:xfrm>
            <a:custGeom>
              <a:avLst/>
              <a:gdLst/>
              <a:ahLst/>
              <a:cxnLst/>
              <a:rect l="l" t="t" r="r" b="b"/>
              <a:pathLst>
                <a:path w="389255" h="82550">
                  <a:moveTo>
                    <a:pt x="54952" y="19900"/>
                  </a:moveTo>
                  <a:lnTo>
                    <a:pt x="44284" y="19900"/>
                  </a:lnTo>
                  <a:lnTo>
                    <a:pt x="32092" y="61048"/>
                  </a:lnTo>
                  <a:lnTo>
                    <a:pt x="30568" y="64096"/>
                  </a:lnTo>
                  <a:lnTo>
                    <a:pt x="30568" y="67144"/>
                  </a:lnTo>
                  <a:lnTo>
                    <a:pt x="28956" y="68668"/>
                  </a:lnTo>
                  <a:lnTo>
                    <a:pt x="28956" y="71716"/>
                  </a:lnTo>
                  <a:lnTo>
                    <a:pt x="27432" y="73240"/>
                  </a:lnTo>
                  <a:lnTo>
                    <a:pt x="27432" y="71716"/>
                  </a:lnTo>
                  <a:lnTo>
                    <a:pt x="25908" y="68668"/>
                  </a:lnTo>
                  <a:lnTo>
                    <a:pt x="25908" y="67144"/>
                  </a:lnTo>
                  <a:lnTo>
                    <a:pt x="24384" y="64096"/>
                  </a:lnTo>
                  <a:lnTo>
                    <a:pt x="24384" y="61048"/>
                  </a:lnTo>
                  <a:lnTo>
                    <a:pt x="10668" y="19900"/>
                  </a:lnTo>
                  <a:lnTo>
                    <a:pt x="0" y="19900"/>
                  </a:lnTo>
                  <a:lnTo>
                    <a:pt x="21336" y="82384"/>
                  </a:lnTo>
                  <a:lnTo>
                    <a:pt x="35140" y="82384"/>
                  </a:lnTo>
                  <a:lnTo>
                    <a:pt x="37553" y="74764"/>
                  </a:lnTo>
                  <a:lnTo>
                    <a:pt x="54952" y="19900"/>
                  </a:lnTo>
                  <a:close/>
                </a:path>
                <a:path w="389255" h="82550">
                  <a:moveTo>
                    <a:pt x="118960" y="38188"/>
                  </a:moveTo>
                  <a:lnTo>
                    <a:pt x="117436" y="33616"/>
                  </a:lnTo>
                  <a:lnTo>
                    <a:pt x="115912" y="30568"/>
                  </a:lnTo>
                  <a:lnTo>
                    <a:pt x="112864" y="27520"/>
                  </a:lnTo>
                  <a:lnTo>
                    <a:pt x="111340" y="24472"/>
                  </a:lnTo>
                  <a:lnTo>
                    <a:pt x="108292" y="23456"/>
                  </a:lnTo>
                  <a:lnTo>
                    <a:pt x="108292" y="38188"/>
                  </a:lnTo>
                  <a:lnTo>
                    <a:pt x="108292" y="45808"/>
                  </a:lnTo>
                  <a:lnTo>
                    <a:pt x="80860" y="45808"/>
                  </a:lnTo>
                  <a:lnTo>
                    <a:pt x="80860" y="33616"/>
                  </a:lnTo>
                  <a:lnTo>
                    <a:pt x="83908" y="32092"/>
                  </a:lnTo>
                  <a:lnTo>
                    <a:pt x="86956" y="29044"/>
                  </a:lnTo>
                  <a:lnTo>
                    <a:pt x="90004" y="27520"/>
                  </a:lnTo>
                  <a:lnTo>
                    <a:pt x="99148" y="27520"/>
                  </a:lnTo>
                  <a:lnTo>
                    <a:pt x="102196" y="29044"/>
                  </a:lnTo>
                  <a:lnTo>
                    <a:pt x="106768" y="33616"/>
                  </a:lnTo>
                  <a:lnTo>
                    <a:pt x="108292" y="38188"/>
                  </a:lnTo>
                  <a:lnTo>
                    <a:pt x="108292" y="23456"/>
                  </a:lnTo>
                  <a:lnTo>
                    <a:pt x="106768" y="22948"/>
                  </a:lnTo>
                  <a:lnTo>
                    <a:pt x="103720" y="19900"/>
                  </a:lnTo>
                  <a:lnTo>
                    <a:pt x="85432" y="19900"/>
                  </a:lnTo>
                  <a:lnTo>
                    <a:pt x="82384" y="22948"/>
                  </a:lnTo>
                  <a:lnTo>
                    <a:pt x="77812" y="24472"/>
                  </a:lnTo>
                  <a:lnTo>
                    <a:pt x="74764" y="27520"/>
                  </a:lnTo>
                  <a:lnTo>
                    <a:pt x="71716" y="33616"/>
                  </a:lnTo>
                  <a:lnTo>
                    <a:pt x="70192" y="38188"/>
                  </a:lnTo>
                  <a:lnTo>
                    <a:pt x="70192" y="64096"/>
                  </a:lnTo>
                  <a:lnTo>
                    <a:pt x="71716" y="68668"/>
                  </a:lnTo>
                  <a:lnTo>
                    <a:pt x="74764" y="74764"/>
                  </a:lnTo>
                  <a:lnTo>
                    <a:pt x="77812" y="77812"/>
                  </a:lnTo>
                  <a:lnTo>
                    <a:pt x="82384" y="79336"/>
                  </a:lnTo>
                  <a:lnTo>
                    <a:pt x="85432" y="82384"/>
                  </a:lnTo>
                  <a:lnTo>
                    <a:pt x="100672" y="82384"/>
                  </a:lnTo>
                  <a:lnTo>
                    <a:pt x="106768" y="80860"/>
                  </a:lnTo>
                  <a:lnTo>
                    <a:pt x="111340" y="77812"/>
                  </a:lnTo>
                  <a:lnTo>
                    <a:pt x="114388" y="74764"/>
                  </a:lnTo>
                  <a:lnTo>
                    <a:pt x="117436" y="71716"/>
                  </a:lnTo>
                  <a:lnTo>
                    <a:pt x="118960" y="65620"/>
                  </a:lnTo>
                  <a:lnTo>
                    <a:pt x="108292" y="65620"/>
                  </a:lnTo>
                  <a:lnTo>
                    <a:pt x="108292" y="68668"/>
                  </a:lnTo>
                  <a:lnTo>
                    <a:pt x="106768" y="71716"/>
                  </a:lnTo>
                  <a:lnTo>
                    <a:pt x="103720" y="71716"/>
                  </a:lnTo>
                  <a:lnTo>
                    <a:pt x="102196" y="73240"/>
                  </a:lnTo>
                  <a:lnTo>
                    <a:pt x="97624" y="74764"/>
                  </a:lnTo>
                  <a:lnTo>
                    <a:pt x="90004" y="74764"/>
                  </a:lnTo>
                  <a:lnTo>
                    <a:pt x="86956" y="73240"/>
                  </a:lnTo>
                  <a:lnTo>
                    <a:pt x="83908" y="70192"/>
                  </a:lnTo>
                  <a:lnTo>
                    <a:pt x="80860" y="68668"/>
                  </a:lnTo>
                  <a:lnTo>
                    <a:pt x="80860" y="53428"/>
                  </a:lnTo>
                  <a:lnTo>
                    <a:pt x="118960" y="53428"/>
                  </a:lnTo>
                  <a:lnTo>
                    <a:pt x="118960" y="47332"/>
                  </a:lnTo>
                  <a:lnTo>
                    <a:pt x="118960" y="45808"/>
                  </a:lnTo>
                  <a:lnTo>
                    <a:pt x="118960" y="38188"/>
                  </a:lnTo>
                  <a:close/>
                </a:path>
                <a:path w="389255" h="82550">
                  <a:moveTo>
                    <a:pt x="184594" y="33616"/>
                  </a:moveTo>
                  <a:lnTo>
                    <a:pt x="183070" y="29044"/>
                  </a:lnTo>
                  <a:lnTo>
                    <a:pt x="182054" y="27520"/>
                  </a:lnTo>
                  <a:lnTo>
                    <a:pt x="180022" y="24472"/>
                  </a:lnTo>
                  <a:lnTo>
                    <a:pt x="175450" y="21424"/>
                  </a:lnTo>
                  <a:lnTo>
                    <a:pt x="170878" y="19900"/>
                  </a:lnTo>
                  <a:lnTo>
                    <a:pt x="160108" y="19900"/>
                  </a:lnTo>
                  <a:lnTo>
                    <a:pt x="155536" y="21424"/>
                  </a:lnTo>
                  <a:lnTo>
                    <a:pt x="152488" y="22948"/>
                  </a:lnTo>
                  <a:lnTo>
                    <a:pt x="149440" y="25996"/>
                  </a:lnTo>
                  <a:lnTo>
                    <a:pt x="147916" y="29044"/>
                  </a:lnTo>
                  <a:lnTo>
                    <a:pt x="147916" y="19900"/>
                  </a:lnTo>
                  <a:lnTo>
                    <a:pt x="138772" y="19900"/>
                  </a:lnTo>
                  <a:lnTo>
                    <a:pt x="138772" y="82384"/>
                  </a:lnTo>
                  <a:lnTo>
                    <a:pt x="147916" y="82384"/>
                  </a:lnTo>
                  <a:lnTo>
                    <a:pt x="147916" y="38188"/>
                  </a:lnTo>
                  <a:lnTo>
                    <a:pt x="149440" y="35140"/>
                  </a:lnTo>
                  <a:lnTo>
                    <a:pt x="152488" y="32092"/>
                  </a:lnTo>
                  <a:lnTo>
                    <a:pt x="154012" y="29044"/>
                  </a:lnTo>
                  <a:lnTo>
                    <a:pt x="157060" y="27520"/>
                  </a:lnTo>
                  <a:lnTo>
                    <a:pt x="166204" y="27520"/>
                  </a:lnTo>
                  <a:lnTo>
                    <a:pt x="169354" y="29044"/>
                  </a:lnTo>
                  <a:lnTo>
                    <a:pt x="170878" y="32092"/>
                  </a:lnTo>
                  <a:lnTo>
                    <a:pt x="173926" y="33616"/>
                  </a:lnTo>
                  <a:lnTo>
                    <a:pt x="175450" y="36664"/>
                  </a:lnTo>
                  <a:lnTo>
                    <a:pt x="175450" y="82384"/>
                  </a:lnTo>
                  <a:lnTo>
                    <a:pt x="184594" y="82384"/>
                  </a:lnTo>
                  <a:lnTo>
                    <a:pt x="184594" y="33616"/>
                  </a:lnTo>
                  <a:close/>
                </a:path>
                <a:path w="389255" h="82550">
                  <a:moveTo>
                    <a:pt x="251650" y="0"/>
                  </a:moveTo>
                  <a:lnTo>
                    <a:pt x="240982" y="0"/>
                  </a:lnTo>
                  <a:lnTo>
                    <a:pt x="240982" y="30568"/>
                  </a:lnTo>
                  <a:lnTo>
                    <a:pt x="240982" y="35140"/>
                  </a:lnTo>
                  <a:lnTo>
                    <a:pt x="240982" y="67144"/>
                  </a:lnTo>
                  <a:lnTo>
                    <a:pt x="234886" y="73240"/>
                  </a:lnTo>
                  <a:lnTo>
                    <a:pt x="231838" y="74764"/>
                  </a:lnTo>
                  <a:lnTo>
                    <a:pt x="224218" y="74764"/>
                  </a:lnTo>
                  <a:lnTo>
                    <a:pt x="221170" y="73240"/>
                  </a:lnTo>
                  <a:lnTo>
                    <a:pt x="218122" y="70192"/>
                  </a:lnTo>
                  <a:lnTo>
                    <a:pt x="215074" y="68668"/>
                  </a:lnTo>
                  <a:lnTo>
                    <a:pt x="215074" y="35140"/>
                  </a:lnTo>
                  <a:lnTo>
                    <a:pt x="221170" y="29044"/>
                  </a:lnTo>
                  <a:lnTo>
                    <a:pt x="224218" y="27520"/>
                  </a:lnTo>
                  <a:lnTo>
                    <a:pt x="231838" y="27520"/>
                  </a:lnTo>
                  <a:lnTo>
                    <a:pt x="234886" y="29044"/>
                  </a:lnTo>
                  <a:lnTo>
                    <a:pt x="240982" y="35140"/>
                  </a:lnTo>
                  <a:lnTo>
                    <a:pt x="240982" y="30568"/>
                  </a:lnTo>
                  <a:lnTo>
                    <a:pt x="239966" y="27520"/>
                  </a:lnTo>
                  <a:lnTo>
                    <a:pt x="239458" y="25996"/>
                  </a:lnTo>
                  <a:lnTo>
                    <a:pt x="236410" y="22948"/>
                  </a:lnTo>
                  <a:lnTo>
                    <a:pt x="230314" y="19900"/>
                  </a:lnTo>
                  <a:lnTo>
                    <a:pt x="218122" y="19900"/>
                  </a:lnTo>
                  <a:lnTo>
                    <a:pt x="213550" y="21424"/>
                  </a:lnTo>
                  <a:lnTo>
                    <a:pt x="210502" y="25996"/>
                  </a:lnTo>
                  <a:lnTo>
                    <a:pt x="205930" y="29044"/>
                  </a:lnTo>
                  <a:lnTo>
                    <a:pt x="204406" y="35140"/>
                  </a:lnTo>
                  <a:lnTo>
                    <a:pt x="204406" y="67144"/>
                  </a:lnTo>
                  <a:lnTo>
                    <a:pt x="205930" y="73240"/>
                  </a:lnTo>
                  <a:lnTo>
                    <a:pt x="210502" y="76288"/>
                  </a:lnTo>
                  <a:lnTo>
                    <a:pt x="213550" y="80860"/>
                  </a:lnTo>
                  <a:lnTo>
                    <a:pt x="218122" y="82384"/>
                  </a:lnTo>
                  <a:lnTo>
                    <a:pt x="230314" y="82384"/>
                  </a:lnTo>
                  <a:lnTo>
                    <a:pt x="236410" y="79336"/>
                  </a:lnTo>
                  <a:lnTo>
                    <a:pt x="239458" y="76288"/>
                  </a:lnTo>
                  <a:lnTo>
                    <a:pt x="239966" y="74764"/>
                  </a:lnTo>
                  <a:lnTo>
                    <a:pt x="240982" y="71716"/>
                  </a:lnTo>
                  <a:lnTo>
                    <a:pt x="240982" y="82384"/>
                  </a:lnTo>
                  <a:lnTo>
                    <a:pt x="251650" y="82384"/>
                  </a:lnTo>
                  <a:lnTo>
                    <a:pt x="251650" y="0"/>
                  </a:lnTo>
                  <a:close/>
                </a:path>
                <a:path w="389255" h="82550">
                  <a:moveTo>
                    <a:pt x="318795" y="33616"/>
                  </a:moveTo>
                  <a:lnTo>
                    <a:pt x="315747" y="30568"/>
                  </a:lnTo>
                  <a:lnTo>
                    <a:pt x="314985" y="29044"/>
                  </a:lnTo>
                  <a:lnTo>
                    <a:pt x="314223" y="27520"/>
                  </a:lnTo>
                  <a:lnTo>
                    <a:pt x="311175" y="24472"/>
                  </a:lnTo>
                  <a:lnTo>
                    <a:pt x="309651" y="23710"/>
                  </a:lnTo>
                  <a:lnTo>
                    <a:pt x="309651" y="38188"/>
                  </a:lnTo>
                  <a:lnTo>
                    <a:pt x="309651" y="64096"/>
                  </a:lnTo>
                  <a:lnTo>
                    <a:pt x="308127" y="67144"/>
                  </a:lnTo>
                  <a:lnTo>
                    <a:pt x="304977" y="70192"/>
                  </a:lnTo>
                  <a:lnTo>
                    <a:pt x="303453" y="73240"/>
                  </a:lnTo>
                  <a:lnTo>
                    <a:pt x="288213" y="73240"/>
                  </a:lnTo>
                  <a:lnTo>
                    <a:pt x="282117" y="67144"/>
                  </a:lnTo>
                  <a:lnTo>
                    <a:pt x="280593" y="64096"/>
                  </a:lnTo>
                  <a:lnTo>
                    <a:pt x="280593" y="38188"/>
                  </a:lnTo>
                  <a:lnTo>
                    <a:pt x="282117" y="35140"/>
                  </a:lnTo>
                  <a:lnTo>
                    <a:pt x="288213" y="29044"/>
                  </a:lnTo>
                  <a:lnTo>
                    <a:pt x="303453" y="29044"/>
                  </a:lnTo>
                  <a:lnTo>
                    <a:pt x="304977" y="32092"/>
                  </a:lnTo>
                  <a:lnTo>
                    <a:pt x="308127" y="35140"/>
                  </a:lnTo>
                  <a:lnTo>
                    <a:pt x="309651" y="38188"/>
                  </a:lnTo>
                  <a:lnTo>
                    <a:pt x="309651" y="23710"/>
                  </a:lnTo>
                  <a:lnTo>
                    <a:pt x="308127" y="22948"/>
                  </a:lnTo>
                  <a:lnTo>
                    <a:pt x="304977" y="19900"/>
                  </a:lnTo>
                  <a:lnTo>
                    <a:pt x="286689" y="19900"/>
                  </a:lnTo>
                  <a:lnTo>
                    <a:pt x="282117" y="22948"/>
                  </a:lnTo>
                  <a:lnTo>
                    <a:pt x="279069" y="24472"/>
                  </a:lnTo>
                  <a:lnTo>
                    <a:pt x="276021" y="27520"/>
                  </a:lnTo>
                  <a:lnTo>
                    <a:pt x="272973" y="33616"/>
                  </a:lnTo>
                  <a:lnTo>
                    <a:pt x="271449" y="38188"/>
                  </a:lnTo>
                  <a:lnTo>
                    <a:pt x="271449" y="64096"/>
                  </a:lnTo>
                  <a:lnTo>
                    <a:pt x="272973" y="68668"/>
                  </a:lnTo>
                  <a:lnTo>
                    <a:pt x="276021" y="74764"/>
                  </a:lnTo>
                  <a:lnTo>
                    <a:pt x="279069" y="77812"/>
                  </a:lnTo>
                  <a:lnTo>
                    <a:pt x="282117" y="79336"/>
                  </a:lnTo>
                  <a:lnTo>
                    <a:pt x="286689" y="82384"/>
                  </a:lnTo>
                  <a:lnTo>
                    <a:pt x="304977" y="82384"/>
                  </a:lnTo>
                  <a:lnTo>
                    <a:pt x="308127" y="79336"/>
                  </a:lnTo>
                  <a:lnTo>
                    <a:pt x="311175" y="77812"/>
                  </a:lnTo>
                  <a:lnTo>
                    <a:pt x="314223" y="74764"/>
                  </a:lnTo>
                  <a:lnTo>
                    <a:pt x="314985" y="73240"/>
                  </a:lnTo>
                  <a:lnTo>
                    <a:pt x="315747" y="71716"/>
                  </a:lnTo>
                  <a:lnTo>
                    <a:pt x="318795" y="68668"/>
                  </a:lnTo>
                  <a:lnTo>
                    <a:pt x="318795" y="33616"/>
                  </a:lnTo>
                  <a:close/>
                </a:path>
                <a:path w="389255" h="82550">
                  <a:moveTo>
                    <a:pt x="388899" y="35140"/>
                  </a:moveTo>
                  <a:lnTo>
                    <a:pt x="385851" y="29044"/>
                  </a:lnTo>
                  <a:lnTo>
                    <a:pt x="384327" y="27520"/>
                  </a:lnTo>
                  <a:lnTo>
                    <a:pt x="378231" y="21424"/>
                  </a:lnTo>
                  <a:lnTo>
                    <a:pt x="373659" y="19900"/>
                  </a:lnTo>
                  <a:lnTo>
                    <a:pt x="361467" y="19900"/>
                  </a:lnTo>
                  <a:lnTo>
                    <a:pt x="356895" y="21424"/>
                  </a:lnTo>
                  <a:lnTo>
                    <a:pt x="350799" y="27520"/>
                  </a:lnTo>
                  <a:lnTo>
                    <a:pt x="350799" y="19900"/>
                  </a:lnTo>
                  <a:lnTo>
                    <a:pt x="341655" y="19900"/>
                  </a:lnTo>
                  <a:lnTo>
                    <a:pt x="341655" y="82384"/>
                  </a:lnTo>
                  <a:lnTo>
                    <a:pt x="350799" y="82384"/>
                  </a:lnTo>
                  <a:lnTo>
                    <a:pt x="350799" y="39712"/>
                  </a:lnTo>
                  <a:lnTo>
                    <a:pt x="353466" y="33045"/>
                  </a:lnTo>
                  <a:lnTo>
                    <a:pt x="355371" y="32092"/>
                  </a:lnTo>
                  <a:lnTo>
                    <a:pt x="356895" y="29044"/>
                  </a:lnTo>
                  <a:lnTo>
                    <a:pt x="359943" y="27520"/>
                  </a:lnTo>
                  <a:lnTo>
                    <a:pt x="369087" y="27520"/>
                  </a:lnTo>
                  <a:lnTo>
                    <a:pt x="372135" y="29044"/>
                  </a:lnTo>
                  <a:lnTo>
                    <a:pt x="376707" y="33616"/>
                  </a:lnTo>
                  <a:lnTo>
                    <a:pt x="378231" y="38188"/>
                  </a:lnTo>
                  <a:lnTo>
                    <a:pt x="378231" y="45808"/>
                  </a:lnTo>
                  <a:lnTo>
                    <a:pt x="388899" y="45808"/>
                  </a:lnTo>
                  <a:lnTo>
                    <a:pt x="388899" y="3514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4926" y="2753391"/>
              <a:ext cx="2745105" cy="567499"/>
            </a:xfrm>
            <a:prstGeom prst="rect">
              <a:avLst/>
            </a:prstGeom>
          </p:spPr>
        </p:pic>
      </p:grpSp>
      <p:grpSp>
        <p:nvGrpSpPr>
          <p:cNvPr id="33" name="object 33" descr=""/>
          <p:cNvGrpSpPr/>
          <p:nvPr/>
        </p:nvGrpSpPr>
        <p:grpSpPr>
          <a:xfrm>
            <a:off x="5419344" y="1450848"/>
            <a:ext cx="4921250" cy="2354580"/>
            <a:chOff x="5419344" y="1450848"/>
            <a:chExt cx="4921250" cy="2354580"/>
          </a:xfrm>
        </p:grpSpPr>
        <p:pic>
          <p:nvPicPr>
            <p:cNvPr id="34" name="object 3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419344" y="1450848"/>
              <a:ext cx="4920995" cy="2354553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485442" y="1481037"/>
              <a:ext cx="4840519" cy="2265435"/>
            </a:xfrm>
            <a:prstGeom prst="rect">
              <a:avLst/>
            </a:prstGeom>
          </p:spPr>
        </p:pic>
      </p:grpSp>
      <p:sp>
        <p:nvSpPr>
          <p:cNvPr id="36" name="object 36" descr=""/>
          <p:cNvSpPr/>
          <p:nvPr/>
        </p:nvSpPr>
        <p:spPr>
          <a:xfrm>
            <a:off x="387095" y="6123432"/>
            <a:ext cx="9939655" cy="9525"/>
          </a:xfrm>
          <a:custGeom>
            <a:avLst/>
            <a:gdLst/>
            <a:ahLst/>
            <a:cxnLst/>
            <a:rect l="l" t="t" r="r" b="b"/>
            <a:pathLst>
              <a:path w="9939655" h="9525">
                <a:moveTo>
                  <a:pt x="9939528" y="9144"/>
                </a:moveTo>
                <a:lnTo>
                  <a:pt x="0" y="9144"/>
                </a:lnTo>
                <a:lnTo>
                  <a:pt x="0" y="0"/>
                </a:lnTo>
                <a:lnTo>
                  <a:pt x="9939528" y="0"/>
                </a:lnTo>
                <a:lnTo>
                  <a:pt x="9939528" y="9144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7" name="object 37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90239" y="6245352"/>
            <a:ext cx="814387" cy="108299"/>
          </a:xfrm>
          <a:prstGeom prst="rect">
            <a:avLst/>
          </a:prstGeom>
        </p:spPr>
      </p:pic>
      <p:grpSp>
        <p:nvGrpSpPr>
          <p:cNvPr id="38" name="object 38" descr=""/>
          <p:cNvGrpSpPr/>
          <p:nvPr/>
        </p:nvGrpSpPr>
        <p:grpSpPr>
          <a:xfrm>
            <a:off x="9918762" y="6251447"/>
            <a:ext cx="256540" cy="102235"/>
            <a:chOff x="9918762" y="6251447"/>
            <a:chExt cx="256540" cy="102235"/>
          </a:xfrm>
        </p:grpSpPr>
        <p:pic>
          <p:nvPicPr>
            <p:cNvPr id="39" name="object 3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918762" y="6251447"/>
              <a:ext cx="214980" cy="102203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10161269" y="6277355"/>
              <a:ext cx="13970" cy="62865"/>
            </a:xfrm>
            <a:custGeom>
              <a:avLst/>
              <a:gdLst/>
              <a:ahLst/>
              <a:cxnLst/>
              <a:rect l="l" t="t" r="r" b="b"/>
              <a:pathLst>
                <a:path w="13970" h="62864">
                  <a:moveTo>
                    <a:pt x="13716" y="10763"/>
                  </a:moveTo>
                  <a:lnTo>
                    <a:pt x="0" y="10763"/>
                  </a:lnTo>
                  <a:lnTo>
                    <a:pt x="0" y="3143"/>
                  </a:lnTo>
                  <a:lnTo>
                    <a:pt x="1524" y="1619"/>
                  </a:lnTo>
                  <a:lnTo>
                    <a:pt x="3048" y="0"/>
                  </a:lnTo>
                  <a:lnTo>
                    <a:pt x="10668" y="0"/>
                  </a:lnTo>
                  <a:lnTo>
                    <a:pt x="12192" y="1619"/>
                  </a:lnTo>
                  <a:lnTo>
                    <a:pt x="13716" y="3143"/>
                  </a:lnTo>
                  <a:lnTo>
                    <a:pt x="13716" y="10763"/>
                  </a:lnTo>
                  <a:close/>
                </a:path>
                <a:path w="13970" h="62864">
                  <a:moveTo>
                    <a:pt x="9144" y="13811"/>
                  </a:moveTo>
                  <a:lnTo>
                    <a:pt x="4572" y="13811"/>
                  </a:lnTo>
                  <a:lnTo>
                    <a:pt x="1524" y="10763"/>
                  </a:lnTo>
                  <a:lnTo>
                    <a:pt x="12192" y="10763"/>
                  </a:lnTo>
                  <a:lnTo>
                    <a:pt x="9144" y="13811"/>
                  </a:lnTo>
                  <a:close/>
                </a:path>
                <a:path w="13970" h="62864">
                  <a:moveTo>
                    <a:pt x="10668" y="62579"/>
                  </a:moveTo>
                  <a:lnTo>
                    <a:pt x="3048" y="62579"/>
                  </a:lnTo>
                  <a:lnTo>
                    <a:pt x="0" y="59531"/>
                  </a:lnTo>
                  <a:lnTo>
                    <a:pt x="0" y="51911"/>
                  </a:lnTo>
                  <a:lnTo>
                    <a:pt x="3048" y="48863"/>
                  </a:lnTo>
                  <a:lnTo>
                    <a:pt x="10668" y="48863"/>
                  </a:lnTo>
                  <a:lnTo>
                    <a:pt x="13716" y="51911"/>
                  </a:lnTo>
                  <a:lnTo>
                    <a:pt x="13716" y="59531"/>
                  </a:lnTo>
                  <a:lnTo>
                    <a:pt x="10668" y="62579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/>
          <p:nvPr/>
        </p:nvSpPr>
        <p:spPr>
          <a:xfrm>
            <a:off x="10258805" y="6256019"/>
            <a:ext cx="55244" cy="84455"/>
          </a:xfrm>
          <a:custGeom>
            <a:avLst/>
            <a:gdLst/>
            <a:ahLst/>
            <a:cxnLst/>
            <a:rect l="l" t="t" r="r" b="b"/>
            <a:pathLst>
              <a:path w="55245" h="84454">
                <a:moveTo>
                  <a:pt x="33623" y="83915"/>
                </a:moveTo>
                <a:lnTo>
                  <a:pt x="24479" y="83915"/>
                </a:lnTo>
                <a:lnTo>
                  <a:pt x="21336" y="82391"/>
                </a:lnTo>
                <a:lnTo>
                  <a:pt x="18288" y="82391"/>
                </a:lnTo>
                <a:lnTo>
                  <a:pt x="15240" y="80867"/>
                </a:lnTo>
                <a:lnTo>
                  <a:pt x="12192" y="77819"/>
                </a:lnTo>
                <a:lnTo>
                  <a:pt x="9144" y="76295"/>
                </a:lnTo>
                <a:lnTo>
                  <a:pt x="6096" y="73247"/>
                </a:lnTo>
                <a:lnTo>
                  <a:pt x="4572" y="68675"/>
                </a:lnTo>
                <a:lnTo>
                  <a:pt x="1524" y="64103"/>
                </a:lnTo>
                <a:lnTo>
                  <a:pt x="0" y="59531"/>
                </a:lnTo>
                <a:lnTo>
                  <a:pt x="0" y="32099"/>
                </a:lnTo>
                <a:lnTo>
                  <a:pt x="3048" y="19812"/>
                </a:lnTo>
                <a:lnTo>
                  <a:pt x="4572" y="15240"/>
                </a:lnTo>
                <a:lnTo>
                  <a:pt x="7620" y="12192"/>
                </a:lnTo>
                <a:lnTo>
                  <a:pt x="10668" y="7620"/>
                </a:lnTo>
                <a:lnTo>
                  <a:pt x="13716" y="4572"/>
                </a:lnTo>
                <a:lnTo>
                  <a:pt x="16764" y="3048"/>
                </a:lnTo>
                <a:lnTo>
                  <a:pt x="21336" y="1524"/>
                </a:lnTo>
                <a:lnTo>
                  <a:pt x="24479" y="0"/>
                </a:lnTo>
                <a:lnTo>
                  <a:pt x="33623" y="0"/>
                </a:lnTo>
                <a:lnTo>
                  <a:pt x="38195" y="1524"/>
                </a:lnTo>
                <a:lnTo>
                  <a:pt x="41243" y="3048"/>
                </a:lnTo>
                <a:lnTo>
                  <a:pt x="45815" y="4572"/>
                </a:lnTo>
                <a:lnTo>
                  <a:pt x="48863" y="7620"/>
                </a:lnTo>
                <a:lnTo>
                  <a:pt x="49625" y="9144"/>
                </a:lnTo>
                <a:lnTo>
                  <a:pt x="26003" y="9144"/>
                </a:lnTo>
                <a:lnTo>
                  <a:pt x="21336" y="10668"/>
                </a:lnTo>
                <a:lnTo>
                  <a:pt x="18288" y="13716"/>
                </a:lnTo>
                <a:lnTo>
                  <a:pt x="15240" y="15240"/>
                </a:lnTo>
                <a:lnTo>
                  <a:pt x="13716" y="19812"/>
                </a:lnTo>
                <a:lnTo>
                  <a:pt x="12192" y="24479"/>
                </a:lnTo>
                <a:lnTo>
                  <a:pt x="9144" y="33623"/>
                </a:lnTo>
                <a:lnTo>
                  <a:pt x="9144" y="39719"/>
                </a:lnTo>
                <a:lnTo>
                  <a:pt x="21336" y="39719"/>
                </a:lnTo>
                <a:lnTo>
                  <a:pt x="16764" y="44291"/>
                </a:lnTo>
                <a:lnTo>
                  <a:pt x="13716" y="45815"/>
                </a:lnTo>
                <a:lnTo>
                  <a:pt x="13716" y="47339"/>
                </a:lnTo>
                <a:lnTo>
                  <a:pt x="12192" y="50387"/>
                </a:lnTo>
                <a:lnTo>
                  <a:pt x="10668" y="51911"/>
                </a:lnTo>
                <a:lnTo>
                  <a:pt x="10668" y="59531"/>
                </a:lnTo>
                <a:lnTo>
                  <a:pt x="15240" y="68675"/>
                </a:lnTo>
                <a:lnTo>
                  <a:pt x="16764" y="70199"/>
                </a:lnTo>
                <a:lnTo>
                  <a:pt x="19812" y="71723"/>
                </a:lnTo>
                <a:lnTo>
                  <a:pt x="21336" y="73247"/>
                </a:lnTo>
                <a:lnTo>
                  <a:pt x="24479" y="74771"/>
                </a:lnTo>
                <a:lnTo>
                  <a:pt x="50387" y="74771"/>
                </a:lnTo>
                <a:lnTo>
                  <a:pt x="47339" y="77819"/>
                </a:lnTo>
                <a:lnTo>
                  <a:pt x="42767" y="79343"/>
                </a:lnTo>
                <a:lnTo>
                  <a:pt x="38195" y="82391"/>
                </a:lnTo>
                <a:lnTo>
                  <a:pt x="33623" y="83915"/>
                </a:lnTo>
                <a:close/>
              </a:path>
              <a:path w="55245" h="84454">
                <a:moveTo>
                  <a:pt x="54959" y="21336"/>
                </a:moveTo>
                <a:lnTo>
                  <a:pt x="44291" y="21336"/>
                </a:lnTo>
                <a:lnTo>
                  <a:pt x="44291" y="18288"/>
                </a:lnTo>
                <a:lnTo>
                  <a:pt x="42767" y="15240"/>
                </a:lnTo>
                <a:lnTo>
                  <a:pt x="39719" y="13716"/>
                </a:lnTo>
                <a:lnTo>
                  <a:pt x="36671" y="10668"/>
                </a:lnTo>
                <a:lnTo>
                  <a:pt x="33623" y="9144"/>
                </a:lnTo>
                <a:lnTo>
                  <a:pt x="49625" y="9144"/>
                </a:lnTo>
                <a:lnTo>
                  <a:pt x="50387" y="10668"/>
                </a:lnTo>
                <a:lnTo>
                  <a:pt x="53435" y="13716"/>
                </a:lnTo>
                <a:lnTo>
                  <a:pt x="54959" y="18288"/>
                </a:lnTo>
                <a:lnTo>
                  <a:pt x="54959" y="21336"/>
                </a:lnTo>
                <a:close/>
              </a:path>
              <a:path w="55245" h="84454">
                <a:moveTo>
                  <a:pt x="24479" y="39719"/>
                </a:moveTo>
                <a:lnTo>
                  <a:pt x="10668" y="39719"/>
                </a:lnTo>
                <a:lnTo>
                  <a:pt x="16764" y="33623"/>
                </a:lnTo>
                <a:lnTo>
                  <a:pt x="19812" y="32099"/>
                </a:lnTo>
                <a:lnTo>
                  <a:pt x="22955" y="30575"/>
                </a:lnTo>
                <a:lnTo>
                  <a:pt x="24479" y="30575"/>
                </a:lnTo>
                <a:lnTo>
                  <a:pt x="27527" y="29051"/>
                </a:lnTo>
                <a:lnTo>
                  <a:pt x="35147" y="29051"/>
                </a:lnTo>
                <a:lnTo>
                  <a:pt x="39719" y="30575"/>
                </a:lnTo>
                <a:lnTo>
                  <a:pt x="42767" y="33623"/>
                </a:lnTo>
                <a:lnTo>
                  <a:pt x="47339" y="35147"/>
                </a:lnTo>
                <a:lnTo>
                  <a:pt x="50387" y="38195"/>
                </a:lnTo>
                <a:lnTo>
                  <a:pt x="26003" y="38195"/>
                </a:lnTo>
                <a:lnTo>
                  <a:pt x="24479" y="39719"/>
                </a:lnTo>
                <a:close/>
              </a:path>
              <a:path w="55245" h="84454">
                <a:moveTo>
                  <a:pt x="50387" y="74771"/>
                </a:moveTo>
                <a:lnTo>
                  <a:pt x="32099" y="74771"/>
                </a:lnTo>
                <a:lnTo>
                  <a:pt x="35147" y="73247"/>
                </a:lnTo>
                <a:lnTo>
                  <a:pt x="36671" y="71723"/>
                </a:lnTo>
                <a:lnTo>
                  <a:pt x="39719" y="70199"/>
                </a:lnTo>
                <a:lnTo>
                  <a:pt x="41243" y="68675"/>
                </a:lnTo>
                <a:lnTo>
                  <a:pt x="45815" y="59531"/>
                </a:lnTo>
                <a:lnTo>
                  <a:pt x="45815" y="53435"/>
                </a:lnTo>
                <a:lnTo>
                  <a:pt x="41243" y="44291"/>
                </a:lnTo>
                <a:lnTo>
                  <a:pt x="39719" y="42767"/>
                </a:lnTo>
                <a:lnTo>
                  <a:pt x="36671" y="41243"/>
                </a:lnTo>
                <a:lnTo>
                  <a:pt x="35147" y="39719"/>
                </a:lnTo>
                <a:lnTo>
                  <a:pt x="32099" y="38195"/>
                </a:lnTo>
                <a:lnTo>
                  <a:pt x="50387" y="38195"/>
                </a:lnTo>
                <a:lnTo>
                  <a:pt x="51911" y="42767"/>
                </a:lnTo>
                <a:lnTo>
                  <a:pt x="54959" y="47339"/>
                </a:lnTo>
                <a:lnTo>
                  <a:pt x="54959" y="65627"/>
                </a:lnTo>
                <a:lnTo>
                  <a:pt x="51911" y="70199"/>
                </a:lnTo>
                <a:lnTo>
                  <a:pt x="50387" y="74771"/>
                </a:lnTo>
                <a:close/>
              </a:path>
            </a:pathLst>
          </a:custGeom>
          <a:solidFill>
            <a:srgbClr val="465469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85660" y="745718"/>
            <a:ext cx="424180" cy="116205"/>
          </a:xfrm>
          <a:custGeom>
            <a:avLst/>
            <a:gdLst/>
            <a:ahLst/>
            <a:cxnLst/>
            <a:rect l="l" t="t" r="r" b="b"/>
            <a:pathLst>
              <a:path w="424180" h="116205">
                <a:moveTo>
                  <a:pt x="111353" y="9144"/>
                </a:moveTo>
                <a:lnTo>
                  <a:pt x="68580" y="9144"/>
                </a:lnTo>
                <a:lnTo>
                  <a:pt x="67056" y="4572"/>
                </a:lnTo>
                <a:lnTo>
                  <a:pt x="65532" y="1524"/>
                </a:lnTo>
                <a:lnTo>
                  <a:pt x="65532" y="0"/>
                </a:lnTo>
                <a:lnTo>
                  <a:pt x="45720" y="1524"/>
                </a:lnTo>
                <a:lnTo>
                  <a:pt x="47244" y="3048"/>
                </a:lnTo>
                <a:lnTo>
                  <a:pt x="47244" y="6096"/>
                </a:lnTo>
                <a:lnTo>
                  <a:pt x="48768" y="9144"/>
                </a:lnTo>
                <a:lnTo>
                  <a:pt x="4572" y="9144"/>
                </a:lnTo>
                <a:lnTo>
                  <a:pt x="4572" y="27432"/>
                </a:lnTo>
                <a:lnTo>
                  <a:pt x="19812" y="27432"/>
                </a:lnTo>
                <a:lnTo>
                  <a:pt x="19812" y="19812"/>
                </a:lnTo>
                <a:lnTo>
                  <a:pt x="96113" y="19812"/>
                </a:lnTo>
                <a:lnTo>
                  <a:pt x="96113" y="27432"/>
                </a:lnTo>
                <a:lnTo>
                  <a:pt x="111353" y="27432"/>
                </a:lnTo>
                <a:lnTo>
                  <a:pt x="111353" y="19812"/>
                </a:lnTo>
                <a:lnTo>
                  <a:pt x="111353" y="9144"/>
                </a:lnTo>
                <a:close/>
              </a:path>
              <a:path w="424180" h="116205">
                <a:moveTo>
                  <a:pt x="114401" y="28956"/>
                </a:moveTo>
                <a:lnTo>
                  <a:pt x="76200" y="28956"/>
                </a:lnTo>
                <a:lnTo>
                  <a:pt x="76200" y="41148"/>
                </a:lnTo>
                <a:lnTo>
                  <a:pt x="73152" y="44196"/>
                </a:lnTo>
                <a:lnTo>
                  <a:pt x="68580" y="47332"/>
                </a:lnTo>
                <a:lnTo>
                  <a:pt x="64008" y="50380"/>
                </a:lnTo>
                <a:lnTo>
                  <a:pt x="41148" y="45808"/>
                </a:lnTo>
                <a:lnTo>
                  <a:pt x="45720" y="41148"/>
                </a:lnTo>
                <a:lnTo>
                  <a:pt x="76200" y="41148"/>
                </a:lnTo>
                <a:lnTo>
                  <a:pt x="76200" y="28956"/>
                </a:lnTo>
                <a:lnTo>
                  <a:pt x="54864" y="28956"/>
                </a:lnTo>
                <a:lnTo>
                  <a:pt x="59436" y="24384"/>
                </a:lnTo>
                <a:lnTo>
                  <a:pt x="41148" y="21336"/>
                </a:lnTo>
                <a:lnTo>
                  <a:pt x="39624" y="24384"/>
                </a:lnTo>
                <a:lnTo>
                  <a:pt x="35052" y="28956"/>
                </a:lnTo>
                <a:lnTo>
                  <a:pt x="3048" y="28956"/>
                </a:lnTo>
                <a:lnTo>
                  <a:pt x="3048" y="41148"/>
                </a:lnTo>
                <a:lnTo>
                  <a:pt x="27432" y="41148"/>
                </a:lnTo>
                <a:lnTo>
                  <a:pt x="24384" y="44196"/>
                </a:lnTo>
                <a:lnTo>
                  <a:pt x="21336" y="47332"/>
                </a:lnTo>
                <a:lnTo>
                  <a:pt x="16764" y="51904"/>
                </a:lnTo>
                <a:lnTo>
                  <a:pt x="25908" y="53428"/>
                </a:lnTo>
                <a:lnTo>
                  <a:pt x="33528" y="54952"/>
                </a:lnTo>
                <a:lnTo>
                  <a:pt x="6096" y="59524"/>
                </a:lnTo>
                <a:lnTo>
                  <a:pt x="9144" y="64096"/>
                </a:lnTo>
                <a:lnTo>
                  <a:pt x="12192" y="73240"/>
                </a:lnTo>
                <a:lnTo>
                  <a:pt x="28460" y="70942"/>
                </a:lnTo>
                <a:lnTo>
                  <a:pt x="42862" y="68478"/>
                </a:lnTo>
                <a:lnTo>
                  <a:pt x="55270" y="65747"/>
                </a:lnTo>
                <a:lnTo>
                  <a:pt x="65532" y="62572"/>
                </a:lnTo>
                <a:lnTo>
                  <a:pt x="74676" y="64884"/>
                </a:lnTo>
                <a:lnTo>
                  <a:pt x="83832" y="67335"/>
                </a:lnTo>
                <a:lnTo>
                  <a:pt x="93002" y="70078"/>
                </a:lnTo>
                <a:lnTo>
                  <a:pt x="102209" y="73240"/>
                </a:lnTo>
                <a:lnTo>
                  <a:pt x="108127" y="62572"/>
                </a:lnTo>
                <a:lnTo>
                  <a:pt x="109829" y="59524"/>
                </a:lnTo>
                <a:lnTo>
                  <a:pt x="82296" y="53428"/>
                </a:lnTo>
                <a:lnTo>
                  <a:pt x="86868" y="50380"/>
                </a:lnTo>
                <a:lnTo>
                  <a:pt x="89916" y="45808"/>
                </a:lnTo>
                <a:lnTo>
                  <a:pt x="94589" y="41148"/>
                </a:lnTo>
                <a:lnTo>
                  <a:pt x="114401" y="41148"/>
                </a:lnTo>
                <a:lnTo>
                  <a:pt x="114401" y="28956"/>
                </a:lnTo>
                <a:close/>
              </a:path>
              <a:path w="424180" h="116205">
                <a:moveTo>
                  <a:pt x="117449" y="100672"/>
                </a:moveTo>
                <a:lnTo>
                  <a:pt x="105448" y="98348"/>
                </a:lnTo>
                <a:lnTo>
                  <a:pt x="94729" y="95719"/>
                </a:lnTo>
                <a:lnTo>
                  <a:pt x="91401" y="94576"/>
                </a:lnTo>
                <a:lnTo>
                  <a:pt x="85432" y="92532"/>
                </a:lnTo>
                <a:lnTo>
                  <a:pt x="77724" y="88480"/>
                </a:lnTo>
                <a:lnTo>
                  <a:pt x="114401" y="88480"/>
                </a:lnTo>
                <a:lnTo>
                  <a:pt x="114401" y="76288"/>
                </a:lnTo>
                <a:lnTo>
                  <a:pt x="65532" y="76288"/>
                </a:lnTo>
                <a:lnTo>
                  <a:pt x="65532" y="67144"/>
                </a:lnTo>
                <a:lnTo>
                  <a:pt x="50292" y="67144"/>
                </a:lnTo>
                <a:lnTo>
                  <a:pt x="50292" y="76288"/>
                </a:lnTo>
                <a:lnTo>
                  <a:pt x="3048" y="76288"/>
                </a:lnTo>
                <a:lnTo>
                  <a:pt x="3048" y="88480"/>
                </a:lnTo>
                <a:lnTo>
                  <a:pt x="38100" y="88480"/>
                </a:lnTo>
                <a:lnTo>
                  <a:pt x="29794" y="92748"/>
                </a:lnTo>
                <a:lnTo>
                  <a:pt x="20764" y="96291"/>
                </a:lnTo>
                <a:lnTo>
                  <a:pt x="10883" y="98983"/>
                </a:lnTo>
                <a:lnTo>
                  <a:pt x="0" y="100672"/>
                </a:lnTo>
                <a:lnTo>
                  <a:pt x="3048" y="105244"/>
                </a:lnTo>
                <a:lnTo>
                  <a:pt x="6096" y="114388"/>
                </a:lnTo>
                <a:lnTo>
                  <a:pt x="19215" y="110655"/>
                </a:lnTo>
                <a:lnTo>
                  <a:pt x="31051" y="106197"/>
                </a:lnTo>
                <a:lnTo>
                  <a:pt x="41452" y="100888"/>
                </a:lnTo>
                <a:lnTo>
                  <a:pt x="50292" y="94576"/>
                </a:lnTo>
                <a:lnTo>
                  <a:pt x="50292" y="115912"/>
                </a:lnTo>
                <a:lnTo>
                  <a:pt x="65532" y="115912"/>
                </a:lnTo>
                <a:lnTo>
                  <a:pt x="65532" y="94576"/>
                </a:lnTo>
                <a:lnTo>
                  <a:pt x="75006" y="100888"/>
                </a:lnTo>
                <a:lnTo>
                  <a:pt x="85356" y="106197"/>
                </a:lnTo>
                <a:lnTo>
                  <a:pt x="96862" y="110655"/>
                </a:lnTo>
                <a:lnTo>
                  <a:pt x="109829" y="114388"/>
                </a:lnTo>
                <a:lnTo>
                  <a:pt x="114401" y="105244"/>
                </a:lnTo>
                <a:lnTo>
                  <a:pt x="117449" y="100672"/>
                </a:lnTo>
                <a:close/>
              </a:path>
              <a:path w="424180" h="116205">
                <a:moveTo>
                  <a:pt x="160121" y="3048"/>
                </a:moveTo>
                <a:lnTo>
                  <a:pt x="146405" y="0"/>
                </a:lnTo>
                <a:lnTo>
                  <a:pt x="142684" y="13690"/>
                </a:lnTo>
                <a:lnTo>
                  <a:pt x="138328" y="27432"/>
                </a:lnTo>
                <a:lnTo>
                  <a:pt x="133540" y="40551"/>
                </a:lnTo>
                <a:lnTo>
                  <a:pt x="128117" y="53428"/>
                </a:lnTo>
                <a:lnTo>
                  <a:pt x="129641" y="62572"/>
                </a:lnTo>
                <a:lnTo>
                  <a:pt x="131165" y="70192"/>
                </a:lnTo>
                <a:lnTo>
                  <a:pt x="132689" y="74764"/>
                </a:lnTo>
                <a:lnTo>
                  <a:pt x="134213" y="70192"/>
                </a:lnTo>
                <a:lnTo>
                  <a:pt x="140309" y="61048"/>
                </a:lnTo>
                <a:lnTo>
                  <a:pt x="140309" y="114388"/>
                </a:lnTo>
                <a:lnTo>
                  <a:pt x="154025" y="114388"/>
                </a:lnTo>
                <a:lnTo>
                  <a:pt x="154025" y="61048"/>
                </a:lnTo>
                <a:lnTo>
                  <a:pt x="154025" y="25908"/>
                </a:lnTo>
                <a:lnTo>
                  <a:pt x="157073" y="10668"/>
                </a:lnTo>
                <a:lnTo>
                  <a:pt x="160121" y="3048"/>
                </a:lnTo>
                <a:close/>
              </a:path>
              <a:path w="424180" h="116205">
                <a:moveTo>
                  <a:pt x="201269" y="6096"/>
                </a:moveTo>
                <a:lnTo>
                  <a:pt x="160121" y="6096"/>
                </a:lnTo>
                <a:lnTo>
                  <a:pt x="160121" y="19812"/>
                </a:lnTo>
                <a:lnTo>
                  <a:pt x="167741" y="19812"/>
                </a:lnTo>
                <a:lnTo>
                  <a:pt x="165163" y="30975"/>
                </a:lnTo>
                <a:lnTo>
                  <a:pt x="162026" y="41579"/>
                </a:lnTo>
                <a:lnTo>
                  <a:pt x="158305" y="51612"/>
                </a:lnTo>
                <a:lnTo>
                  <a:pt x="154025" y="61048"/>
                </a:lnTo>
                <a:lnTo>
                  <a:pt x="157073" y="67144"/>
                </a:lnTo>
                <a:lnTo>
                  <a:pt x="160121" y="71716"/>
                </a:lnTo>
                <a:lnTo>
                  <a:pt x="161645" y="76288"/>
                </a:lnTo>
                <a:lnTo>
                  <a:pt x="164693" y="70192"/>
                </a:lnTo>
                <a:lnTo>
                  <a:pt x="166217" y="68668"/>
                </a:lnTo>
                <a:lnTo>
                  <a:pt x="170789" y="71716"/>
                </a:lnTo>
                <a:lnTo>
                  <a:pt x="173837" y="74764"/>
                </a:lnTo>
                <a:lnTo>
                  <a:pt x="176885" y="79336"/>
                </a:lnTo>
                <a:lnTo>
                  <a:pt x="172897" y="86156"/>
                </a:lnTo>
                <a:lnTo>
                  <a:pt x="167932" y="92671"/>
                </a:lnTo>
                <a:lnTo>
                  <a:pt x="162090" y="98628"/>
                </a:lnTo>
                <a:lnTo>
                  <a:pt x="155549" y="103720"/>
                </a:lnTo>
                <a:lnTo>
                  <a:pt x="163169" y="111340"/>
                </a:lnTo>
                <a:lnTo>
                  <a:pt x="166217" y="115912"/>
                </a:lnTo>
                <a:lnTo>
                  <a:pt x="181089" y="101320"/>
                </a:lnTo>
                <a:lnTo>
                  <a:pt x="191554" y="82575"/>
                </a:lnTo>
                <a:lnTo>
                  <a:pt x="195262" y="68668"/>
                </a:lnTo>
                <a:lnTo>
                  <a:pt x="196481" y="64096"/>
                </a:lnTo>
                <a:lnTo>
                  <a:pt x="197713" y="59512"/>
                </a:lnTo>
                <a:lnTo>
                  <a:pt x="197827" y="58000"/>
                </a:lnTo>
                <a:lnTo>
                  <a:pt x="197942" y="56476"/>
                </a:lnTo>
                <a:lnTo>
                  <a:pt x="198716" y="45808"/>
                </a:lnTo>
                <a:lnTo>
                  <a:pt x="199745" y="32004"/>
                </a:lnTo>
                <a:lnTo>
                  <a:pt x="186029" y="32004"/>
                </a:lnTo>
                <a:lnTo>
                  <a:pt x="186029" y="45808"/>
                </a:lnTo>
                <a:lnTo>
                  <a:pt x="186029" y="51904"/>
                </a:lnTo>
                <a:lnTo>
                  <a:pt x="182981" y="64096"/>
                </a:lnTo>
                <a:lnTo>
                  <a:pt x="179933" y="61048"/>
                </a:lnTo>
                <a:lnTo>
                  <a:pt x="175361" y="58000"/>
                </a:lnTo>
                <a:lnTo>
                  <a:pt x="172313" y="56476"/>
                </a:lnTo>
                <a:lnTo>
                  <a:pt x="173837" y="51904"/>
                </a:lnTo>
                <a:lnTo>
                  <a:pt x="175361" y="48856"/>
                </a:lnTo>
                <a:lnTo>
                  <a:pt x="175361" y="45808"/>
                </a:lnTo>
                <a:lnTo>
                  <a:pt x="186029" y="45808"/>
                </a:lnTo>
                <a:lnTo>
                  <a:pt x="186029" y="32004"/>
                </a:lnTo>
                <a:lnTo>
                  <a:pt x="179933" y="32004"/>
                </a:lnTo>
                <a:lnTo>
                  <a:pt x="180022" y="27254"/>
                </a:lnTo>
                <a:lnTo>
                  <a:pt x="181457" y="24384"/>
                </a:lnTo>
                <a:lnTo>
                  <a:pt x="181457" y="19812"/>
                </a:lnTo>
                <a:lnTo>
                  <a:pt x="201269" y="19812"/>
                </a:lnTo>
                <a:lnTo>
                  <a:pt x="201269" y="6096"/>
                </a:lnTo>
                <a:close/>
              </a:path>
              <a:path w="424180" h="116205">
                <a:moveTo>
                  <a:pt x="218033" y="10668"/>
                </a:moveTo>
                <a:lnTo>
                  <a:pt x="205841" y="10668"/>
                </a:lnTo>
                <a:lnTo>
                  <a:pt x="205841" y="88480"/>
                </a:lnTo>
                <a:lnTo>
                  <a:pt x="218033" y="88480"/>
                </a:lnTo>
                <a:lnTo>
                  <a:pt x="218033" y="10668"/>
                </a:lnTo>
                <a:close/>
              </a:path>
              <a:path w="424180" h="116205">
                <a:moveTo>
                  <a:pt x="240982" y="1524"/>
                </a:moveTo>
                <a:lnTo>
                  <a:pt x="225653" y="1524"/>
                </a:lnTo>
                <a:lnTo>
                  <a:pt x="225653" y="96100"/>
                </a:lnTo>
                <a:lnTo>
                  <a:pt x="224129" y="97624"/>
                </a:lnTo>
                <a:lnTo>
                  <a:pt x="205841" y="97624"/>
                </a:lnTo>
                <a:lnTo>
                  <a:pt x="208889" y="109816"/>
                </a:lnTo>
                <a:lnTo>
                  <a:pt x="208889" y="114388"/>
                </a:lnTo>
                <a:lnTo>
                  <a:pt x="227177" y="114388"/>
                </a:lnTo>
                <a:lnTo>
                  <a:pt x="231838" y="112864"/>
                </a:lnTo>
                <a:lnTo>
                  <a:pt x="234886" y="111340"/>
                </a:lnTo>
                <a:lnTo>
                  <a:pt x="236410" y="108292"/>
                </a:lnTo>
                <a:lnTo>
                  <a:pt x="239458" y="105244"/>
                </a:lnTo>
                <a:lnTo>
                  <a:pt x="240982" y="102196"/>
                </a:lnTo>
                <a:lnTo>
                  <a:pt x="240982" y="1524"/>
                </a:lnTo>
                <a:close/>
              </a:path>
              <a:path w="424180" h="116205">
                <a:moveTo>
                  <a:pt x="362902" y="12192"/>
                </a:moveTo>
                <a:lnTo>
                  <a:pt x="266890" y="12192"/>
                </a:lnTo>
                <a:lnTo>
                  <a:pt x="266890" y="30480"/>
                </a:lnTo>
                <a:lnTo>
                  <a:pt x="362902" y="30480"/>
                </a:lnTo>
                <a:lnTo>
                  <a:pt x="362902" y="12192"/>
                </a:lnTo>
                <a:close/>
              </a:path>
              <a:path w="424180" h="116205">
                <a:moveTo>
                  <a:pt x="372046" y="85432"/>
                </a:moveTo>
                <a:lnTo>
                  <a:pt x="259270" y="85432"/>
                </a:lnTo>
                <a:lnTo>
                  <a:pt x="259270" y="103720"/>
                </a:lnTo>
                <a:lnTo>
                  <a:pt x="372046" y="103720"/>
                </a:lnTo>
                <a:lnTo>
                  <a:pt x="372046" y="85432"/>
                </a:lnTo>
                <a:close/>
              </a:path>
              <a:path w="424180" h="116205">
                <a:moveTo>
                  <a:pt x="423951" y="86956"/>
                </a:moveTo>
                <a:lnTo>
                  <a:pt x="420903" y="85432"/>
                </a:lnTo>
                <a:lnTo>
                  <a:pt x="419379" y="82384"/>
                </a:lnTo>
                <a:lnTo>
                  <a:pt x="408711" y="82384"/>
                </a:lnTo>
                <a:lnTo>
                  <a:pt x="402615" y="88480"/>
                </a:lnTo>
                <a:lnTo>
                  <a:pt x="402615" y="94576"/>
                </a:lnTo>
                <a:lnTo>
                  <a:pt x="404139" y="96100"/>
                </a:lnTo>
                <a:lnTo>
                  <a:pt x="405663" y="99148"/>
                </a:lnTo>
                <a:lnTo>
                  <a:pt x="408711" y="100672"/>
                </a:lnTo>
                <a:lnTo>
                  <a:pt x="410235" y="102196"/>
                </a:lnTo>
                <a:lnTo>
                  <a:pt x="416331" y="102196"/>
                </a:lnTo>
                <a:lnTo>
                  <a:pt x="419379" y="100672"/>
                </a:lnTo>
                <a:lnTo>
                  <a:pt x="423951" y="96100"/>
                </a:lnTo>
                <a:lnTo>
                  <a:pt x="423951" y="86956"/>
                </a:lnTo>
                <a:close/>
              </a:path>
              <a:path w="424180" h="116205">
                <a:moveTo>
                  <a:pt x="423951" y="38100"/>
                </a:moveTo>
                <a:lnTo>
                  <a:pt x="420903" y="36576"/>
                </a:lnTo>
                <a:lnTo>
                  <a:pt x="419379" y="35052"/>
                </a:lnTo>
                <a:lnTo>
                  <a:pt x="416331" y="33528"/>
                </a:lnTo>
                <a:lnTo>
                  <a:pt x="410235" y="33528"/>
                </a:lnTo>
                <a:lnTo>
                  <a:pt x="408711" y="35052"/>
                </a:lnTo>
                <a:lnTo>
                  <a:pt x="405663" y="36576"/>
                </a:lnTo>
                <a:lnTo>
                  <a:pt x="404139" y="39624"/>
                </a:lnTo>
                <a:lnTo>
                  <a:pt x="402615" y="41148"/>
                </a:lnTo>
                <a:lnTo>
                  <a:pt x="402615" y="47332"/>
                </a:lnTo>
                <a:lnTo>
                  <a:pt x="408711" y="53428"/>
                </a:lnTo>
                <a:lnTo>
                  <a:pt x="419379" y="53428"/>
                </a:lnTo>
                <a:lnTo>
                  <a:pt x="420903" y="50380"/>
                </a:lnTo>
                <a:lnTo>
                  <a:pt x="423951" y="48856"/>
                </a:lnTo>
                <a:lnTo>
                  <a:pt x="423951" y="38100"/>
                </a:lnTo>
                <a:close/>
              </a:path>
            </a:pathLst>
          </a:custGeom>
          <a:solidFill>
            <a:srgbClr val="05956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160" y="745712"/>
            <a:ext cx="1355693" cy="11591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541197" y="988313"/>
            <a:ext cx="1726564" cy="285750"/>
          </a:xfrm>
          <a:custGeom>
            <a:avLst/>
            <a:gdLst/>
            <a:ahLst/>
            <a:cxnLst/>
            <a:rect l="l" t="t" r="r" b="b"/>
            <a:pathLst>
              <a:path w="1726564" h="285750">
                <a:moveTo>
                  <a:pt x="97637" y="120497"/>
                </a:moveTo>
                <a:lnTo>
                  <a:pt x="70116" y="126593"/>
                </a:lnTo>
                <a:lnTo>
                  <a:pt x="70116" y="82397"/>
                </a:lnTo>
                <a:lnTo>
                  <a:pt x="96113" y="82397"/>
                </a:lnTo>
                <a:lnTo>
                  <a:pt x="96113" y="47244"/>
                </a:lnTo>
                <a:lnTo>
                  <a:pt x="70116" y="47244"/>
                </a:lnTo>
                <a:lnTo>
                  <a:pt x="70116" y="1524"/>
                </a:lnTo>
                <a:lnTo>
                  <a:pt x="33540" y="1524"/>
                </a:lnTo>
                <a:lnTo>
                  <a:pt x="33540" y="47244"/>
                </a:lnTo>
                <a:lnTo>
                  <a:pt x="1536" y="47244"/>
                </a:lnTo>
                <a:lnTo>
                  <a:pt x="1536" y="82397"/>
                </a:lnTo>
                <a:lnTo>
                  <a:pt x="33540" y="82397"/>
                </a:lnTo>
                <a:lnTo>
                  <a:pt x="33540" y="135737"/>
                </a:lnTo>
                <a:lnTo>
                  <a:pt x="16205" y="140119"/>
                </a:lnTo>
                <a:lnTo>
                  <a:pt x="8026" y="141947"/>
                </a:lnTo>
                <a:lnTo>
                  <a:pt x="0" y="143357"/>
                </a:lnTo>
                <a:lnTo>
                  <a:pt x="4584" y="186118"/>
                </a:lnTo>
                <a:lnTo>
                  <a:pt x="33540" y="176974"/>
                </a:lnTo>
                <a:lnTo>
                  <a:pt x="33540" y="239458"/>
                </a:lnTo>
                <a:lnTo>
                  <a:pt x="30492" y="242506"/>
                </a:lnTo>
                <a:lnTo>
                  <a:pt x="27444" y="242506"/>
                </a:lnTo>
                <a:lnTo>
                  <a:pt x="22872" y="244030"/>
                </a:lnTo>
                <a:lnTo>
                  <a:pt x="4584" y="244030"/>
                </a:lnTo>
                <a:lnTo>
                  <a:pt x="5956" y="253199"/>
                </a:lnTo>
                <a:lnTo>
                  <a:pt x="9296" y="271551"/>
                </a:lnTo>
                <a:lnTo>
                  <a:pt x="10680" y="280708"/>
                </a:lnTo>
                <a:lnTo>
                  <a:pt x="21513" y="280466"/>
                </a:lnTo>
                <a:lnTo>
                  <a:pt x="39179" y="279425"/>
                </a:lnTo>
                <a:lnTo>
                  <a:pt x="45732" y="279184"/>
                </a:lnTo>
                <a:lnTo>
                  <a:pt x="53352" y="277660"/>
                </a:lnTo>
                <a:lnTo>
                  <a:pt x="59448" y="274612"/>
                </a:lnTo>
                <a:lnTo>
                  <a:pt x="62496" y="268516"/>
                </a:lnTo>
                <a:lnTo>
                  <a:pt x="67068" y="263842"/>
                </a:lnTo>
                <a:lnTo>
                  <a:pt x="70116" y="254698"/>
                </a:lnTo>
                <a:lnTo>
                  <a:pt x="70116" y="176974"/>
                </a:lnTo>
                <a:lnTo>
                  <a:pt x="70116" y="166217"/>
                </a:lnTo>
                <a:lnTo>
                  <a:pt x="88480" y="160693"/>
                </a:lnTo>
                <a:lnTo>
                  <a:pt x="94208" y="159143"/>
                </a:lnTo>
                <a:lnTo>
                  <a:pt x="97637" y="158597"/>
                </a:lnTo>
                <a:lnTo>
                  <a:pt x="97637" y="126593"/>
                </a:lnTo>
                <a:lnTo>
                  <a:pt x="97637" y="120497"/>
                </a:lnTo>
                <a:close/>
              </a:path>
              <a:path w="1726564" h="285750">
                <a:moveTo>
                  <a:pt x="271475" y="132689"/>
                </a:moveTo>
                <a:lnTo>
                  <a:pt x="233375" y="132689"/>
                </a:lnTo>
                <a:lnTo>
                  <a:pt x="233375" y="164693"/>
                </a:lnTo>
                <a:lnTo>
                  <a:pt x="233375" y="184594"/>
                </a:lnTo>
                <a:lnTo>
                  <a:pt x="233375" y="215074"/>
                </a:lnTo>
                <a:lnTo>
                  <a:pt x="233375" y="234886"/>
                </a:lnTo>
                <a:lnTo>
                  <a:pt x="146405" y="234886"/>
                </a:lnTo>
                <a:lnTo>
                  <a:pt x="146405" y="215074"/>
                </a:lnTo>
                <a:lnTo>
                  <a:pt x="233375" y="215074"/>
                </a:lnTo>
                <a:lnTo>
                  <a:pt x="233375" y="184594"/>
                </a:lnTo>
                <a:lnTo>
                  <a:pt x="146405" y="184594"/>
                </a:lnTo>
                <a:lnTo>
                  <a:pt x="146405" y="164693"/>
                </a:lnTo>
                <a:lnTo>
                  <a:pt x="233375" y="164693"/>
                </a:lnTo>
                <a:lnTo>
                  <a:pt x="233375" y="132689"/>
                </a:lnTo>
                <a:lnTo>
                  <a:pt x="108305" y="132689"/>
                </a:lnTo>
                <a:lnTo>
                  <a:pt x="108305" y="282232"/>
                </a:lnTo>
                <a:lnTo>
                  <a:pt x="146405" y="282232"/>
                </a:lnTo>
                <a:lnTo>
                  <a:pt x="146405" y="266890"/>
                </a:lnTo>
                <a:lnTo>
                  <a:pt x="233375" y="266890"/>
                </a:lnTo>
                <a:lnTo>
                  <a:pt x="233375" y="280708"/>
                </a:lnTo>
                <a:lnTo>
                  <a:pt x="271475" y="280708"/>
                </a:lnTo>
                <a:lnTo>
                  <a:pt x="271475" y="266890"/>
                </a:lnTo>
                <a:lnTo>
                  <a:pt x="271475" y="234886"/>
                </a:lnTo>
                <a:lnTo>
                  <a:pt x="271475" y="215074"/>
                </a:lnTo>
                <a:lnTo>
                  <a:pt x="271475" y="184594"/>
                </a:lnTo>
                <a:lnTo>
                  <a:pt x="271475" y="164693"/>
                </a:lnTo>
                <a:lnTo>
                  <a:pt x="271475" y="132689"/>
                </a:lnTo>
                <a:close/>
              </a:path>
              <a:path w="1726564" h="285750">
                <a:moveTo>
                  <a:pt x="283667" y="62484"/>
                </a:moveTo>
                <a:lnTo>
                  <a:pt x="274523" y="59918"/>
                </a:lnTo>
                <a:lnTo>
                  <a:pt x="265379" y="56769"/>
                </a:lnTo>
                <a:lnTo>
                  <a:pt x="256235" y="53060"/>
                </a:lnTo>
                <a:lnTo>
                  <a:pt x="247091" y="48768"/>
                </a:lnTo>
                <a:lnTo>
                  <a:pt x="246799" y="56464"/>
                </a:lnTo>
                <a:lnTo>
                  <a:pt x="246761" y="56769"/>
                </a:lnTo>
                <a:lnTo>
                  <a:pt x="245948" y="63436"/>
                </a:lnTo>
                <a:lnTo>
                  <a:pt x="244513" y="69557"/>
                </a:lnTo>
                <a:lnTo>
                  <a:pt x="242506" y="74676"/>
                </a:lnTo>
                <a:lnTo>
                  <a:pt x="240982" y="79248"/>
                </a:lnTo>
                <a:lnTo>
                  <a:pt x="234899" y="82397"/>
                </a:lnTo>
                <a:lnTo>
                  <a:pt x="149453" y="82397"/>
                </a:lnTo>
                <a:lnTo>
                  <a:pt x="143357" y="77724"/>
                </a:lnTo>
                <a:lnTo>
                  <a:pt x="143357" y="64008"/>
                </a:lnTo>
                <a:lnTo>
                  <a:pt x="180213" y="59156"/>
                </a:lnTo>
                <a:lnTo>
                  <a:pt x="215226" y="53721"/>
                </a:lnTo>
                <a:lnTo>
                  <a:pt x="248234" y="47726"/>
                </a:lnTo>
                <a:lnTo>
                  <a:pt x="279082" y="41148"/>
                </a:lnTo>
                <a:lnTo>
                  <a:pt x="275767" y="32004"/>
                </a:lnTo>
                <a:lnTo>
                  <a:pt x="266903" y="7620"/>
                </a:lnTo>
                <a:lnTo>
                  <a:pt x="236016" y="15290"/>
                </a:lnTo>
                <a:lnTo>
                  <a:pt x="205130" y="22098"/>
                </a:lnTo>
                <a:lnTo>
                  <a:pt x="174231" y="27774"/>
                </a:lnTo>
                <a:lnTo>
                  <a:pt x="143357" y="32004"/>
                </a:lnTo>
                <a:lnTo>
                  <a:pt x="143357" y="3048"/>
                </a:lnTo>
                <a:lnTo>
                  <a:pt x="105257" y="3048"/>
                </a:lnTo>
                <a:lnTo>
                  <a:pt x="105257" y="73152"/>
                </a:lnTo>
                <a:lnTo>
                  <a:pt x="108064" y="92100"/>
                </a:lnTo>
                <a:lnTo>
                  <a:pt x="116306" y="105435"/>
                </a:lnTo>
                <a:lnTo>
                  <a:pt x="129692" y="113334"/>
                </a:lnTo>
                <a:lnTo>
                  <a:pt x="147929" y="115925"/>
                </a:lnTo>
                <a:lnTo>
                  <a:pt x="234899" y="115925"/>
                </a:lnTo>
                <a:lnTo>
                  <a:pt x="274904" y="93433"/>
                </a:lnTo>
                <a:lnTo>
                  <a:pt x="279704" y="79971"/>
                </a:lnTo>
                <a:lnTo>
                  <a:pt x="283667" y="62484"/>
                </a:lnTo>
                <a:close/>
              </a:path>
              <a:path w="1726564" h="285750">
                <a:moveTo>
                  <a:pt x="465112" y="115925"/>
                </a:moveTo>
                <a:lnTo>
                  <a:pt x="456831" y="105613"/>
                </a:lnTo>
                <a:lnTo>
                  <a:pt x="447967" y="95148"/>
                </a:lnTo>
                <a:lnTo>
                  <a:pt x="438543" y="84378"/>
                </a:lnTo>
                <a:lnTo>
                  <a:pt x="428536" y="73152"/>
                </a:lnTo>
                <a:lnTo>
                  <a:pt x="398056" y="94589"/>
                </a:lnTo>
                <a:lnTo>
                  <a:pt x="407797" y="105968"/>
                </a:lnTo>
                <a:lnTo>
                  <a:pt x="416534" y="117068"/>
                </a:lnTo>
                <a:lnTo>
                  <a:pt x="424421" y="127596"/>
                </a:lnTo>
                <a:lnTo>
                  <a:pt x="431584" y="137261"/>
                </a:lnTo>
                <a:lnTo>
                  <a:pt x="465112" y="115925"/>
                </a:lnTo>
                <a:close/>
              </a:path>
              <a:path w="1726564" h="285750">
                <a:moveTo>
                  <a:pt x="553605" y="138785"/>
                </a:moveTo>
                <a:lnTo>
                  <a:pt x="317195" y="138785"/>
                </a:lnTo>
                <a:lnTo>
                  <a:pt x="317195" y="175450"/>
                </a:lnTo>
                <a:lnTo>
                  <a:pt x="494169" y="175450"/>
                </a:lnTo>
                <a:lnTo>
                  <a:pt x="481799" y="185153"/>
                </a:lnTo>
                <a:lnTo>
                  <a:pt x="467601" y="195834"/>
                </a:lnTo>
                <a:lnTo>
                  <a:pt x="451421" y="207391"/>
                </a:lnTo>
                <a:lnTo>
                  <a:pt x="433108" y="219646"/>
                </a:lnTo>
                <a:lnTo>
                  <a:pt x="411988" y="210553"/>
                </a:lnTo>
                <a:lnTo>
                  <a:pt x="356908" y="186118"/>
                </a:lnTo>
                <a:lnTo>
                  <a:pt x="337007" y="215074"/>
                </a:lnTo>
                <a:lnTo>
                  <a:pt x="363016" y="227317"/>
                </a:lnTo>
                <a:lnTo>
                  <a:pt x="394995" y="243281"/>
                </a:lnTo>
                <a:lnTo>
                  <a:pt x="475780" y="285280"/>
                </a:lnTo>
                <a:lnTo>
                  <a:pt x="501789" y="250126"/>
                </a:lnTo>
                <a:lnTo>
                  <a:pt x="494919" y="247827"/>
                </a:lnTo>
                <a:lnTo>
                  <a:pt x="488061" y="245364"/>
                </a:lnTo>
                <a:lnTo>
                  <a:pt x="481164" y="242633"/>
                </a:lnTo>
                <a:lnTo>
                  <a:pt x="474256" y="239458"/>
                </a:lnTo>
                <a:lnTo>
                  <a:pt x="493128" y="225171"/>
                </a:lnTo>
                <a:lnTo>
                  <a:pt x="500176" y="219646"/>
                </a:lnTo>
                <a:lnTo>
                  <a:pt x="512826" y="209740"/>
                </a:lnTo>
                <a:lnTo>
                  <a:pt x="533069" y="193167"/>
                </a:lnTo>
                <a:lnTo>
                  <a:pt x="553605" y="175450"/>
                </a:lnTo>
                <a:lnTo>
                  <a:pt x="553605" y="138785"/>
                </a:lnTo>
                <a:close/>
              </a:path>
              <a:path w="1726564" h="285750">
                <a:moveTo>
                  <a:pt x="576465" y="93065"/>
                </a:moveTo>
                <a:lnTo>
                  <a:pt x="541616" y="77584"/>
                </a:lnTo>
                <a:lnTo>
                  <a:pt x="510349" y="58686"/>
                </a:lnTo>
                <a:lnTo>
                  <a:pt x="486765" y="39624"/>
                </a:lnTo>
                <a:lnTo>
                  <a:pt x="482765" y="36398"/>
                </a:lnTo>
                <a:lnTo>
                  <a:pt x="459016" y="10668"/>
                </a:lnTo>
                <a:lnTo>
                  <a:pt x="466636" y="1524"/>
                </a:lnTo>
                <a:lnTo>
                  <a:pt x="416344" y="1524"/>
                </a:lnTo>
                <a:lnTo>
                  <a:pt x="391464" y="31292"/>
                </a:lnTo>
                <a:lnTo>
                  <a:pt x="362572" y="56781"/>
                </a:lnTo>
                <a:lnTo>
                  <a:pt x="329679" y="78295"/>
                </a:lnTo>
                <a:lnTo>
                  <a:pt x="292811" y="96113"/>
                </a:lnTo>
                <a:lnTo>
                  <a:pt x="298754" y="103517"/>
                </a:lnTo>
                <a:lnTo>
                  <a:pt x="305003" y="111925"/>
                </a:lnTo>
                <a:lnTo>
                  <a:pt x="311238" y="121183"/>
                </a:lnTo>
                <a:lnTo>
                  <a:pt x="317195" y="131165"/>
                </a:lnTo>
                <a:lnTo>
                  <a:pt x="352933" y="110858"/>
                </a:lnTo>
                <a:lnTo>
                  <a:pt x="384517" y="88823"/>
                </a:lnTo>
                <a:lnTo>
                  <a:pt x="411797" y="65074"/>
                </a:lnTo>
                <a:lnTo>
                  <a:pt x="434632" y="39624"/>
                </a:lnTo>
                <a:lnTo>
                  <a:pt x="458965" y="66535"/>
                </a:lnTo>
                <a:lnTo>
                  <a:pt x="486308" y="90157"/>
                </a:lnTo>
                <a:lnTo>
                  <a:pt x="516788" y="110642"/>
                </a:lnTo>
                <a:lnTo>
                  <a:pt x="550557" y="128117"/>
                </a:lnTo>
                <a:lnTo>
                  <a:pt x="558025" y="118135"/>
                </a:lnTo>
                <a:lnTo>
                  <a:pt x="570699" y="100469"/>
                </a:lnTo>
                <a:lnTo>
                  <a:pt x="576465" y="93065"/>
                </a:lnTo>
                <a:close/>
              </a:path>
              <a:path w="1726564" h="285750">
                <a:moveTo>
                  <a:pt x="651230" y="150977"/>
                </a:moveTo>
                <a:lnTo>
                  <a:pt x="605421" y="117449"/>
                </a:lnTo>
                <a:lnTo>
                  <a:pt x="584085" y="144881"/>
                </a:lnTo>
                <a:lnTo>
                  <a:pt x="604088" y="162039"/>
                </a:lnTo>
                <a:lnTo>
                  <a:pt x="614768" y="171500"/>
                </a:lnTo>
                <a:lnTo>
                  <a:pt x="625322" y="181546"/>
                </a:lnTo>
                <a:lnTo>
                  <a:pt x="651230" y="150977"/>
                </a:lnTo>
                <a:close/>
              </a:path>
              <a:path w="1726564" h="285750">
                <a:moveTo>
                  <a:pt x="667994" y="192214"/>
                </a:moveTo>
                <a:lnTo>
                  <a:pt x="632942" y="176974"/>
                </a:lnTo>
                <a:lnTo>
                  <a:pt x="632828" y="177317"/>
                </a:lnTo>
                <a:lnTo>
                  <a:pt x="625995" y="198107"/>
                </a:lnTo>
                <a:lnTo>
                  <a:pt x="618604" y="220218"/>
                </a:lnTo>
                <a:lnTo>
                  <a:pt x="610362" y="243205"/>
                </a:lnTo>
                <a:lnTo>
                  <a:pt x="600849" y="266890"/>
                </a:lnTo>
                <a:lnTo>
                  <a:pt x="610908" y="270637"/>
                </a:lnTo>
                <a:lnTo>
                  <a:pt x="620699" y="274789"/>
                </a:lnTo>
                <a:lnTo>
                  <a:pt x="640562" y="283756"/>
                </a:lnTo>
                <a:lnTo>
                  <a:pt x="649135" y="253123"/>
                </a:lnTo>
                <a:lnTo>
                  <a:pt x="656564" y="227660"/>
                </a:lnTo>
                <a:lnTo>
                  <a:pt x="662851" y="207365"/>
                </a:lnTo>
                <a:lnTo>
                  <a:pt x="667994" y="192214"/>
                </a:lnTo>
                <a:close/>
              </a:path>
              <a:path w="1726564" h="285750">
                <a:moveTo>
                  <a:pt x="675614" y="102209"/>
                </a:moveTo>
                <a:lnTo>
                  <a:pt x="667613" y="95897"/>
                </a:lnTo>
                <a:lnTo>
                  <a:pt x="657326" y="88290"/>
                </a:lnTo>
                <a:lnTo>
                  <a:pt x="629894" y="68580"/>
                </a:lnTo>
                <a:lnTo>
                  <a:pt x="606945" y="96113"/>
                </a:lnTo>
                <a:lnTo>
                  <a:pt x="619899" y="105232"/>
                </a:lnTo>
                <a:lnTo>
                  <a:pt x="631405" y="114211"/>
                </a:lnTo>
                <a:lnTo>
                  <a:pt x="641756" y="122897"/>
                </a:lnTo>
                <a:lnTo>
                  <a:pt x="651230" y="131165"/>
                </a:lnTo>
                <a:lnTo>
                  <a:pt x="675614" y="102209"/>
                </a:lnTo>
                <a:close/>
              </a:path>
              <a:path w="1726564" h="285750">
                <a:moveTo>
                  <a:pt x="867740" y="22860"/>
                </a:moveTo>
                <a:lnTo>
                  <a:pt x="797636" y="22860"/>
                </a:lnTo>
                <a:lnTo>
                  <a:pt x="797636" y="1524"/>
                </a:lnTo>
                <a:lnTo>
                  <a:pt x="758012" y="1524"/>
                </a:lnTo>
                <a:lnTo>
                  <a:pt x="758012" y="22860"/>
                </a:lnTo>
                <a:lnTo>
                  <a:pt x="695426" y="22860"/>
                </a:lnTo>
                <a:lnTo>
                  <a:pt x="695426" y="1524"/>
                </a:lnTo>
                <a:lnTo>
                  <a:pt x="655802" y="1524"/>
                </a:lnTo>
                <a:lnTo>
                  <a:pt x="655802" y="22860"/>
                </a:lnTo>
                <a:lnTo>
                  <a:pt x="585609" y="22860"/>
                </a:lnTo>
                <a:lnTo>
                  <a:pt x="585609" y="57912"/>
                </a:lnTo>
                <a:lnTo>
                  <a:pt x="655802" y="57912"/>
                </a:lnTo>
                <a:lnTo>
                  <a:pt x="655802" y="76200"/>
                </a:lnTo>
                <a:lnTo>
                  <a:pt x="695426" y="76200"/>
                </a:lnTo>
                <a:lnTo>
                  <a:pt x="695426" y="57912"/>
                </a:lnTo>
                <a:lnTo>
                  <a:pt x="758012" y="57912"/>
                </a:lnTo>
                <a:lnTo>
                  <a:pt x="758012" y="76200"/>
                </a:lnTo>
                <a:lnTo>
                  <a:pt x="797636" y="76200"/>
                </a:lnTo>
                <a:lnTo>
                  <a:pt x="797636" y="57912"/>
                </a:lnTo>
                <a:lnTo>
                  <a:pt x="867740" y="57912"/>
                </a:lnTo>
                <a:lnTo>
                  <a:pt x="867740" y="22860"/>
                </a:lnTo>
                <a:close/>
              </a:path>
              <a:path w="1726564" h="285750">
                <a:moveTo>
                  <a:pt x="867752" y="207365"/>
                </a:moveTo>
                <a:lnTo>
                  <a:pt x="867460" y="207365"/>
                </a:lnTo>
                <a:lnTo>
                  <a:pt x="860044" y="204863"/>
                </a:lnTo>
                <a:lnTo>
                  <a:pt x="850785" y="201549"/>
                </a:lnTo>
                <a:lnTo>
                  <a:pt x="840092" y="197383"/>
                </a:lnTo>
                <a:lnTo>
                  <a:pt x="828116" y="192214"/>
                </a:lnTo>
                <a:lnTo>
                  <a:pt x="826922" y="204025"/>
                </a:lnTo>
                <a:lnTo>
                  <a:pt x="806780" y="237934"/>
                </a:lnTo>
                <a:lnTo>
                  <a:pt x="744194" y="237934"/>
                </a:lnTo>
                <a:lnTo>
                  <a:pt x="722858" y="125069"/>
                </a:lnTo>
                <a:lnTo>
                  <a:pt x="796112" y="125069"/>
                </a:lnTo>
                <a:lnTo>
                  <a:pt x="795997" y="131165"/>
                </a:lnTo>
                <a:lnTo>
                  <a:pt x="795820" y="141592"/>
                </a:lnTo>
                <a:lnTo>
                  <a:pt x="783920" y="172313"/>
                </a:lnTo>
                <a:lnTo>
                  <a:pt x="774776" y="172313"/>
                </a:lnTo>
                <a:lnTo>
                  <a:pt x="768464" y="172072"/>
                </a:lnTo>
                <a:lnTo>
                  <a:pt x="759904" y="171500"/>
                </a:lnTo>
                <a:lnTo>
                  <a:pt x="751801" y="171030"/>
                </a:lnTo>
                <a:lnTo>
                  <a:pt x="741146" y="170789"/>
                </a:lnTo>
                <a:lnTo>
                  <a:pt x="741210" y="171030"/>
                </a:lnTo>
                <a:lnTo>
                  <a:pt x="741337" y="171500"/>
                </a:lnTo>
                <a:lnTo>
                  <a:pt x="743432" y="179374"/>
                </a:lnTo>
                <a:lnTo>
                  <a:pt x="745718" y="188785"/>
                </a:lnTo>
                <a:lnTo>
                  <a:pt x="748004" y="198742"/>
                </a:lnTo>
                <a:lnTo>
                  <a:pt x="750290" y="208978"/>
                </a:lnTo>
                <a:lnTo>
                  <a:pt x="795693" y="207365"/>
                </a:lnTo>
                <a:lnTo>
                  <a:pt x="794092" y="207365"/>
                </a:lnTo>
                <a:lnTo>
                  <a:pt x="802538" y="206603"/>
                </a:lnTo>
                <a:lnTo>
                  <a:pt x="810590" y="204025"/>
                </a:lnTo>
                <a:lnTo>
                  <a:pt x="830656" y="176974"/>
                </a:lnTo>
                <a:lnTo>
                  <a:pt x="831608" y="172313"/>
                </a:lnTo>
                <a:lnTo>
                  <a:pt x="831646" y="172072"/>
                </a:lnTo>
                <a:lnTo>
                  <a:pt x="831773" y="171500"/>
                </a:lnTo>
                <a:lnTo>
                  <a:pt x="831862" y="171030"/>
                </a:lnTo>
                <a:lnTo>
                  <a:pt x="834898" y="125069"/>
                </a:lnTo>
                <a:lnTo>
                  <a:pt x="834948" y="122897"/>
                </a:lnTo>
                <a:lnTo>
                  <a:pt x="835736" y="90017"/>
                </a:lnTo>
                <a:lnTo>
                  <a:pt x="681710" y="90017"/>
                </a:lnTo>
                <a:lnTo>
                  <a:pt x="681710" y="224218"/>
                </a:lnTo>
                <a:lnTo>
                  <a:pt x="684872" y="246481"/>
                </a:lnTo>
                <a:lnTo>
                  <a:pt x="694474" y="262750"/>
                </a:lnTo>
                <a:lnTo>
                  <a:pt x="710641" y="272745"/>
                </a:lnTo>
                <a:lnTo>
                  <a:pt x="733526" y="276136"/>
                </a:lnTo>
                <a:lnTo>
                  <a:pt x="794588" y="276136"/>
                </a:lnTo>
                <a:lnTo>
                  <a:pt x="834212" y="270040"/>
                </a:lnTo>
                <a:lnTo>
                  <a:pt x="860374" y="237934"/>
                </a:lnTo>
                <a:lnTo>
                  <a:pt x="861644" y="233553"/>
                </a:lnTo>
                <a:lnTo>
                  <a:pt x="864603" y="221170"/>
                </a:lnTo>
                <a:lnTo>
                  <a:pt x="867752" y="207365"/>
                </a:lnTo>
                <a:close/>
              </a:path>
              <a:path w="1726564" h="285750">
                <a:moveTo>
                  <a:pt x="1030897" y="204406"/>
                </a:moveTo>
                <a:lnTo>
                  <a:pt x="974509" y="212026"/>
                </a:lnTo>
                <a:lnTo>
                  <a:pt x="974509" y="157073"/>
                </a:lnTo>
                <a:lnTo>
                  <a:pt x="1017181" y="157073"/>
                </a:lnTo>
                <a:lnTo>
                  <a:pt x="1017181" y="120497"/>
                </a:lnTo>
                <a:lnTo>
                  <a:pt x="889076" y="120497"/>
                </a:lnTo>
                <a:lnTo>
                  <a:pt x="889076" y="157073"/>
                </a:lnTo>
                <a:lnTo>
                  <a:pt x="934885" y="157073"/>
                </a:lnTo>
                <a:lnTo>
                  <a:pt x="934885" y="218122"/>
                </a:lnTo>
                <a:lnTo>
                  <a:pt x="876884" y="224218"/>
                </a:lnTo>
                <a:lnTo>
                  <a:pt x="881456" y="266890"/>
                </a:lnTo>
                <a:lnTo>
                  <a:pt x="1030897" y="245554"/>
                </a:lnTo>
                <a:lnTo>
                  <a:pt x="1030897" y="212026"/>
                </a:lnTo>
                <a:lnTo>
                  <a:pt x="1030897" y="204406"/>
                </a:lnTo>
                <a:close/>
              </a:path>
              <a:path w="1726564" h="285750">
                <a:moveTo>
                  <a:pt x="1159014" y="201358"/>
                </a:moveTo>
                <a:lnTo>
                  <a:pt x="1149870" y="197624"/>
                </a:lnTo>
                <a:lnTo>
                  <a:pt x="1140726" y="193167"/>
                </a:lnTo>
                <a:lnTo>
                  <a:pt x="1131582" y="187858"/>
                </a:lnTo>
                <a:lnTo>
                  <a:pt x="1122438" y="181546"/>
                </a:lnTo>
                <a:lnTo>
                  <a:pt x="1120432" y="193167"/>
                </a:lnTo>
                <a:lnTo>
                  <a:pt x="1118819" y="203454"/>
                </a:lnTo>
                <a:lnTo>
                  <a:pt x="1117498" y="212204"/>
                </a:lnTo>
                <a:lnTo>
                  <a:pt x="1116342" y="219646"/>
                </a:lnTo>
                <a:lnTo>
                  <a:pt x="1114818" y="228790"/>
                </a:lnTo>
                <a:lnTo>
                  <a:pt x="1113294" y="234886"/>
                </a:lnTo>
                <a:lnTo>
                  <a:pt x="1108722" y="239458"/>
                </a:lnTo>
                <a:lnTo>
                  <a:pt x="1107198" y="239458"/>
                </a:lnTo>
                <a:lnTo>
                  <a:pt x="1081303" y="191871"/>
                </a:lnTo>
                <a:lnTo>
                  <a:pt x="1072781" y="131127"/>
                </a:lnTo>
                <a:lnTo>
                  <a:pt x="1069098" y="88493"/>
                </a:lnTo>
                <a:lnTo>
                  <a:pt x="1152918" y="88493"/>
                </a:lnTo>
                <a:lnTo>
                  <a:pt x="1152918" y="50292"/>
                </a:lnTo>
                <a:lnTo>
                  <a:pt x="1123962" y="50292"/>
                </a:lnTo>
                <a:lnTo>
                  <a:pt x="1139202" y="39624"/>
                </a:lnTo>
                <a:lnTo>
                  <a:pt x="1107198" y="3048"/>
                </a:lnTo>
                <a:lnTo>
                  <a:pt x="1081290" y="22860"/>
                </a:lnTo>
                <a:lnTo>
                  <a:pt x="1087234" y="29083"/>
                </a:lnTo>
                <a:lnTo>
                  <a:pt x="1093482" y="36004"/>
                </a:lnTo>
                <a:lnTo>
                  <a:pt x="1099718" y="43230"/>
                </a:lnTo>
                <a:lnTo>
                  <a:pt x="1105674" y="50292"/>
                </a:lnTo>
                <a:lnTo>
                  <a:pt x="1066050" y="50292"/>
                </a:lnTo>
                <a:lnTo>
                  <a:pt x="1065809" y="38608"/>
                </a:lnTo>
                <a:lnTo>
                  <a:pt x="1065695" y="36004"/>
                </a:lnTo>
                <a:lnTo>
                  <a:pt x="1064755" y="14084"/>
                </a:lnTo>
                <a:lnTo>
                  <a:pt x="1064526" y="1524"/>
                </a:lnTo>
                <a:lnTo>
                  <a:pt x="1021753" y="1524"/>
                </a:lnTo>
                <a:lnTo>
                  <a:pt x="1021854" y="3048"/>
                </a:lnTo>
                <a:lnTo>
                  <a:pt x="1024801" y="50292"/>
                </a:lnTo>
                <a:lnTo>
                  <a:pt x="876884" y="50292"/>
                </a:lnTo>
                <a:lnTo>
                  <a:pt x="876884" y="88493"/>
                </a:lnTo>
                <a:lnTo>
                  <a:pt x="1027849" y="88493"/>
                </a:lnTo>
                <a:lnTo>
                  <a:pt x="1031849" y="137134"/>
                </a:lnTo>
                <a:lnTo>
                  <a:pt x="1037005" y="178079"/>
                </a:lnTo>
                <a:lnTo>
                  <a:pt x="1043317" y="211594"/>
                </a:lnTo>
                <a:lnTo>
                  <a:pt x="1043444" y="212026"/>
                </a:lnTo>
                <a:lnTo>
                  <a:pt x="1043495" y="212204"/>
                </a:lnTo>
                <a:lnTo>
                  <a:pt x="1060259" y="257759"/>
                </a:lnTo>
                <a:lnTo>
                  <a:pt x="1107198" y="282232"/>
                </a:lnTo>
                <a:lnTo>
                  <a:pt x="1117790" y="281368"/>
                </a:lnTo>
                <a:lnTo>
                  <a:pt x="1151013" y="245186"/>
                </a:lnTo>
                <a:lnTo>
                  <a:pt x="1152283" y="239458"/>
                </a:lnTo>
                <a:lnTo>
                  <a:pt x="1155293" y="225983"/>
                </a:lnTo>
                <a:lnTo>
                  <a:pt x="1159014" y="201358"/>
                </a:lnTo>
                <a:close/>
              </a:path>
              <a:path w="1726564" h="285750">
                <a:moveTo>
                  <a:pt x="1311503" y="205930"/>
                </a:moveTo>
                <a:lnTo>
                  <a:pt x="1300924" y="177330"/>
                </a:lnTo>
                <a:lnTo>
                  <a:pt x="1289786" y="148894"/>
                </a:lnTo>
                <a:lnTo>
                  <a:pt x="1278064" y="120764"/>
                </a:lnTo>
                <a:lnTo>
                  <a:pt x="1265783" y="93065"/>
                </a:lnTo>
                <a:lnTo>
                  <a:pt x="1230731" y="106781"/>
                </a:lnTo>
                <a:lnTo>
                  <a:pt x="1242758" y="136207"/>
                </a:lnTo>
                <a:lnTo>
                  <a:pt x="1253845" y="165112"/>
                </a:lnTo>
                <a:lnTo>
                  <a:pt x="1263954" y="192798"/>
                </a:lnTo>
                <a:lnTo>
                  <a:pt x="1273403" y="219646"/>
                </a:lnTo>
                <a:lnTo>
                  <a:pt x="1311503" y="205930"/>
                </a:lnTo>
                <a:close/>
              </a:path>
              <a:path w="1726564" h="285750">
                <a:moveTo>
                  <a:pt x="1369504" y="183070"/>
                </a:moveTo>
                <a:lnTo>
                  <a:pt x="1360652" y="153593"/>
                </a:lnTo>
                <a:lnTo>
                  <a:pt x="1352359" y="126987"/>
                </a:lnTo>
                <a:lnTo>
                  <a:pt x="1344650" y="103263"/>
                </a:lnTo>
                <a:lnTo>
                  <a:pt x="1337500" y="82397"/>
                </a:lnTo>
                <a:lnTo>
                  <a:pt x="1300835" y="93065"/>
                </a:lnTo>
                <a:lnTo>
                  <a:pt x="1307744" y="114782"/>
                </a:lnTo>
                <a:lnTo>
                  <a:pt x="1314945" y="138798"/>
                </a:lnTo>
                <a:lnTo>
                  <a:pt x="1322730" y="165112"/>
                </a:lnTo>
                <a:lnTo>
                  <a:pt x="1331404" y="193738"/>
                </a:lnTo>
                <a:lnTo>
                  <a:pt x="1369504" y="183070"/>
                </a:lnTo>
                <a:close/>
              </a:path>
              <a:path w="1726564" h="285750">
                <a:moveTo>
                  <a:pt x="1447228" y="35052"/>
                </a:moveTo>
                <a:lnTo>
                  <a:pt x="1351216" y="35052"/>
                </a:lnTo>
                <a:lnTo>
                  <a:pt x="1346911" y="25082"/>
                </a:lnTo>
                <a:lnTo>
                  <a:pt x="1343025" y="15811"/>
                </a:lnTo>
                <a:lnTo>
                  <a:pt x="1339430" y="7416"/>
                </a:lnTo>
                <a:lnTo>
                  <a:pt x="1335976" y="0"/>
                </a:lnTo>
                <a:lnTo>
                  <a:pt x="1290167" y="10668"/>
                </a:lnTo>
                <a:lnTo>
                  <a:pt x="1293329" y="16624"/>
                </a:lnTo>
                <a:lnTo>
                  <a:pt x="1296073" y="22860"/>
                </a:lnTo>
                <a:lnTo>
                  <a:pt x="1298524" y="29108"/>
                </a:lnTo>
                <a:lnTo>
                  <a:pt x="1300835" y="35052"/>
                </a:lnTo>
                <a:lnTo>
                  <a:pt x="1191107" y="35052"/>
                </a:lnTo>
                <a:lnTo>
                  <a:pt x="1191018" y="129641"/>
                </a:lnTo>
                <a:lnTo>
                  <a:pt x="1190891" y="136207"/>
                </a:lnTo>
                <a:lnTo>
                  <a:pt x="1190840" y="138798"/>
                </a:lnTo>
                <a:lnTo>
                  <a:pt x="1190307" y="166814"/>
                </a:lnTo>
                <a:lnTo>
                  <a:pt x="1185913" y="202692"/>
                </a:lnTo>
                <a:lnTo>
                  <a:pt x="1178382" y="232537"/>
                </a:lnTo>
                <a:lnTo>
                  <a:pt x="1168146" y="256222"/>
                </a:lnTo>
                <a:lnTo>
                  <a:pt x="1177023" y="263105"/>
                </a:lnTo>
                <a:lnTo>
                  <a:pt x="1185341" y="269989"/>
                </a:lnTo>
                <a:lnTo>
                  <a:pt x="1193088" y="276885"/>
                </a:lnTo>
                <a:lnTo>
                  <a:pt x="1200251" y="283756"/>
                </a:lnTo>
                <a:lnTo>
                  <a:pt x="1213129" y="256857"/>
                </a:lnTo>
                <a:lnTo>
                  <a:pt x="1222159" y="222123"/>
                </a:lnTo>
                <a:lnTo>
                  <a:pt x="1227467" y="179679"/>
                </a:lnTo>
                <a:lnTo>
                  <a:pt x="1227556" y="177330"/>
                </a:lnTo>
                <a:lnTo>
                  <a:pt x="1229207" y="129641"/>
                </a:lnTo>
                <a:lnTo>
                  <a:pt x="1229207" y="70104"/>
                </a:lnTo>
                <a:lnTo>
                  <a:pt x="1447228" y="70104"/>
                </a:lnTo>
                <a:lnTo>
                  <a:pt x="1447228" y="35052"/>
                </a:lnTo>
                <a:close/>
              </a:path>
              <a:path w="1726564" h="285750">
                <a:moveTo>
                  <a:pt x="1448752" y="228790"/>
                </a:moveTo>
                <a:lnTo>
                  <a:pt x="1399984" y="228790"/>
                </a:lnTo>
                <a:lnTo>
                  <a:pt x="1411986" y="192201"/>
                </a:lnTo>
                <a:lnTo>
                  <a:pt x="1422844" y="157886"/>
                </a:lnTo>
                <a:lnTo>
                  <a:pt x="1432560" y="125844"/>
                </a:lnTo>
                <a:lnTo>
                  <a:pt x="1441132" y="96113"/>
                </a:lnTo>
                <a:lnTo>
                  <a:pt x="1401508" y="85445"/>
                </a:lnTo>
                <a:lnTo>
                  <a:pt x="1389507" y="127774"/>
                </a:lnTo>
                <a:lnTo>
                  <a:pt x="1378826" y="165112"/>
                </a:lnTo>
                <a:lnTo>
                  <a:pt x="1368933" y="199326"/>
                </a:lnTo>
                <a:lnTo>
                  <a:pt x="1360360" y="228790"/>
                </a:lnTo>
                <a:lnTo>
                  <a:pt x="1224635" y="228790"/>
                </a:lnTo>
                <a:lnTo>
                  <a:pt x="1224635" y="268516"/>
                </a:lnTo>
                <a:lnTo>
                  <a:pt x="1448752" y="268516"/>
                </a:lnTo>
                <a:lnTo>
                  <a:pt x="1448752" y="228790"/>
                </a:lnTo>
                <a:close/>
              </a:path>
              <a:path w="1726564" h="285750">
                <a:moveTo>
                  <a:pt x="1726311" y="13716"/>
                </a:moveTo>
                <a:lnTo>
                  <a:pt x="1685074" y="13716"/>
                </a:lnTo>
                <a:lnTo>
                  <a:pt x="1685074" y="51816"/>
                </a:lnTo>
                <a:lnTo>
                  <a:pt x="1685074" y="86969"/>
                </a:lnTo>
                <a:lnTo>
                  <a:pt x="1685074" y="123545"/>
                </a:lnTo>
                <a:lnTo>
                  <a:pt x="1685074" y="158597"/>
                </a:lnTo>
                <a:lnTo>
                  <a:pt x="1627162" y="158597"/>
                </a:lnTo>
                <a:lnTo>
                  <a:pt x="1627162" y="123545"/>
                </a:lnTo>
                <a:lnTo>
                  <a:pt x="1685074" y="123545"/>
                </a:lnTo>
                <a:lnTo>
                  <a:pt x="1685074" y="86969"/>
                </a:lnTo>
                <a:lnTo>
                  <a:pt x="1627162" y="86969"/>
                </a:lnTo>
                <a:lnTo>
                  <a:pt x="1627162" y="51816"/>
                </a:lnTo>
                <a:lnTo>
                  <a:pt x="1685074" y="51816"/>
                </a:lnTo>
                <a:lnTo>
                  <a:pt x="1685074" y="13716"/>
                </a:lnTo>
                <a:lnTo>
                  <a:pt x="1586014" y="13716"/>
                </a:lnTo>
                <a:lnTo>
                  <a:pt x="1586014" y="51816"/>
                </a:lnTo>
                <a:lnTo>
                  <a:pt x="1586014" y="86969"/>
                </a:lnTo>
                <a:lnTo>
                  <a:pt x="1586014" y="123545"/>
                </a:lnTo>
                <a:lnTo>
                  <a:pt x="1586014" y="158597"/>
                </a:lnTo>
                <a:lnTo>
                  <a:pt x="1526476" y="158597"/>
                </a:lnTo>
                <a:lnTo>
                  <a:pt x="1526476" y="123545"/>
                </a:lnTo>
                <a:lnTo>
                  <a:pt x="1586014" y="123545"/>
                </a:lnTo>
                <a:lnTo>
                  <a:pt x="1586014" y="86969"/>
                </a:lnTo>
                <a:lnTo>
                  <a:pt x="1526476" y="86969"/>
                </a:lnTo>
                <a:lnTo>
                  <a:pt x="1526476" y="51816"/>
                </a:lnTo>
                <a:lnTo>
                  <a:pt x="1586014" y="51816"/>
                </a:lnTo>
                <a:lnTo>
                  <a:pt x="1586014" y="13716"/>
                </a:lnTo>
                <a:lnTo>
                  <a:pt x="1485328" y="13716"/>
                </a:lnTo>
                <a:lnTo>
                  <a:pt x="1485328" y="147929"/>
                </a:lnTo>
                <a:lnTo>
                  <a:pt x="1484782" y="184873"/>
                </a:lnTo>
                <a:lnTo>
                  <a:pt x="1480947" y="215646"/>
                </a:lnTo>
                <a:lnTo>
                  <a:pt x="1473974" y="240398"/>
                </a:lnTo>
                <a:lnTo>
                  <a:pt x="1463992" y="259270"/>
                </a:lnTo>
                <a:lnTo>
                  <a:pt x="1473136" y="265036"/>
                </a:lnTo>
                <a:lnTo>
                  <a:pt x="1482280" y="270941"/>
                </a:lnTo>
                <a:lnTo>
                  <a:pt x="1491424" y="277139"/>
                </a:lnTo>
                <a:lnTo>
                  <a:pt x="1500568" y="283756"/>
                </a:lnTo>
                <a:lnTo>
                  <a:pt x="1509737" y="268820"/>
                </a:lnTo>
                <a:lnTo>
                  <a:pt x="1516761" y="249186"/>
                </a:lnTo>
                <a:lnTo>
                  <a:pt x="1521790" y="224726"/>
                </a:lnTo>
                <a:lnTo>
                  <a:pt x="1524952" y="195262"/>
                </a:lnTo>
                <a:lnTo>
                  <a:pt x="1586014" y="195262"/>
                </a:lnTo>
                <a:lnTo>
                  <a:pt x="1586014" y="276136"/>
                </a:lnTo>
                <a:lnTo>
                  <a:pt x="1627162" y="276136"/>
                </a:lnTo>
                <a:lnTo>
                  <a:pt x="1627162" y="195262"/>
                </a:lnTo>
                <a:lnTo>
                  <a:pt x="1685074" y="195262"/>
                </a:lnTo>
                <a:lnTo>
                  <a:pt x="1685074" y="233362"/>
                </a:lnTo>
                <a:lnTo>
                  <a:pt x="1680502" y="239458"/>
                </a:lnTo>
                <a:lnTo>
                  <a:pt x="1668310" y="239458"/>
                </a:lnTo>
                <a:lnTo>
                  <a:pt x="1665452" y="239204"/>
                </a:lnTo>
                <a:lnTo>
                  <a:pt x="1649450" y="237540"/>
                </a:lnTo>
                <a:lnTo>
                  <a:pt x="1636306" y="236410"/>
                </a:lnTo>
                <a:lnTo>
                  <a:pt x="1639468" y="246722"/>
                </a:lnTo>
                <a:lnTo>
                  <a:pt x="1642211" y="257187"/>
                </a:lnTo>
                <a:lnTo>
                  <a:pt x="1644662" y="267957"/>
                </a:lnTo>
                <a:lnTo>
                  <a:pt x="1646974" y="279184"/>
                </a:lnTo>
                <a:lnTo>
                  <a:pt x="1660118" y="278942"/>
                </a:lnTo>
                <a:lnTo>
                  <a:pt x="1682978" y="277901"/>
                </a:lnTo>
                <a:lnTo>
                  <a:pt x="1692694" y="277660"/>
                </a:lnTo>
                <a:lnTo>
                  <a:pt x="1700377" y="275971"/>
                </a:lnTo>
                <a:lnTo>
                  <a:pt x="1725739" y="246507"/>
                </a:lnTo>
                <a:lnTo>
                  <a:pt x="1726311" y="195262"/>
                </a:lnTo>
                <a:lnTo>
                  <a:pt x="1726311" y="158597"/>
                </a:lnTo>
                <a:lnTo>
                  <a:pt x="1726311" y="123545"/>
                </a:lnTo>
                <a:lnTo>
                  <a:pt x="1726311" y="86969"/>
                </a:lnTo>
                <a:lnTo>
                  <a:pt x="1726311" y="51816"/>
                </a:lnTo>
                <a:lnTo>
                  <a:pt x="1726311" y="13716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334672" y="1072229"/>
            <a:ext cx="53340" cy="163195"/>
          </a:xfrm>
          <a:custGeom>
            <a:avLst/>
            <a:gdLst/>
            <a:ahLst/>
            <a:cxnLst/>
            <a:rect l="l" t="t" r="r" b="b"/>
            <a:pathLst>
              <a:path w="53339" h="163194">
                <a:moveTo>
                  <a:pt x="33528" y="47244"/>
                </a:moveTo>
                <a:lnTo>
                  <a:pt x="19812" y="47244"/>
                </a:lnTo>
                <a:lnTo>
                  <a:pt x="13716" y="45720"/>
                </a:lnTo>
                <a:lnTo>
                  <a:pt x="7620" y="41148"/>
                </a:lnTo>
                <a:lnTo>
                  <a:pt x="3048" y="35052"/>
                </a:lnTo>
                <a:lnTo>
                  <a:pt x="0" y="30480"/>
                </a:lnTo>
                <a:lnTo>
                  <a:pt x="0" y="16764"/>
                </a:lnTo>
                <a:lnTo>
                  <a:pt x="3048" y="12192"/>
                </a:lnTo>
                <a:lnTo>
                  <a:pt x="7620" y="6096"/>
                </a:lnTo>
                <a:lnTo>
                  <a:pt x="13716" y="1524"/>
                </a:lnTo>
                <a:lnTo>
                  <a:pt x="19812" y="0"/>
                </a:lnTo>
                <a:lnTo>
                  <a:pt x="33528" y="0"/>
                </a:lnTo>
                <a:lnTo>
                  <a:pt x="39624" y="1524"/>
                </a:lnTo>
                <a:lnTo>
                  <a:pt x="45720" y="6096"/>
                </a:lnTo>
                <a:lnTo>
                  <a:pt x="50292" y="10668"/>
                </a:lnTo>
                <a:lnTo>
                  <a:pt x="53340" y="16764"/>
                </a:lnTo>
                <a:lnTo>
                  <a:pt x="53340" y="30480"/>
                </a:lnTo>
                <a:lnTo>
                  <a:pt x="50292" y="36576"/>
                </a:lnTo>
                <a:lnTo>
                  <a:pt x="45720" y="41148"/>
                </a:lnTo>
                <a:lnTo>
                  <a:pt x="39624" y="45720"/>
                </a:lnTo>
                <a:lnTo>
                  <a:pt x="33528" y="47244"/>
                </a:lnTo>
                <a:close/>
              </a:path>
              <a:path w="53339" h="163194">
                <a:moveTo>
                  <a:pt x="33528" y="163163"/>
                </a:moveTo>
                <a:lnTo>
                  <a:pt x="19812" y="163163"/>
                </a:lnTo>
                <a:lnTo>
                  <a:pt x="13716" y="161639"/>
                </a:lnTo>
                <a:lnTo>
                  <a:pt x="7620" y="157067"/>
                </a:lnTo>
                <a:lnTo>
                  <a:pt x="3048" y="152495"/>
                </a:lnTo>
                <a:lnTo>
                  <a:pt x="0" y="146399"/>
                </a:lnTo>
                <a:lnTo>
                  <a:pt x="0" y="132683"/>
                </a:lnTo>
                <a:lnTo>
                  <a:pt x="3048" y="128111"/>
                </a:lnTo>
                <a:lnTo>
                  <a:pt x="7620" y="123539"/>
                </a:lnTo>
                <a:lnTo>
                  <a:pt x="13716" y="118967"/>
                </a:lnTo>
                <a:lnTo>
                  <a:pt x="19812" y="115919"/>
                </a:lnTo>
                <a:lnTo>
                  <a:pt x="33528" y="115919"/>
                </a:lnTo>
                <a:lnTo>
                  <a:pt x="39624" y="117443"/>
                </a:lnTo>
                <a:lnTo>
                  <a:pt x="50292" y="128111"/>
                </a:lnTo>
                <a:lnTo>
                  <a:pt x="53340" y="132683"/>
                </a:lnTo>
                <a:lnTo>
                  <a:pt x="53340" y="146399"/>
                </a:lnTo>
                <a:lnTo>
                  <a:pt x="50292" y="152495"/>
                </a:lnTo>
                <a:lnTo>
                  <a:pt x="45720" y="157067"/>
                </a:lnTo>
                <a:lnTo>
                  <a:pt x="39624" y="161639"/>
                </a:lnTo>
                <a:lnTo>
                  <a:pt x="33528" y="163163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86323" y="986790"/>
            <a:ext cx="2324195" cy="285273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388620" y="1481327"/>
            <a:ext cx="67310" cy="1347470"/>
          </a:xfrm>
          <a:custGeom>
            <a:avLst/>
            <a:gdLst/>
            <a:ahLst/>
            <a:cxnLst/>
            <a:rect l="l" t="t" r="r" b="b"/>
            <a:pathLst>
              <a:path w="67309" h="1347470">
                <a:moveTo>
                  <a:pt x="67056" y="1523"/>
                </a:moveTo>
                <a:lnTo>
                  <a:pt x="64008" y="0"/>
                </a:lnTo>
                <a:lnTo>
                  <a:pt x="67056" y="0"/>
                </a:lnTo>
                <a:lnTo>
                  <a:pt x="67056" y="1523"/>
                </a:lnTo>
                <a:close/>
              </a:path>
              <a:path w="67309" h="1347470">
                <a:moveTo>
                  <a:pt x="36576" y="1304544"/>
                </a:moveTo>
                <a:lnTo>
                  <a:pt x="4572" y="1304544"/>
                </a:lnTo>
                <a:lnTo>
                  <a:pt x="4572" y="1299972"/>
                </a:lnTo>
                <a:lnTo>
                  <a:pt x="3048" y="1299972"/>
                </a:lnTo>
                <a:lnTo>
                  <a:pt x="3048" y="1295399"/>
                </a:lnTo>
                <a:lnTo>
                  <a:pt x="1524" y="1295399"/>
                </a:lnTo>
                <a:lnTo>
                  <a:pt x="1524" y="1289304"/>
                </a:lnTo>
                <a:lnTo>
                  <a:pt x="0" y="1289304"/>
                </a:lnTo>
                <a:lnTo>
                  <a:pt x="0" y="59435"/>
                </a:lnTo>
                <a:lnTo>
                  <a:pt x="1524" y="51816"/>
                </a:lnTo>
                <a:lnTo>
                  <a:pt x="4572" y="42671"/>
                </a:lnTo>
                <a:lnTo>
                  <a:pt x="10667" y="30479"/>
                </a:lnTo>
                <a:lnTo>
                  <a:pt x="16764" y="24383"/>
                </a:lnTo>
                <a:lnTo>
                  <a:pt x="18288" y="21335"/>
                </a:lnTo>
                <a:lnTo>
                  <a:pt x="19812" y="19812"/>
                </a:lnTo>
                <a:lnTo>
                  <a:pt x="22860" y="18287"/>
                </a:lnTo>
                <a:lnTo>
                  <a:pt x="28956" y="12191"/>
                </a:lnTo>
                <a:lnTo>
                  <a:pt x="32004" y="10667"/>
                </a:lnTo>
                <a:lnTo>
                  <a:pt x="33528" y="9143"/>
                </a:lnTo>
                <a:lnTo>
                  <a:pt x="39624" y="6096"/>
                </a:lnTo>
                <a:lnTo>
                  <a:pt x="41148" y="4571"/>
                </a:lnTo>
                <a:lnTo>
                  <a:pt x="47243" y="3047"/>
                </a:lnTo>
                <a:lnTo>
                  <a:pt x="51816" y="1523"/>
                </a:lnTo>
                <a:lnTo>
                  <a:pt x="60960" y="1523"/>
                </a:lnTo>
                <a:lnTo>
                  <a:pt x="54864" y="4571"/>
                </a:lnTo>
                <a:lnTo>
                  <a:pt x="53340" y="7620"/>
                </a:lnTo>
                <a:lnTo>
                  <a:pt x="47243" y="13716"/>
                </a:lnTo>
                <a:lnTo>
                  <a:pt x="45719" y="16763"/>
                </a:lnTo>
                <a:lnTo>
                  <a:pt x="42672" y="19812"/>
                </a:lnTo>
                <a:lnTo>
                  <a:pt x="39624" y="28955"/>
                </a:lnTo>
                <a:lnTo>
                  <a:pt x="36576" y="44196"/>
                </a:lnTo>
                <a:lnTo>
                  <a:pt x="35052" y="50291"/>
                </a:lnTo>
                <a:lnTo>
                  <a:pt x="35052" y="1296923"/>
                </a:lnTo>
                <a:lnTo>
                  <a:pt x="36576" y="1296923"/>
                </a:lnTo>
                <a:lnTo>
                  <a:pt x="36576" y="1304544"/>
                </a:lnTo>
                <a:close/>
              </a:path>
              <a:path w="67309" h="1347470">
                <a:moveTo>
                  <a:pt x="39624" y="1318260"/>
                </a:moveTo>
                <a:lnTo>
                  <a:pt x="10667" y="1318260"/>
                </a:lnTo>
                <a:lnTo>
                  <a:pt x="10667" y="1313688"/>
                </a:lnTo>
                <a:lnTo>
                  <a:pt x="9143" y="1313688"/>
                </a:lnTo>
                <a:lnTo>
                  <a:pt x="9143" y="1310639"/>
                </a:lnTo>
                <a:lnTo>
                  <a:pt x="7619" y="1310639"/>
                </a:lnTo>
                <a:lnTo>
                  <a:pt x="7619" y="1307591"/>
                </a:lnTo>
                <a:lnTo>
                  <a:pt x="6096" y="1307591"/>
                </a:lnTo>
                <a:lnTo>
                  <a:pt x="6096" y="1304544"/>
                </a:lnTo>
                <a:lnTo>
                  <a:pt x="38100" y="1304544"/>
                </a:lnTo>
                <a:lnTo>
                  <a:pt x="38100" y="1312164"/>
                </a:lnTo>
                <a:lnTo>
                  <a:pt x="39624" y="1312164"/>
                </a:lnTo>
                <a:lnTo>
                  <a:pt x="39624" y="1318260"/>
                </a:lnTo>
                <a:close/>
              </a:path>
              <a:path w="67309" h="1347470">
                <a:moveTo>
                  <a:pt x="62484" y="1347215"/>
                </a:moveTo>
                <a:lnTo>
                  <a:pt x="44196" y="1342644"/>
                </a:lnTo>
                <a:lnTo>
                  <a:pt x="39624" y="1341120"/>
                </a:lnTo>
                <a:lnTo>
                  <a:pt x="38100" y="1339596"/>
                </a:lnTo>
                <a:lnTo>
                  <a:pt x="35052" y="1338072"/>
                </a:lnTo>
                <a:lnTo>
                  <a:pt x="33528" y="1336548"/>
                </a:lnTo>
                <a:lnTo>
                  <a:pt x="30480" y="1335023"/>
                </a:lnTo>
                <a:lnTo>
                  <a:pt x="27432" y="1331975"/>
                </a:lnTo>
                <a:lnTo>
                  <a:pt x="24384" y="1330452"/>
                </a:lnTo>
                <a:lnTo>
                  <a:pt x="12192" y="1318260"/>
                </a:lnTo>
                <a:lnTo>
                  <a:pt x="41148" y="1318260"/>
                </a:lnTo>
                <a:lnTo>
                  <a:pt x="41148" y="1322831"/>
                </a:lnTo>
                <a:lnTo>
                  <a:pt x="42672" y="1322831"/>
                </a:lnTo>
                <a:lnTo>
                  <a:pt x="42672" y="1327404"/>
                </a:lnTo>
                <a:lnTo>
                  <a:pt x="44196" y="1327404"/>
                </a:lnTo>
                <a:lnTo>
                  <a:pt x="45719" y="1328928"/>
                </a:lnTo>
                <a:lnTo>
                  <a:pt x="45719" y="1331975"/>
                </a:lnTo>
                <a:lnTo>
                  <a:pt x="47243" y="1331975"/>
                </a:lnTo>
                <a:lnTo>
                  <a:pt x="50292" y="1335023"/>
                </a:lnTo>
                <a:lnTo>
                  <a:pt x="50292" y="1338072"/>
                </a:lnTo>
                <a:lnTo>
                  <a:pt x="51816" y="1338072"/>
                </a:lnTo>
                <a:lnTo>
                  <a:pt x="56388" y="1342644"/>
                </a:lnTo>
                <a:lnTo>
                  <a:pt x="62484" y="1345691"/>
                </a:lnTo>
                <a:lnTo>
                  <a:pt x="62484" y="1347215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567118" y="1781651"/>
            <a:ext cx="401320" cy="107950"/>
            <a:chOff x="567118" y="1781651"/>
            <a:chExt cx="401320" cy="107950"/>
          </a:xfrm>
        </p:grpSpPr>
        <p:sp>
          <p:nvSpPr>
            <p:cNvPr id="9" name="object 9" descr=""/>
            <p:cNvSpPr/>
            <p:nvPr/>
          </p:nvSpPr>
          <p:spPr>
            <a:xfrm>
              <a:off x="567118" y="1781657"/>
              <a:ext cx="32384" cy="107950"/>
            </a:xfrm>
            <a:custGeom>
              <a:avLst/>
              <a:gdLst/>
              <a:ahLst/>
              <a:cxnLst/>
              <a:rect l="l" t="t" r="r" b="b"/>
              <a:pathLst>
                <a:path w="32384" h="107950">
                  <a:moveTo>
                    <a:pt x="32004" y="0"/>
                  </a:moveTo>
                  <a:lnTo>
                    <a:pt x="28956" y="0"/>
                  </a:lnTo>
                  <a:lnTo>
                    <a:pt x="28956" y="1270"/>
                  </a:lnTo>
                  <a:lnTo>
                    <a:pt x="28956" y="1422"/>
                  </a:lnTo>
                  <a:lnTo>
                    <a:pt x="27432" y="1422"/>
                  </a:lnTo>
                  <a:lnTo>
                    <a:pt x="27432" y="1270"/>
                  </a:lnTo>
                  <a:lnTo>
                    <a:pt x="28956" y="1270"/>
                  </a:lnTo>
                  <a:lnTo>
                    <a:pt x="28956" y="0"/>
                  </a:lnTo>
                  <a:lnTo>
                    <a:pt x="13716" y="0"/>
                  </a:lnTo>
                  <a:lnTo>
                    <a:pt x="13716" y="10160"/>
                  </a:lnTo>
                  <a:lnTo>
                    <a:pt x="13716" y="10566"/>
                  </a:lnTo>
                  <a:lnTo>
                    <a:pt x="12192" y="10566"/>
                  </a:lnTo>
                  <a:lnTo>
                    <a:pt x="12192" y="10160"/>
                  </a:lnTo>
                  <a:lnTo>
                    <a:pt x="13716" y="10160"/>
                  </a:lnTo>
                  <a:lnTo>
                    <a:pt x="13716" y="0"/>
                  </a:lnTo>
                  <a:lnTo>
                    <a:pt x="4572" y="0"/>
                  </a:lnTo>
                  <a:lnTo>
                    <a:pt x="4572" y="1270"/>
                  </a:lnTo>
                  <a:lnTo>
                    <a:pt x="4572" y="1422"/>
                  </a:lnTo>
                  <a:lnTo>
                    <a:pt x="1524" y="1422"/>
                  </a:lnTo>
                  <a:lnTo>
                    <a:pt x="1524" y="1270"/>
                  </a:lnTo>
                  <a:lnTo>
                    <a:pt x="4572" y="1270"/>
                  </a:lnTo>
                  <a:lnTo>
                    <a:pt x="4572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106680"/>
                  </a:lnTo>
                  <a:lnTo>
                    <a:pt x="0" y="107950"/>
                  </a:lnTo>
                  <a:lnTo>
                    <a:pt x="32004" y="107950"/>
                  </a:lnTo>
                  <a:lnTo>
                    <a:pt x="32004" y="106680"/>
                  </a:lnTo>
                  <a:lnTo>
                    <a:pt x="32004" y="97790"/>
                  </a:lnTo>
                  <a:lnTo>
                    <a:pt x="32004" y="96520"/>
                  </a:lnTo>
                  <a:lnTo>
                    <a:pt x="13716" y="96520"/>
                  </a:lnTo>
                  <a:lnTo>
                    <a:pt x="13716" y="97536"/>
                  </a:lnTo>
                  <a:lnTo>
                    <a:pt x="13716" y="97790"/>
                  </a:lnTo>
                  <a:lnTo>
                    <a:pt x="12192" y="97790"/>
                  </a:lnTo>
                  <a:lnTo>
                    <a:pt x="12192" y="97536"/>
                  </a:lnTo>
                  <a:lnTo>
                    <a:pt x="13716" y="97536"/>
                  </a:lnTo>
                  <a:lnTo>
                    <a:pt x="13716" y="96520"/>
                  </a:lnTo>
                  <a:lnTo>
                    <a:pt x="13716" y="12700"/>
                  </a:lnTo>
                  <a:lnTo>
                    <a:pt x="32004" y="12700"/>
                  </a:lnTo>
                  <a:lnTo>
                    <a:pt x="32004" y="10160"/>
                  </a:lnTo>
                  <a:lnTo>
                    <a:pt x="32004" y="1270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A3494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9029" y="1784604"/>
              <a:ext cx="91440" cy="10220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7045" y="1783080"/>
              <a:ext cx="102203" cy="97631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885825" y="1781657"/>
              <a:ext cx="31115" cy="107950"/>
            </a:xfrm>
            <a:custGeom>
              <a:avLst/>
              <a:gdLst/>
              <a:ahLst/>
              <a:cxnLst/>
              <a:rect l="l" t="t" r="r" b="b"/>
              <a:pathLst>
                <a:path w="31115" h="107950">
                  <a:moveTo>
                    <a:pt x="30568" y="0"/>
                  </a:moveTo>
                  <a:lnTo>
                    <a:pt x="19900" y="0"/>
                  </a:lnTo>
                  <a:lnTo>
                    <a:pt x="19900" y="10160"/>
                  </a:lnTo>
                  <a:lnTo>
                    <a:pt x="19900" y="10566"/>
                  </a:lnTo>
                  <a:lnTo>
                    <a:pt x="19900" y="97536"/>
                  </a:lnTo>
                  <a:lnTo>
                    <a:pt x="19900" y="97790"/>
                  </a:lnTo>
                  <a:lnTo>
                    <a:pt x="16852" y="97790"/>
                  </a:lnTo>
                  <a:lnTo>
                    <a:pt x="16852" y="97536"/>
                  </a:lnTo>
                  <a:lnTo>
                    <a:pt x="19900" y="97536"/>
                  </a:lnTo>
                  <a:lnTo>
                    <a:pt x="19900" y="10566"/>
                  </a:lnTo>
                  <a:lnTo>
                    <a:pt x="16852" y="10566"/>
                  </a:lnTo>
                  <a:lnTo>
                    <a:pt x="16852" y="10160"/>
                  </a:lnTo>
                  <a:lnTo>
                    <a:pt x="19900" y="10160"/>
                  </a:lnTo>
                  <a:lnTo>
                    <a:pt x="19900" y="0"/>
                  </a:lnTo>
                  <a:lnTo>
                    <a:pt x="3136" y="0"/>
                  </a:lnTo>
                  <a:lnTo>
                    <a:pt x="3136" y="1270"/>
                  </a:lnTo>
                  <a:lnTo>
                    <a:pt x="3136" y="1422"/>
                  </a:lnTo>
                  <a:lnTo>
                    <a:pt x="1524" y="1422"/>
                  </a:lnTo>
                  <a:lnTo>
                    <a:pt x="1524" y="1270"/>
                  </a:lnTo>
                  <a:lnTo>
                    <a:pt x="3136" y="1270"/>
                  </a:lnTo>
                  <a:lnTo>
                    <a:pt x="3136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10160"/>
                  </a:lnTo>
                  <a:lnTo>
                    <a:pt x="0" y="12700"/>
                  </a:lnTo>
                  <a:lnTo>
                    <a:pt x="16852" y="12700"/>
                  </a:lnTo>
                  <a:lnTo>
                    <a:pt x="16852" y="96520"/>
                  </a:lnTo>
                  <a:lnTo>
                    <a:pt x="0" y="96520"/>
                  </a:lnTo>
                  <a:lnTo>
                    <a:pt x="0" y="97790"/>
                  </a:lnTo>
                  <a:lnTo>
                    <a:pt x="0" y="106680"/>
                  </a:lnTo>
                  <a:lnTo>
                    <a:pt x="0" y="107950"/>
                  </a:lnTo>
                  <a:lnTo>
                    <a:pt x="30568" y="107950"/>
                  </a:lnTo>
                  <a:lnTo>
                    <a:pt x="30568" y="106680"/>
                  </a:lnTo>
                  <a:lnTo>
                    <a:pt x="30568" y="1422"/>
                  </a:lnTo>
                  <a:lnTo>
                    <a:pt x="29044" y="1422"/>
                  </a:lnTo>
                  <a:lnTo>
                    <a:pt x="27520" y="1422"/>
                  </a:lnTo>
                  <a:lnTo>
                    <a:pt x="27520" y="8890"/>
                  </a:lnTo>
                  <a:lnTo>
                    <a:pt x="27520" y="9042"/>
                  </a:lnTo>
                  <a:lnTo>
                    <a:pt x="21424" y="9042"/>
                  </a:lnTo>
                  <a:lnTo>
                    <a:pt x="21424" y="8890"/>
                  </a:lnTo>
                  <a:lnTo>
                    <a:pt x="27520" y="8890"/>
                  </a:lnTo>
                  <a:lnTo>
                    <a:pt x="27520" y="1422"/>
                  </a:lnTo>
                  <a:lnTo>
                    <a:pt x="27520" y="1270"/>
                  </a:lnTo>
                  <a:lnTo>
                    <a:pt x="30568" y="1270"/>
                  </a:lnTo>
                  <a:lnTo>
                    <a:pt x="30568" y="0"/>
                  </a:lnTo>
                  <a:close/>
                </a:path>
              </a:pathLst>
            </a:custGeom>
            <a:solidFill>
              <a:srgbClr val="A3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51452" y="1836515"/>
              <a:ext cx="17145" cy="41275"/>
            </a:xfrm>
            <a:custGeom>
              <a:avLst/>
              <a:gdLst/>
              <a:ahLst/>
              <a:cxnLst/>
              <a:rect l="l" t="t" r="r" b="b"/>
              <a:pathLst>
                <a:path w="17144" h="41275">
                  <a:moveTo>
                    <a:pt x="12192" y="39624"/>
                  </a:moveTo>
                  <a:lnTo>
                    <a:pt x="4572" y="39624"/>
                  </a:lnTo>
                  <a:lnTo>
                    <a:pt x="1524" y="38100"/>
                  </a:lnTo>
                  <a:lnTo>
                    <a:pt x="1524" y="36576"/>
                  </a:lnTo>
                  <a:lnTo>
                    <a:pt x="0" y="33528"/>
                  </a:lnTo>
                  <a:lnTo>
                    <a:pt x="0" y="30480"/>
                  </a:lnTo>
                  <a:lnTo>
                    <a:pt x="1524" y="27432"/>
                  </a:lnTo>
                  <a:lnTo>
                    <a:pt x="3048" y="27432"/>
                  </a:lnTo>
                  <a:lnTo>
                    <a:pt x="4572" y="25908"/>
                  </a:lnTo>
                  <a:lnTo>
                    <a:pt x="12192" y="25908"/>
                  </a:lnTo>
                  <a:lnTo>
                    <a:pt x="16764" y="30480"/>
                  </a:lnTo>
                  <a:lnTo>
                    <a:pt x="15240" y="33528"/>
                  </a:lnTo>
                  <a:lnTo>
                    <a:pt x="15240" y="38100"/>
                  </a:lnTo>
                  <a:lnTo>
                    <a:pt x="12192" y="39624"/>
                  </a:lnTo>
                  <a:close/>
                </a:path>
                <a:path w="17144" h="41275">
                  <a:moveTo>
                    <a:pt x="9144" y="41148"/>
                  </a:moveTo>
                  <a:lnTo>
                    <a:pt x="7620" y="41148"/>
                  </a:lnTo>
                  <a:lnTo>
                    <a:pt x="6096" y="39624"/>
                  </a:lnTo>
                  <a:lnTo>
                    <a:pt x="10668" y="39624"/>
                  </a:lnTo>
                  <a:lnTo>
                    <a:pt x="9144" y="41148"/>
                  </a:lnTo>
                  <a:close/>
                </a:path>
                <a:path w="17144" h="41275">
                  <a:moveTo>
                    <a:pt x="13716" y="1524"/>
                  </a:moveTo>
                  <a:lnTo>
                    <a:pt x="4572" y="1524"/>
                  </a:lnTo>
                  <a:lnTo>
                    <a:pt x="6096" y="0"/>
                  </a:lnTo>
                  <a:lnTo>
                    <a:pt x="12192" y="0"/>
                  </a:lnTo>
                  <a:lnTo>
                    <a:pt x="13716" y="1524"/>
                  </a:lnTo>
                  <a:close/>
                </a:path>
                <a:path w="17144" h="41275">
                  <a:moveTo>
                    <a:pt x="9144" y="15240"/>
                  </a:moveTo>
                  <a:lnTo>
                    <a:pt x="6096" y="15240"/>
                  </a:lnTo>
                  <a:lnTo>
                    <a:pt x="0" y="9144"/>
                  </a:lnTo>
                  <a:lnTo>
                    <a:pt x="0" y="6096"/>
                  </a:lnTo>
                  <a:lnTo>
                    <a:pt x="1524" y="4572"/>
                  </a:lnTo>
                  <a:lnTo>
                    <a:pt x="1524" y="1524"/>
                  </a:lnTo>
                  <a:lnTo>
                    <a:pt x="15240" y="1524"/>
                  </a:lnTo>
                  <a:lnTo>
                    <a:pt x="16764" y="4572"/>
                  </a:lnTo>
                  <a:lnTo>
                    <a:pt x="16764" y="10668"/>
                  </a:lnTo>
                  <a:lnTo>
                    <a:pt x="13716" y="13716"/>
                  </a:lnTo>
                  <a:lnTo>
                    <a:pt x="10668" y="13716"/>
                  </a:lnTo>
                  <a:lnTo>
                    <a:pt x="9144" y="1524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567118" y="1935771"/>
            <a:ext cx="32384" cy="107950"/>
          </a:xfrm>
          <a:custGeom>
            <a:avLst/>
            <a:gdLst/>
            <a:ahLst/>
            <a:cxnLst/>
            <a:rect l="l" t="t" r="r" b="b"/>
            <a:pathLst>
              <a:path w="32384" h="107950">
                <a:moveTo>
                  <a:pt x="32004" y="0"/>
                </a:moveTo>
                <a:lnTo>
                  <a:pt x="28956" y="0"/>
                </a:lnTo>
                <a:lnTo>
                  <a:pt x="28956" y="1270"/>
                </a:lnTo>
                <a:lnTo>
                  <a:pt x="28956" y="1422"/>
                </a:lnTo>
                <a:lnTo>
                  <a:pt x="27432" y="1422"/>
                </a:lnTo>
                <a:lnTo>
                  <a:pt x="27432" y="1270"/>
                </a:lnTo>
                <a:lnTo>
                  <a:pt x="28956" y="1270"/>
                </a:lnTo>
                <a:lnTo>
                  <a:pt x="28956" y="0"/>
                </a:lnTo>
                <a:lnTo>
                  <a:pt x="13716" y="0"/>
                </a:lnTo>
                <a:lnTo>
                  <a:pt x="13716" y="10160"/>
                </a:lnTo>
                <a:lnTo>
                  <a:pt x="13716" y="10566"/>
                </a:lnTo>
                <a:lnTo>
                  <a:pt x="12192" y="10566"/>
                </a:lnTo>
                <a:lnTo>
                  <a:pt x="12192" y="10160"/>
                </a:lnTo>
                <a:lnTo>
                  <a:pt x="13716" y="10160"/>
                </a:lnTo>
                <a:lnTo>
                  <a:pt x="13716" y="0"/>
                </a:lnTo>
                <a:lnTo>
                  <a:pt x="4572" y="0"/>
                </a:lnTo>
                <a:lnTo>
                  <a:pt x="4572" y="1270"/>
                </a:lnTo>
                <a:lnTo>
                  <a:pt x="4572" y="1422"/>
                </a:lnTo>
                <a:lnTo>
                  <a:pt x="1524" y="1422"/>
                </a:lnTo>
                <a:lnTo>
                  <a:pt x="1524" y="1270"/>
                </a:lnTo>
                <a:lnTo>
                  <a:pt x="4572" y="1270"/>
                </a:lnTo>
                <a:lnTo>
                  <a:pt x="4572" y="0"/>
                </a:lnTo>
                <a:lnTo>
                  <a:pt x="0" y="0"/>
                </a:lnTo>
                <a:lnTo>
                  <a:pt x="0" y="1270"/>
                </a:lnTo>
                <a:lnTo>
                  <a:pt x="0" y="106680"/>
                </a:lnTo>
                <a:lnTo>
                  <a:pt x="0" y="107950"/>
                </a:lnTo>
                <a:lnTo>
                  <a:pt x="32004" y="107950"/>
                </a:lnTo>
                <a:lnTo>
                  <a:pt x="32004" y="106680"/>
                </a:lnTo>
                <a:lnTo>
                  <a:pt x="32004" y="97790"/>
                </a:lnTo>
                <a:lnTo>
                  <a:pt x="32004" y="96520"/>
                </a:lnTo>
                <a:lnTo>
                  <a:pt x="28956" y="96520"/>
                </a:lnTo>
                <a:lnTo>
                  <a:pt x="28956" y="97790"/>
                </a:lnTo>
                <a:lnTo>
                  <a:pt x="28956" y="106680"/>
                </a:lnTo>
                <a:lnTo>
                  <a:pt x="27432" y="106680"/>
                </a:lnTo>
                <a:lnTo>
                  <a:pt x="27432" y="99060"/>
                </a:lnTo>
                <a:lnTo>
                  <a:pt x="27432" y="97790"/>
                </a:lnTo>
                <a:lnTo>
                  <a:pt x="28956" y="97790"/>
                </a:lnTo>
                <a:lnTo>
                  <a:pt x="28956" y="96520"/>
                </a:lnTo>
                <a:lnTo>
                  <a:pt x="13716" y="96520"/>
                </a:lnTo>
                <a:lnTo>
                  <a:pt x="13716" y="97536"/>
                </a:lnTo>
                <a:lnTo>
                  <a:pt x="13716" y="97790"/>
                </a:lnTo>
                <a:lnTo>
                  <a:pt x="12192" y="97790"/>
                </a:lnTo>
                <a:lnTo>
                  <a:pt x="12192" y="97536"/>
                </a:lnTo>
                <a:lnTo>
                  <a:pt x="13716" y="97536"/>
                </a:lnTo>
                <a:lnTo>
                  <a:pt x="13716" y="96520"/>
                </a:lnTo>
                <a:lnTo>
                  <a:pt x="13716" y="12700"/>
                </a:lnTo>
                <a:lnTo>
                  <a:pt x="32004" y="12700"/>
                </a:lnTo>
                <a:lnTo>
                  <a:pt x="32004" y="10160"/>
                </a:lnTo>
                <a:lnTo>
                  <a:pt x="32004" y="1270"/>
                </a:lnTo>
                <a:lnTo>
                  <a:pt x="32004" y="0"/>
                </a:lnTo>
                <a:close/>
              </a:path>
            </a:pathLst>
          </a:custGeom>
          <a:solidFill>
            <a:srgbClr val="A3494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2799" y="1783079"/>
            <a:ext cx="1672971" cy="266985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594550" y="1935765"/>
            <a:ext cx="502284" cy="107950"/>
            <a:chOff x="594550" y="1935765"/>
            <a:chExt cx="502284" cy="107950"/>
          </a:xfrm>
        </p:grpSpPr>
        <p:sp>
          <p:nvSpPr>
            <p:cNvPr id="17" name="object 17" descr=""/>
            <p:cNvSpPr/>
            <p:nvPr/>
          </p:nvSpPr>
          <p:spPr>
            <a:xfrm>
              <a:off x="594550" y="2033301"/>
              <a:ext cx="1905" cy="9525"/>
            </a:xfrm>
            <a:custGeom>
              <a:avLst/>
              <a:gdLst/>
              <a:ahLst/>
              <a:cxnLst/>
              <a:rect l="l" t="t" r="r" b="b"/>
              <a:pathLst>
                <a:path w="1904" h="9525">
                  <a:moveTo>
                    <a:pt x="1524" y="9144"/>
                  </a:moveTo>
                  <a:lnTo>
                    <a:pt x="0" y="9144"/>
                  </a:lnTo>
                  <a:lnTo>
                    <a:pt x="0" y="0"/>
                  </a:lnTo>
                  <a:lnTo>
                    <a:pt x="1524" y="0"/>
                  </a:lnTo>
                  <a:lnTo>
                    <a:pt x="1524" y="9144"/>
                  </a:lnTo>
                  <a:close/>
                </a:path>
              </a:pathLst>
            </a:custGeom>
            <a:solidFill>
              <a:srgbClr val="A3494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9029" y="1940242"/>
              <a:ext cx="100584" cy="93059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0093" y="1943290"/>
              <a:ext cx="96107" cy="97631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6681" y="1940242"/>
              <a:ext cx="99155" cy="99155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013929" y="1935771"/>
              <a:ext cx="32384" cy="107950"/>
            </a:xfrm>
            <a:custGeom>
              <a:avLst/>
              <a:gdLst/>
              <a:ahLst/>
              <a:cxnLst/>
              <a:rect l="l" t="t" r="r" b="b"/>
              <a:pathLst>
                <a:path w="32384" h="107950">
                  <a:moveTo>
                    <a:pt x="32092" y="0"/>
                  </a:moveTo>
                  <a:lnTo>
                    <a:pt x="19900" y="0"/>
                  </a:lnTo>
                  <a:lnTo>
                    <a:pt x="19900" y="10160"/>
                  </a:lnTo>
                  <a:lnTo>
                    <a:pt x="19900" y="10566"/>
                  </a:lnTo>
                  <a:lnTo>
                    <a:pt x="19900" y="97536"/>
                  </a:lnTo>
                  <a:lnTo>
                    <a:pt x="19900" y="97790"/>
                  </a:lnTo>
                  <a:lnTo>
                    <a:pt x="18376" y="97790"/>
                  </a:lnTo>
                  <a:lnTo>
                    <a:pt x="18376" y="97536"/>
                  </a:lnTo>
                  <a:lnTo>
                    <a:pt x="19900" y="97536"/>
                  </a:lnTo>
                  <a:lnTo>
                    <a:pt x="19900" y="10566"/>
                  </a:lnTo>
                  <a:lnTo>
                    <a:pt x="18376" y="10566"/>
                  </a:lnTo>
                  <a:lnTo>
                    <a:pt x="18376" y="10160"/>
                  </a:lnTo>
                  <a:lnTo>
                    <a:pt x="19900" y="10160"/>
                  </a:lnTo>
                  <a:lnTo>
                    <a:pt x="19900" y="0"/>
                  </a:lnTo>
                  <a:lnTo>
                    <a:pt x="4572" y="0"/>
                  </a:lnTo>
                  <a:lnTo>
                    <a:pt x="4572" y="1270"/>
                  </a:lnTo>
                  <a:lnTo>
                    <a:pt x="4572" y="1422"/>
                  </a:lnTo>
                  <a:lnTo>
                    <a:pt x="3048" y="1422"/>
                  </a:lnTo>
                  <a:lnTo>
                    <a:pt x="3048" y="1270"/>
                  </a:lnTo>
                  <a:lnTo>
                    <a:pt x="4572" y="1270"/>
                  </a:lnTo>
                  <a:lnTo>
                    <a:pt x="4572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10160"/>
                  </a:lnTo>
                  <a:lnTo>
                    <a:pt x="0" y="12700"/>
                  </a:lnTo>
                  <a:lnTo>
                    <a:pt x="18376" y="12700"/>
                  </a:lnTo>
                  <a:lnTo>
                    <a:pt x="18376" y="96520"/>
                  </a:lnTo>
                  <a:lnTo>
                    <a:pt x="0" y="96520"/>
                  </a:lnTo>
                  <a:lnTo>
                    <a:pt x="0" y="97790"/>
                  </a:lnTo>
                  <a:lnTo>
                    <a:pt x="0" y="106680"/>
                  </a:lnTo>
                  <a:lnTo>
                    <a:pt x="0" y="107950"/>
                  </a:lnTo>
                  <a:lnTo>
                    <a:pt x="32092" y="107950"/>
                  </a:lnTo>
                  <a:lnTo>
                    <a:pt x="32092" y="106680"/>
                  </a:lnTo>
                  <a:lnTo>
                    <a:pt x="32092" y="1422"/>
                  </a:lnTo>
                  <a:lnTo>
                    <a:pt x="29044" y="1422"/>
                  </a:lnTo>
                  <a:lnTo>
                    <a:pt x="27520" y="1422"/>
                  </a:lnTo>
                  <a:lnTo>
                    <a:pt x="27520" y="8890"/>
                  </a:lnTo>
                  <a:lnTo>
                    <a:pt x="27520" y="9042"/>
                  </a:lnTo>
                  <a:lnTo>
                    <a:pt x="21424" y="9042"/>
                  </a:lnTo>
                  <a:lnTo>
                    <a:pt x="21424" y="8890"/>
                  </a:lnTo>
                  <a:lnTo>
                    <a:pt x="27520" y="8890"/>
                  </a:lnTo>
                  <a:lnTo>
                    <a:pt x="27520" y="1422"/>
                  </a:lnTo>
                  <a:lnTo>
                    <a:pt x="27520" y="1270"/>
                  </a:lnTo>
                  <a:lnTo>
                    <a:pt x="32092" y="1270"/>
                  </a:lnTo>
                  <a:lnTo>
                    <a:pt x="32092" y="0"/>
                  </a:lnTo>
                  <a:close/>
                </a:path>
              </a:pathLst>
            </a:custGeom>
            <a:solidFill>
              <a:srgbClr val="A3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81087" y="1990534"/>
              <a:ext cx="15240" cy="41275"/>
            </a:xfrm>
            <a:custGeom>
              <a:avLst/>
              <a:gdLst/>
              <a:ahLst/>
              <a:cxnLst/>
              <a:rect l="l" t="t" r="r" b="b"/>
              <a:pathLst>
                <a:path w="15240" h="41275">
                  <a:moveTo>
                    <a:pt x="9144" y="41243"/>
                  </a:moveTo>
                  <a:lnTo>
                    <a:pt x="4572" y="41243"/>
                  </a:lnTo>
                  <a:lnTo>
                    <a:pt x="0" y="36671"/>
                  </a:lnTo>
                  <a:lnTo>
                    <a:pt x="0" y="29051"/>
                  </a:lnTo>
                  <a:lnTo>
                    <a:pt x="3048" y="27527"/>
                  </a:lnTo>
                  <a:lnTo>
                    <a:pt x="4572" y="26003"/>
                  </a:lnTo>
                  <a:lnTo>
                    <a:pt x="10668" y="26003"/>
                  </a:lnTo>
                  <a:lnTo>
                    <a:pt x="15240" y="30575"/>
                  </a:lnTo>
                  <a:lnTo>
                    <a:pt x="15240" y="36671"/>
                  </a:lnTo>
                  <a:lnTo>
                    <a:pt x="12192" y="39719"/>
                  </a:lnTo>
                  <a:lnTo>
                    <a:pt x="9144" y="41243"/>
                  </a:lnTo>
                  <a:close/>
                </a:path>
                <a:path w="15240" h="41275">
                  <a:moveTo>
                    <a:pt x="9144" y="15335"/>
                  </a:moveTo>
                  <a:lnTo>
                    <a:pt x="6096" y="15335"/>
                  </a:lnTo>
                  <a:lnTo>
                    <a:pt x="4572" y="13811"/>
                  </a:lnTo>
                  <a:lnTo>
                    <a:pt x="3048" y="13811"/>
                  </a:lnTo>
                  <a:lnTo>
                    <a:pt x="0" y="12287"/>
                  </a:lnTo>
                  <a:lnTo>
                    <a:pt x="0" y="4572"/>
                  </a:lnTo>
                  <a:lnTo>
                    <a:pt x="4572" y="0"/>
                  </a:lnTo>
                  <a:lnTo>
                    <a:pt x="10668" y="0"/>
                  </a:lnTo>
                  <a:lnTo>
                    <a:pt x="12192" y="1524"/>
                  </a:lnTo>
                  <a:lnTo>
                    <a:pt x="15240" y="3048"/>
                  </a:lnTo>
                  <a:lnTo>
                    <a:pt x="15240" y="12287"/>
                  </a:lnTo>
                  <a:lnTo>
                    <a:pt x="9144" y="15335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3" name="object 2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28829" y="1947862"/>
            <a:ext cx="182975" cy="83915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094101" y="1938718"/>
            <a:ext cx="512445" cy="102203"/>
          </a:xfrm>
          <a:prstGeom prst="rect">
            <a:avLst/>
          </a:prstGeom>
        </p:spPr>
      </p:pic>
      <p:grpSp>
        <p:nvGrpSpPr>
          <p:cNvPr id="25" name="object 25" descr=""/>
          <p:cNvGrpSpPr/>
          <p:nvPr/>
        </p:nvGrpSpPr>
        <p:grpSpPr>
          <a:xfrm>
            <a:off x="567118" y="2099024"/>
            <a:ext cx="401320" cy="107950"/>
            <a:chOff x="567118" y="2099024"/>
            <a:chExt cx="401320" cy="107950"/>
          </a:xfrm>
        </p:grpSpPr>
        <p:pic>
          <p:nvPicPr>
            <p:cNvPr id="26" name="object 2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7118" y="2099024"/>
              <a:ext cx="152495" cy="107950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7045" y="2101977"/>
              <a:ext cx="102203" cy="102203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885825" y="2099030"/>
              <a:ext cx="31115" cy="107950"/>
            </a:xfrm>
            <a:custGeom>
              <a:avLst/>
              <a:gdLst/>
              <a:ahLst/>
              <a:cxnLst/>
              <a:rect l="l" t="t" r="r" b="b"/>
              <a:pathLst>
                <a:path w="31115" h="107950">
                  <a:moveTo>
                    <a:pt x="30568" y="0"/>
                  </a:moveTo>
                  <a:lnTo>
                    <a:pt x="19900" y="0"/>
                  </a:lnTo>
                  <a:lnTo>
                    <a:pt x="19900" y="10160"/>
                  </a:lnTo>
                  <a:lnTo>
                    <a:pt x="19900" y="10566"/>
                  </a:lnTo>
                  <a:lnTo>
                    <a:pt x="19900" y="97536"/>
                  </a:lnTo>
                  <a:lnTo>
                    <a:pt x="19900" y="97790"/>
                  </a:lnTo>
                  <a:lnTo>
                    <a:pt x="16852" y="97790"/>
                  </a:lnTo>
                  <a:lnTo>
                    <a:pt x="16852" y="97536"/>
                  </a:lnTo>
                  <a:lnTo>
                    <a:pt x="19900" y="97536"/>
                  </a:lnTo>
                  <a:lnTo>
                    <a:pt x="19900" y="10566"/>
                  </a:lnTo>
                  <a:lnTo>
                    <a:pt x="16852" y="10566"/>
                  </a:lnTo>
                  <a:lnTo>
                    <a:pt x="16852" y="10160"/>
                  </a:lnTo>
                  <a:lnTo>
                    <a:pt x="19900" y="10160"/>
                  </a:lnTo>
                  <a:lnTo>
                    <a:pt x="19900" y="0"/>
                  </a:lnTo>
                  <a:lnTo>
                    <a:pt x="3136" y="0"/>
                  </a:lnTo>
                  <a:lnTo>
                    <a:pt x="3136" y="1270"/>
                  </a:lnTo>
                  <a:lnTo>
                    <a:pt x="3136" y="1422"/>
                  </a:lnTo>
                  <a:lnTo>
                    <a:pt x="1524" y="1422"/>
                  </a:lnTo>
                  <a:lnTo>
                    <a:pt x="1524" y="1270"/>
                  </a:lnTo>
                  <a:lnTo>
                    <a:pt x="3136" y="1270"/>
                  </a:lnTo>
                  <a:lnTo>
                    <a:pt x="3136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10160"/>
                  </a:lnTo>
                  <a:lnTo>
                    <a:pt x="0" y="12700"/>
                  </a:lnTo>
                  <a:lnTo>
                    <a:pt x="16852" y="12700"/>
                  </a:lnTo>
                  <a:lnTo>
                    <a:pt x="16852" y="96520"/>
                  </a:lnTo>
                  <a:lnTo>
                    <a:pt x="0" y="96520"/>
                  </a:lnTo>
                  <a:lnTo>
                    <a:pt x="0" y="97790"/>
                  </a:lnTo>
                  <a:lnTo>
                    <a:pt x="0" y="106680"/>
                  </a:lnTo>
                  <a:lnTo>
                    <a:pt x="0" y="107950"/>
                  </a:lnTo>
                  <a:lnTo>
                    <a:pt x="30568" y="107950"/>
                  </a:lnTo>
                  <a:lnTo>
                    <a:pt x="30568" y="106680"/>
                  </a:lnTo>
                  <a:lnTo>
                    <a:pt x="30568" y="1422"/>
                  </a:lnTo>
                  <a:lnTo>
                    <a:pt x="29044" y="1422"/>
                  </a:lnTo>
                  <a:lnTo>
                    <a:pt x="27520" y="1422"/>
                  </a:lnTo>
                  <a:lnTo>
                    <a:pt x="27520" y="8890"/>
                  </a:lnTo>
                  <a:lnTo>
                    <a:pt x="27520" y="9042"/>
                  </a:lnTo>
                  <a:lnTo>
                    <a:pt x="21424" y="9042"/>
                  </a:lnTo>
                  <a:lnTo>
                    <a:pt x="21424" y="8890"/>
                  </a:lnTo>
                  <a:lnTo>
                    <a:pt x="27520" y="8890"/>
                  </a:lnTo>
                  <a:lnTo>
                    <a:pt x="27520" y="1422"/>
                  </a:lnTo>
                  <a:lnTo>
                    <a:pt x="27520" y="1270"/>
                  </a:lnTo>
                  <a:lnTo>
                    <a:pt x="30568" y="1270"/>
                  </a:lnTo>
                  <a:lnTo>
                    <a:pt x="30568" y="0"/>
                  </a:lnTo>
                  <a:close/>
                </a:path>
              </a:pathLst>
            </a:custGeom>
            <a:solidFill>
              <a:srgbClr val="A3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51452" y="2153793"/>
              <a:ext cx="17145" cy="41275"/>
            </a:xfrm>
            <a:custGeom>
              <a:avLst/>
              <a:gdLst/>
              <a:ahLst/>
              <a:cxnLst/>
              <a:rect l="l" t="t" r="r" b="b"/>
              <a:pathLst>
                <a:path w="17144" h="41275">
                  <a:moveTo>
                    <a:pt x="10668" y="41243"/>
                  </a:moveTo>
                  <a:lnTo>
                    <a:pt x="6096" y="41243"/>
                  </a:lnTo>
                  <a:lnTo>
                    <a:pt x="4572" y="39719"/>
                  </a:lnTo>
                  <a:lnTo>
                    <a:pt x="1524" y="38195"/>
                  </a:lnTo>
                  <a:lnTo>
                    <a:pt x="1524" y="36671"/>
                  </a:lnTo>
                  <a:lnTo>
                    <a:pt x="0" y="33623"/>
                  </a:lnTo>
                  <a:lnTo>
                    <a:pt x="0" y="30480"/>
                  </a:lnTo>
                  <a:lnTo>
                    <a:pt x="4572" y="25908"/>
                  </a:lnTo>
                  <a:lnTo>
                    <a:pt x="12192" y="25908"/>
                  </a:lnTo>
                  <a:lnTo>
                    <a:pt x="16764" y="30480"/>
                  </a:lnTo>
                  <a:lnTo>
                    <a:pt x="15240" y="33623"/>
                  </a:lnTo>
                  <a:lnTo>
                    <a:pt x="15240" y="38195"/>
                  </a:lnTo>
                  <a:lnTo>
                    <a:pt x="12192" y="39719"/>
                  </a:lnTo>
                  <a:lnTo>
                    <a:pt x="10668" y="41243"/>
                  </a:lnTo>
                  <a:close/>
                </a:path>
                <a:path w="17144" h="41275">
                  <a:moveTo>
                    <a:pt x="13716" y="1524"/>
                  </a:moveTo>
                  <a:lnTo>
                    <a:pt x="4572" y="1524"/>
                  </a:lnTo>
                  <a:lnTo>
                    <a:pt x="6096" y="0"/>
                  </a:lnTo>
                  <a:lnTo>
                    <a:pt x="12192" y="0"/>
                  </a:lnTo>
                  <a:lnTo>
                    <a:pt x="13716" y="1524"/>
                  </a:lnTo>
                  <a:close/>
                </a:path>
                <a:path w="17144" h="41275">
                  <a:moveTo>
                    <a:pt x="13716" y="13716"/>
                  </a:moveTo>
                  <a:lnTo>
                    <a:pt x="3048" y="13716"/>
                  </a:lnTo>
                  <a:lnTo>
                    <a:pt x="1524" y="12192"/>
                  </a:lnTo>
                  <a:lnTo>
                    <a:pt x="0" y="9144"/>
                  </a:lnTo>
                  <a:lnTo>
                    <a:pt x="0" y="7620"/>
                  </a:lnTo>
                  <a:lnTo>
                    <a:pt x="1524" y="4572"/>
                  </a:lnTo>
                  <a:lnTo>
                    <a:pt x="1524" y="1524"/>
                  </a:lnTo>
                  <a:lnTo>
                    <a:pt x="15240" y="1524"/>
                  </a:lnTo>
                  <a:lnTo>
                    <a:pt x="16764" y="4572"/>
                  </a:lnTo>
                  <a:lnTo>
                    <a:pt x="16764" y="10668"/>
                  </a:lnTo>
                  <a:lnTo>
                    <a:pt x="13716" y="13716"/>
                  </a:lnTo>
                  <a:close/>
                </a:path>
                <a:path w="17144" h="41275">
                  <a:moveTo>
                    <a:pt x="9144" y="15240"/>
                  </a:moveTo>
                  <a:lnTo>
                    <a:pt x="6096" y="15240"/>
                  </a:lnTo>
                  <a:lnTo>
                    <a:pt x="4572" y="13716"/>
                  </a:lnTo>
                  <a:lnTo>
                    <a:pt x="10668" y="13716"/>
                  </a:lnTo>
                  <a:lnTo>
                    <a:pt x="9144" y="1524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/>
          <p:nvPr/>
        </p:nvSpPr>
        <p:spPr>
          <a:xfrm>
            <a:off x="556437" y="2266670"/>
            <a:ext cx="99695" cy="82550"/>
          </a:xfrm>
          <a:custGeom>
            <a:avLst/>
            <a:gdLst/>
            <a:ahLst/>
            <a:cxnLst/>
            <a:rect l="l" t="t" r="r" b="b"/>
            <a:pathLst>
              <a:path w="99695" h="82550">
                <a:moveTo>
                  <a:pt x="50292" y="71716"/>
                </a:moveTo>
                <a:lnTo>
                  <a:pt x="32004" y="71716"/>
                </a:lnTo>
                <a:lnTo>
                  <a:pt x="32004" y="0"/>
                </a:lnTo>
                <a:lnTo>
                  <a:pt x="18288" y="0"/>
                </a:lnTo>
                <a:lnTo>
                  <a:pt x="0" y="13716"/>
                </a:lnTo>
                <a:lnTo>
                  <a:pt x="0" y="24384"/>
                </a:lnTo>
                <a:lnTo>
                  <a:pt x="22860" y="7620"/>
                </a:lnTo>
                <a:lnTo>
                  <a:pt x="22860" y="71716"/>
                </a:lnTo>
                <a:lnTo>
                  <a:pt x="0" y="71716"/>
                </a:lnTo>
                <a:lnTo>
                  <a:pt x="0" y="80860"/>
                </a:lnTo>
                <a:lnTo>
                  <a:pt x="50292" y="80860"/>
                </a:lnTo>
                <a:lnTo>
                  <a:pt x="50292" y="71716"/>
                </a:lnTo>
                <a:close/>
              </a:path>
              <a:path w="99695" h="82550">
                <a:moveTo>
                  <a:pt x="99161" y="67144"/>
                </a:moveTo>
                <a:lnTo>
                  <a:pt x="96113" y="64096"/>
                </a:lnTo>
                <a:lnTo>
                  <a:pt x="85445" y="64096"/>
                </a:lnTo>
                <a:lnTo>
                  <a:pt x="82397" y="67144"/>
                </a:lnTo>
                <a:lnTo>
                  <a:pt x="80873" y="70192"/>
                </a:lnTo>
                <a:lnTo>
                  <a:pt x="80873" y="76288"/>
                </a:lnTo>
                <a:lnTo>
                  <a:pt x="86969" y="82384"/>
                </a:lnTo>
                <a:lnTo>
                  <a:pt x="90017" y="82384"/>
                </a:lnTo>
                <a:lnTo>
                  <a:pt x="93065" y="82384"/>
                </a:lnTo>
                <a:lnTo>
                  <a:pt x="96113" y="80860"/>
                </a:lnTo>
                <a:lnTo>
                  <a:pt x="99161" y="77812"/>
                </a:lnTo>
                <a:lnTo>
                  <a:pt x="99161" y="6714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" name="object 31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50093" y="2255996"/>
            <a:ext cx="103727" cy="102203"/>
          </a:xfrm>
          <a:prstGeom prst="rect">
            <a:avLst/>
          </a:prstGeom>
        </p:spPr>
      </p:pic>
      <p:grpSp>
        <p:nvGrpSpPr>
          <p:cNvPr id="32" name="object 32" descr=""/>
          <p:cNvGrpSpPr/>
          <p:nvPr/>
        </p:nvGrpSpPr>
        <p:grpSpPr>
          <a:xfrm>
            <a:off x="942308" y="2265140"/>
            <a:ext cx="253365" cy="84455"/>
            <a:chOff x="942308" y="2265140"/>
            <a:chExt cx="253365" cy="84455"/>
          </a:xfrm>
        </p:grpSpPr>
        <p:pic>
          <p:nvPicPr>
            <p:cNvPr id="33" name="object 3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42308" y="2265140"/>
              <a:ext cx="181451" cy="83915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145095" y="2266664"/>
              <a:ext cx="50800" cy="81280"/>
            </a:xfrm>
            <a:custGeom>
              <a:avLst/>
              <a:gdLst/>
              <a:ahLst/>
              <a:cxnLst/>
              <a:rect l="l" t="t" r="r" b="b"/>
              <a:pathLst>
                <a:path w="50800" h="81280">
                  <a:moveTo>
                    <a:pt x="50292" y="80867"/>
                  </a:moveTo>
                  <a:lnTo>
                    <a:pt x="0" y="80867"/>
                  </a:lnTo>
                  <a:lnTo>
                    <a:pt x="0" y="71723"/>
                  </a:lnTo>
                  <a:lnTo>
                    <a:pt x="22859" y="71723"/>
                  </a:lnTo>
                  <a:lnTo>
                    <a:pt x="22859" y="7620"/>
                  </a:lnTo>
                  <a:lnTo>
                    <a:pt x="0" y="24384"/>
                  </a:lnTo>
                  <a:lnTo>
                    <a:pt x="0" y="13716"/>
                  </a:lnTo>
                  <a:lnTo>
                    <a:pt x="18288" y="0"/>
                  </a:lnTo>
                  <a:lnTo>
                    <a:pt x="32004" y="0"/>
                  </a:lnTo>
                  <a:lnTo>
                    <a:pt x="32004" y="71723"/>
                  </a:lnTo>
                  <a:lnTo>
                    <a:pt x="50292" y="71723"/>
                  </a:lnTo>
                  <a:lnTo>
                    <a:pt x="50292" y="80867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1282350" y="2255996"/>
            <a:ext cx="1708150" cy="102235"/>
            <a:chOff x="1282350" y="2255996"/>
            <a:chExt cx="1708150" cy="102235"/>
          </a:xfrm>
        </p:grpSpPr>
        <p:pic>
          <p:nvPicPr>
            <p:cNvPr id="36" name="object 3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82350" y="2255996"/>
              <a:ext cx="90011" cy="100679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93697" y="2255996"/>
              <a:ext cx="218122" cy="102203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36204" y="2255996"/>
              <a:ext cx="97631" cy="102203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53647" y="2255996"/>
              <a:ext cx="222599" cy="102203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2000719" y="2256002"/>
              <a:ext cx="576580" cy="102235"/>
            </a:xfrm>
            <a:custGeom>
              <a:avLst/>
              <a:gdLst/>
              <a:ahLst/>
              <a:cxnLst/>
              <a:rect l="l" t="t" r="r" b="b"/>
              <a:pathLst>
                <a:path w="576580" h="102235">
                  <a:moveTo>
                    <a:pt x="30480" y="18288"/>
                  </a:moveTo>
                  <a:lnTo>
                    <a:pt x="28448" y="16764"/>
                  </a:lnTo>
                  <a:lnTo>
                    <a:pt x="24384" y="13716"/>
                  </a:lnTo>
                  <a:lnTo>
                    <a:pt x="21336" y="16764"/>
                  </a:lnTo>
                  <a:lnTo>
                    <a:pt x="21336" y="19812"/>
                  </a:lnTo>
                  <a:lnTo>
                    <a:pt x="21336" y="47332"/>
                  </a:lnTo>
                  <a:lnTo>
                    <a:pt x="21336" y="48856"/>
                  </a:lnTo>
                  <a:lnTo>
                    <a:pt x="21336" y="74764"/>
                  </a:lnTo>
                  <a:lnTo>
                    <a:pt x="6096" y="74764"/>
                  </a:lnTo>
                  <a:lnTo>
                    <a:pt x="6096" y="48856"/>
                  </a:lnTo>
                  <a:lnTo>
                    <a:pt x="21336" y="48856"/>
                  </a:lnTo>
                  <a:lnTo>
                    <a:pt x="21336" y="47332"/>
                  </a:lnTo>
                  <a:lnTo>
                    <a:pt x="6096" y="47332"/>
                  </a:lnTo>
                  <a:lnTo>
                    <a:pt x="6096" y="19812"/>
                  </a:lnTo>
                  <a:lnTo>
                    <a:pt x="21336" y="19812"/>
                  </a:lnTo>
                  <a:lnTo>
                    <a:pt x="21336" y="16764"/>
                  </a:lnTo>
                  <a:lnTo>
                    <a:pt x="6096" y="16764"/>
                  </a:lnTo>
                  <a:lnTo>
                    <a:pt x="0" y="13716"/>
                  </a:lnTo>
                  <a:lnTo>
                    <a:pt x="50" y="89992"/>
                  </a:lnTo>
                  <a:lnTo>
                    <a:pt x="6096" y="86956"/>
                  </a:lnTo>
                  <a:lnTo>
                    <a:pt x="6096" y="77812"/>
                  </a:lnTo>
                  <a:lnTo>
                    <a:pt x="21336" y="77812"/>
                  </a:lnTo>
                  <a:lnTo>
                    <a:pt x="21336" y="83908"/>
                  </a:lnTo>
                  <a:lnTo>
                    <a:pt x="27432" y="80860"/>
                  </a:lnTo>
                  <a:lnTo>
                    <a:pt x="27432" y="77812"/>
                  </a:lnTo>
                  <a:lnTo>
                    <a:pt x="27432" y="74764"/>
                  </a:lnTo>
                  <a:lnTo>
                    <a:pt x="27432" y="48856"/>
                  </a:lnTo>
                  <a:lnTo>
                    <a:pt x="27432" y="47332"/>
                  </a:lnTo>
                  <a:lnTo>
                    <a:pt x="27432" y="21336"/>
                  </a:lnTo>
                  <a:lnTo>
                    <a:pt x="28956" y="19812"/>
                  </a:lnTo>
                  <a:lnTo>
                    <a:pt x="30480" y="18288"/>
                  </a:lnTo>
                  <a:close/>
                </a:path>
                <a:path w="576580" h="102235">
                  <a:moveTo>
                    <a:pt x="96012" y="58000"/>
                  </a:moveTo>
                  <a:lnTo>
                    <a:pt x="88392" y="50380"/>
                  </a:lnTo>
                  <a:lnTo>
                    <a:pt x="82296" y="56476"/>
                  </a:lnTo>
                  <a:lnTo>
                    <a:pt x="82296" y="25996"/>
                  </a:lnTo>
                  <a:lnTo>
                    <a:pt x="85344" y="24472"/>
                  </a:lnTo>
                  <a:lnTo>
                    <a:pt x="83845" y="22948"/>
                  </a:lnTo>
                  <a:lnTo>
                    <a:pt x="79248" y="18288"/>
                  </a:lnTo>
                  <a:lnTo>
                    <a:pt x="76200" y="22948"/>
                  </a:lnTo>
                  <a:lnTo>
                    <a:pt x="76200" y="25996"/>
                  </a:lnTo>
                  <a:lnTo>
                    <a:pt x="76200" y="56476"/>
                  </a:lnTo>
                  <a:lnTo>
                    <a:pt x="60960" y="56476"/>
                  </a:lnTo>
                  <a:lnTo>
                    <a:pt x="61188" y="50380"/>
                  </a:lnTo>
                  <a:lnTo>
                    <a:pt x="61290" y="48856"/>
                  </a:lnTo>
                  <a:lnTo>
                    <a:pt x="61404" y="47332"/>
                  </a:lnTo>
                  <a:lnTo>
                    <a:pt x="61722" y="42951"/>
                  </a:lnTo>
                  <a:lnTo>
                    <a:pt x="62242" y="34836"/>
                  </a:lnTo>
                  <a:lnTo>
                    <a:pt x="62484" y="25996"/>
                  </a:lnTo>
                  <a:lnTo>
                    <a:pt x="76200" y="25996"/>
                  </a:lnTo>
                  <a:lnTo>
                    <a:pt x="76200" y="22948"/>
                  </a:lnTo>
                  <a:lnTo>
                    <a:pt x="62484" y="22948"/>
                  </a:lnTo>
                  <a:lnTo>
                    <a:pt x="62484" y="7620"/>
                  </a:lnTo>
                  <a:lnTo>
                    <a:pt x="65532" y="6096"/>
                  </a:lnTo>
                  <a:lnTo>
                    <a:pt x="56388" y="1524"/>
                  </a:lnTo>
                  <a:lnTo>
                    <a:pt x="56388" y="22948"/>
                  </a:lnTo>
                  <a:lnTo>
                    <a:pt x="56388" y="25996"/>
                  </a:lnTo>
                  <a:lnTo>
                    <a:pt x="56146" y="34836"/>
                  </a:lnTo>
                  <a:lnTo>
                    <a:pt x="55626" y="42951"/>
                  </a:lnTo>
                  <a:lnTo>
                    <a:pt x="55092" y="50380"/>
                  </a:lnTo>
                  <a:lnTo>
                    <a:pt x="54864" y="56476"/>
                  </a:lnTo>
                  <a:lnTo>
                    <a:pt x="42672" y="56476"/>
                  </a:lnTo>
                  <a:lnTo>
                    <a:pt x="42672" y="25996"/>
                  </a:lnTo>
                  <a:lnTo>
                    <a:pt x="56388" y="25996"/>
                  </a:lnTo>
                  <a:lnTo>
                    <a:pt x="56388" y="22948"/>
                  </a:lnTo>
                  <a:lnTo>
                    <a:pt x="42672" y="22948"/>
                  </a:lnTo>
                  <a:lnTo>
                    <a:pt x="36576" y="18288"/>
                  </a:lnTo>
                  <a:lnTo>
                    <a:pt x="36576" y="56476"/>
                  </a:lnTo>
                  <a:lnTo>
                    <a:pt x="28956" y="56476"/>
                  </a:lnTo>
                  <a:lnTo>
                    <a:pt x="32004" y="59524"/>
                  </a:lnTo>
                  <a:lnTo>
                    <a:pt x="36576" y="58000"/>
                  </a:lnTo>
                  <a:lnTo>
                    <a:pt x="54864" y="58000"/>
                  </a:lnTo>
                  <a:lnTo>
                    <a:pt x="30099" y="93624"/>
                  </a:lnTo>
                  <a:lnTo>
                    <a:pt x="16764" y="100672"/>
                  </a:lnTo>
                  <a:lnTo>
                    <a:pt x="18288" y="102196"/>
                  </a:lnTo>
                  <a:lnTo>
                    <a:pt x="52146" y="79438"/>
                  </a:lnTo>
                  <a:lnTo>
                    <a:pt x="59436" y="58000"/>
                  </a:lnTo>
                  <a:lnTo>
                    <a:pt x="62484" y="58000"/>
                  </a:lnTo>
                  <a:lnTo>
                    <a:pt x="79248" y="96100"/>
                  </a:lnTo>
                  <a:lnTo>
                    <a:pt x="86868" y="100672"/>
                  </a:lnTo>
                  <a:lnTo>
                    <a:pt x="88392" y="97624"/>
                  </a:lnTo>
                  <a:lnTo>
                    <a:pt x="94488" y="94576"/>
                  </a:lnTo>
                  <a:lnTo>
                    <a:pt x="94488" y="93052"/>
                  </a:lnTo>
                  <a:lnTo>
                    <a:pt x="88392" y="93052"/>
                  </a:lnTo>
                  <a:lnTo>
                    <a:pt x="83820" y="88480"/>
                  </a:lnTo>
                  <a:lnTo>
                    <a:pt x="64008" y="58000"/>
                  </a:lnTo>
                  <a:lnTo>
                    <a:pt x="96012" y="58000"/>
                  </a:lnTo>
                  <a:close/>
                </a:path>
                <a:path w="576580" h="102235">
                  <a:moveTo>
                    <a:pt x="163169" y="16764"/>
                  </a:moveTo>
                  <a:lnTo>
                    <a:pt x="161264" y="15240"/>
                  </a:lnTo>
                  <a:lnTo>
                    <a:pt x="155549" y="10668"/>
                  </a:lnTo>
                  <a:lnTo>
                    <a:pt x="154025" y="12954"/>
                  </a:lnTo>
                  <a:lnTo>
                    <a:pt x="154025" y="61048"/>
                  </a:lnTo>
                  <a:lnTo>
                    <a:pt x="132588" y="61048"/>
                  </a:lnTo>
                  <a:lnTo>
                    <a:pt x="132588" y="48856"/>
                  </a:lnTo>
                  <a:lnTo>
                    <a:pt x="154025" y="48856"/>
                  </a:lnTo>
                  <a:lnTo>
                    <a:pt x="154025" y="45808"/>
                  </a:lnTo>
                  <a:lnTo>
                    <a:pt x="132588" y="45808"/>
                  </a:lnTo>
                  <a:lnTo>
                    <a:pt x="132588" y="33616"/>
                  </a:lnTo>
                  <a:lnTo>
                    <a:pt x="154025" y="33616"/>
                  </a:lnTo>
                  <a:lnTo>
                    <a:pt x="154025" y="32092"/>
                  </a:lnTo>
                  <a:lnTo>
                    <a:pt x="132588" y="32092"/>
                  </a:lnTo>
                  <a:lnTo>
                    <a:pt x="132588" y="18288"/>
                  </a:lnTo>
                  <a:lnTo>
                    <a:pt x="154025" y="18288"/>
                  </a:lnTo>
                  <a:lnTo>
                    <a:pt x="154025" y="12954"/>
                  </a:lnTo>
                  <a:lnTo>
                    <a:pt x="152501" y="15240"/>
                  </a:lnTo>
                  <a:lnTo>
                    <a:pt x="140309" y="15240"/>
                  </a:lnTo>
                  <a:lnTo>
                    <a:pt x="143357" y="9144"/>
                  </a:lnTo>
                  <a:lnTo>
                    <a:pt x="146405" y="4572"/>
                  </a:lnTo>
                  <a:lnTo>
                    <a:pt x="149453" y="4572"/>
                  </a:lnTo>
                  <a:lnTo>
                    <a:pt x="141833" y="0"/>
                  </a:lnTo>
                  <a:lnTo>
                    <a:pt x="138785" y="9144"/>
                  </a:lnTo>
                  <a:lnTo>
                    <a:pt x="137160" y="15240"/>
                  </a:lnTo>
                  <a:lnTo>
                    <a:pt x="132588" y="15240"/>
                  </a:lnTo>
                  <a:lnTo>
                    <a:pt x="124968" y="12192"/>
                  </a:lnTo>
                  <a:lnTo>
                    <a:pt x="125780" y="18288"/>
                  </a:lnTo>
                  <a:lnTo>
                    <a:pt x="125895" y="19812"/>
                  </a:lnTo>
                  <a:lnTo>
                    <a:pt x="126009" y="22326"/>
                  </a:lnTo>
                  <a:lnTo>
                    <a:pt x="126301" y="29197"/>
                  </a:lnTo>
                  <a:lnTo>
                    <a:pt x="126377" y="35140"/>
                  </a:lnTo>
                  <a:lnTo>
                    <a:pt x="126492" y="61048"/>
                  </a:lnTo>
                  <a:lnTo>
                    <a:pt x="114300" y="61048"/>
                  </a:lnTo>
                  <a:lnTo>
                    <a:pt x="117348" y="65620"/>
                  </a:lnTo>
                  <a:lnTo>
                    <a:pt x="120396" y="64096"/>
                  </a:lnTo>
                  <a:lnTo>
                    <a:pt x="141833" y="64096"/>
                  </a:lnTo>
                  <a:lnTo>
                    <a:pt x="138658" y="70434"/>
                  </a:lnTo>
                  <a:lnTo>
                    <a:pt x="135636" y="76288"/>
                  </a:lnTo>
                  <a:lnTo>
                    <a:pt x="131064" y="82384"/>
                  </a:lnTo>
                  <a:lnTo>
                    <a:pt x="114300" y="99148"/>
                  </a:lnTo>
                  <a:lnTo>
                    <a:pt x="121920" y="96100"/>
                  </a:lnTo>
                  <a:lnTo>
                    <a:pt x="149453" y="64096"/>
                  </a:lnTo>
                  <a:lnTo>
                    <a:pt x="154025" y="64096"/>
                  </a:lnTo>
                  <a:lnTo>
                    <a:pt x="154025" y="91528"/>
                  </a:lnTo>
                  <a:lnTo>
                    <a:pt x="138785" y="91528"/>
                  </a:lnTo>
                  <a:lnTo>
                    <a:pt x="138785" y="93052"/>
                  </a:lnTo>
                  <a:lnTo>
                    <a:pt x="146405" y="94576"/>
                  </a:lnTo>
                  <a:lnTo>
                    <a:pt x="150977" y="97624"/>
                  </a:lnTo>
                  <a:lnTo>
                    <a:pt x="150977" y="102196"/>
                  </a:lnTo>
                  <a:lnTo>
                    <a:pt x="157073" y="99148"/>
                  </a:lnTo>
                  <a:lnTo>
                    <a:pt x="160121" y="96100"/>
                  </a:lnTo>
                  <a:lnTo>
                    <a:pt x="160121" y="64096"/>
                  </a:lnTo>
                  <a:lnTo>
                    <a:pt x="160121" y="48856"/>
                  </a:lnTo>
                  <a:lnTo>
                    <a:pt x="160121" y="45808"/>
                  </a:lnTo>
                  <a:lnTo>
                    <a:pt x="160121" y="33616"/>
                  </a:lnTo>
                  <a:lnTo>
                    <a:pt x="160121" y="32092"/>
                  </a:lnTo>
                  <a:lnTo>
                    <a:pt x="160121" y="19812"/>
                  </a:lnTo>
                  <a:lnTo>
                    <a:pt x="161645" y="18288"/>
                  </a:lnTo>
                  <a:lnTo>
                    <a:pt x="163169" y="16764"/>
                  </a:lnTo>
                  <a:close/>
                </a:path>
                <a:path w="576580" h="102235">
                  <a:moveTo>
                    <a:pt x="181457" y="56476"/>
                  </a:moveTo>
                  <a:lnTo>
                    <a:pt x="178409" y="54952"/>
                  </a:lnTo>
                  <a:lnTo>
                    <a:pt x="176885" y="51904"/>
                  </a:lnTo>
                  <a:lnTo>
                    <a:pt x="169265" y="44284"/>
                  </a:lnTo>
                  <a:lnTo>
                    <a:pt x="167741" y="45808"/>
                  </a:lnTo>
                  <a:lnTo>
                    <a:pt x="170789" y="51904"/>
                  </a:lnTo>
                  <a:lnTo>
                    <a:pt x="172313" y="58000"/>
                  </a:lnTo>
                  <a:lnTo>
                    <a:pt x="173837" y="62572"/>
                  </a:lnTo>
                  <a:lnTo>
                    <a:pt x="173837" y="65620"/>
                  </a:lnTo>
                  <a:lnTo>
                    <a:pt x="175361" y="68668"/>
                  </a:lnTo>
                  <a:lnTo>
                    <a:pt x="176885" y="68668"/>
                  </a:lnTo>
                  <a:lnTo>
                    <a:pt x="181457" y="64096"/>
                  </a:lnTo>
                  <a:lnTo>
                    <a:pt x="181457" y="56476"/>
                  </a:lnTo>
                  <a:close/>
                </a:path>
                <a:path w="576580" h="102235">
                  <a:moveTo>
                    <a:pt x="216509" y="33616"/>
                  </a:moveTo>
                  <a:lnTo>
                    <a:pt x="208889" y="25996"/>
                  </a:lnTo>
                  <a:lnTo>
                    <a:pt x="202793" y="32092"/>
                  </a:lnTo>
                  <a:lnTo>
                    <a:pt x="198221" y="32092"/>
                  </a:lnTo>
                  <a:lnTo>
                    <a:pt x="198221" y="7620"/>
                  </a:lnTo>
                  <a:lnTo>
                    <a:pt x="201269" y="4572"/>
                  </a:lnTo>
                  <a:lnTo>
                    <a:pt x="190601" y="0"/>
                  </a:lnTo>
                  <a:lnTo>
                    <a:pt x="191477" y="6286"/>
                  </a:lnTo>
                  <a:lnTo>
                    <a:pt x="191554" y="7620"/>
                  </a:lnTo>
                  <a:lnTo>
                    <a:pt x="191655" y="9144"/>
                  </a:lnTo>
                  <a:lnTo>
                    <a:pt x="191744" y="10668"/>
                  </a:lnTo>
                  <a:lnTo>
                    <a:pt x="191833" y="12192"/>
                  </a:lnTo>
                  <a:lnTo>
                    <a:pt x="191960" y="15240"/>
                  </a:lnTo>
                  <a:lnTo>
                    <a:pt x="192049" y="19812"/>
                  </a:lnTo>
                  <a:lnTo>
                    <a:pt x="192125" y="32092"/>
                  </a:lnTo>
                  <a:lnTo>
                    <a:pt x="161645" y="32092"/>
                  </a:lnTo>
                  <a:lnTo>
                    <a:pt x="164693" y="35140"/>
                  </a:lnTo>
                  <a:lnTo>
                    <a:pt x="167741" y="35140"/>
                  </a:lnTo>
                  <a:lnTo>
                    <a:pt x="172313" y="33616"/>
                  </a:lnTo>
                  <a:lnTo>
                    <a:pt x="192125" y="33616"/>
                  </a:lnTo>
                  <a:lnTo>
                    <a:pt x="192125" y="90004"/>
                  </a:lnTo>
                  <a:lnTo>
                    <a:pt x="190601" y="91528"/>
                  </a:lnTo>
                  <a:lnTo>
                    <a:pt x="181457" y="91528"/>
                  </a:lnTo>
                  <a:lnTo>
                    <a:pt x="173837" y="90004"/>
                  </a:lnTo>
                  <a:lnTo>
                    <a:pt x="173837" y="93052"/>
                  </a:lnTo>
                  <a:lnTo>
                    <a:pt x="182981" y="94576"/>
                  </a:lnTo>
                  <a:lnTo>
                    <a:pt x="187553" y="99148"/>
                  </a:lnTo>
                  <a:lnTo>
                    <a:pt x="187553" y="102196"/>
                  </a:lnTo>
                  <a:lnTo>
                    <a:pt x="195173" y="99148"/>
                  </a:lnTo>
                  <a:lnTo>
                    <a:pt x="198221" y="96100"/>
                  </a:lnTo>
                  <a:lnTo>
                    <a:pt x="198221" y="91528"/>
                  </a:lnTo>
                  <a:lnTo>
                    <a:pt x="198221" y="33616"/>
                  </a:lnTo>
                  <a:lnTo>
                    <a:pt x="216509" y="33616"/>
                  </a:lnTo>
                  <a:close/>
                </a:path>
                <a:path w="576580" h="102235">
                  <a:moveTo>
                    <a:pt x="268325" y="22948"/>
                  </a:moveTo>
                  <a:lnTo>
                    <a:pt x="266801" y="19812"/>
                  </a:lnTo>
                  <a:lnTo>
                    <a:pt x="266801" y="16764"/>
                  </a:lnTo>
                  <a:lnTo>
                    <a:pt x="260705" y="12192"/>
                  </a:lnTo>
                  <a:lnTo>
                    <a:pt x="251561" y="6096"/>
                  </a:lnTo>
                  <a:lnTo>
                    <a:pt x="250037" y="7620"/>
                  </a:lnTo>
                  <a:lnTo>
                    <a:pt x="256133" y="13716"/>
                  </a:lnTo>
                  <a:lnTo>
                    <a:pt x="259181" y="19812"/>
                  </a:lnTo>
                  <a:lnTo>
                    <a:pt x="260705" y="24472"/>
                  </a:lnTo>
                  <a:lnTo>
                    <a:pt x="262229" y="27520"/>
                  </a:lnTo>
                  <a:lnTo>
                    <a:pt x="262229" y="29044"/>
                  </a:lnTo>
                  <a:lnTo>
                    <a:pt x="263753" y="29044"/>
                  </a:lnTo>
                  <a:lnTo>
                    <a:pt x="268325" y="24472"/>
                  </a:lnTo>
                  <a:lnTo>
                    <a:pt x="268325" y="22948"/>
                  </a:lnTo>
                  <a:close/>
                </a:path>
                <a:path w="576580" h="102235">
                  <a:moveTo>
                    <a:pt x="312610" y="65620"/>
                  </a:moveTo>
                  <a:lnTo>
                    <a:pt x="309562" y="62572"/>
                  </a:lnTo>
                  <a:lnTo>
                    <a:pt x="308038" y="59524"/>
                  </a:lnTo>
                  <a:lnTo>
                    <a:pt x="301942" y="56476"/>
                  </a:lnTo>
                  <a:lnTo>
                    <a:pt x="288226" y="50380"/>
                  </a:lnTo>
                  <a:lnTo>
                    <a:pt x="286702" y="51904"/>
                  </a:lnTo>
                  <a:lnTo>
                    <a:pt x="292989" y="57340"/>
                  </a:lnTo>
                  <a:lnTo>
                    <a:pt x="298132" y="62191"/>
                  </a:lnTo>
                  <a:lnTo>
                    <a:pt x="302133" y="66484"/>
                  </a:lnTo>
                  <a:lnTo>
                    <a:pt x="304990" y="70192"/>
                  </a:lnTo>
                  <a:lnTo>
                    <a:pt x="309562" y="74764"/>
                  </a:lnTo>
                  <a:lnTo>
                    <a:pt x="311086" y="74764"/>
                  </a:lnTo>
                  <a:lnTo>
                    <a:pt x="311086" y="71716"/>
                  </a:lnTo>
                  <a:lnTo>
                    <a:pt x="312610" y="71716"/>
                  </a:lnTo>
                  <a:lnTo>
                    <a:pt x="312610" y="65620"/>
                  </a:lnTo>
                  <a:close/>
                </a:path>
                <a:path w="576580" h="102235">
                  <a:moveTo>
                    <a:pt x="335470" y="35140"/>
                  </a:moveTo>
                  <a:lnTo>
                    <a:pt x="327850" y="29044"/>
                  </a:lnTo>
                  <a:lnTo>
                    <a:pt x="324802" y="33616"/>
                  </a:lnTo>
                  <a:lnTo>
                    <a:pt x="286702" y="33616"/>
                  </a:lnTo>
                  <a:lnTo>
                    <a:pt x="288226" y="25996"/>
                  </a:lnTo>
                  <a:lnTo>
                    <a:pt x="289750" y="16764"/>
                  </a:lnTo>
                  <a:lnTo>
                    <a:pt x="289801" y="9105"/>
                  </a:lnTo>
                  <a:lnTo>
                    <a:pt x="294322" y="6096"/>
                  </a:lnTo>
                  <a:lnTo>
                    <a:pt x="282130" y="0"/>
                  </a:lnTo>
                  <a:lnTo>
                    <a:pt x="282016" y="13716"/>
                  </a:lnTo>
                  <a:lnTo>
                    <a:pt x="281940" y="17957"/>
                  </a:lnTo>
                  <a:lnTo>
                    <a:pt x="281838" y="19812"/>
                  </a:lnTo>
                  <a:lnTo>
                    <a:pt x="281482" y="26225"/>
                  </a:lnTo>
                  <a:lnTo>
                    <a:pt x="280606" y="33616"/>
                  </a:lnTo>
                  <a:lnTo>
                    <a:pt x="239369" y="33616"/>
                  </a:lnTo>
                  <a:lnTo>
                    <a:pt x="243941" y="38188"/>
                  </a:lnTo>
                  <a:lnTo>
                    <a:pt x="246989" y="36664"/>
                  </a:lnTo>
                  <a:lnTo>
                    <a:pt x="279082" y="36664"/>
                  </a:lnTo>
                  <a:lnTo>
                    <a:pt x="263753" y="73240"/>
                  </a:lnTo>
                  <a:lnTo>
                    <a:pt x="234797" y="100672"/>
                  </a:lnTo>
                  <a:lnTo>
                    <a:pt x="236321" y="102196"/>
                  </a:lnTo>
                  <a:lnTo>
                    <a:pt x="266801" y="79336"/>
                  </a:lnTo>
                  <a:lnTo>
                    <a:pt x="286702" y="36664"/>
                  </a:lnTo>
                  <a:lnTo>
                    <a:pt x="324802" y="36664"/>
                  </a:lnTo>
                  <a:lnTo>
                    <a:pt x="319874" y="82105"/>
                  </a:lnTo>
                  <a:lnTo>
                    <a:pt x="315658" y="91528"/>
                  </a:lnTo>
                  <a:lnTo>
                    <a:pt x="301942" y="91528"/>
                  </a:lnTo>
                  <a:lnTo>
                    <a:pt x="292798" y="90004"/>
                  </a:lnTo>
                  <a:lnTo>
                    <a:pt x="292798" y="91528"/>
                  </a:lnTo>
                  <a:lnTo>
                    <a:pt x="301942" y="93052"/>
                  </a:lnTo>
                  <a:lnTo>
                    <a:pt x="308038" y="97624"/>
                  </a:lnTo>
                  <a:lnTo>
                    <a:pt x="309562" y="102196"/>
                  </a:lnTo>
                  <a:lnTo>
                    <a:pt x="318706" y="99148"/>
                  </a:lnTo>
                  <a:lnTo>
                    <a:pt x="321754" y="96100"/>
                  </a:lnTo>
                  <a:lnTo>
                    <a:pt x="323278" y="93052"/>
                  </a:lnTo>
                  <a:lnTo>
                    <a:pt x="324802" y="91528"/>
                  </a:lnTo>
                  <a:lnTo>
                    <a:pt x="326326" y="90004"/>
                  </a:lnTo>
                  <a:lnTo>
                    <a:pt x="326326" y="85432"/>
                  </a:lnTo>
                  <a:lnTo>
                    <a:pt x="327469" y="79133"/>
                  </a:lnTo>
                  <a:lnTo>
                    <a:pt x="328612" y="69240"/>
                  </a:lnTo>
                  <a:lnTo>
                    <a:pt x="329755" y="55651"/>
                  </a:lnTo>
                  <a:lnTo>
                    <a:pt x="330898" y="38188"/>
                  </a:lnTo>
                  <a:lnTo>
                    <a:pt x="333184" y="36664"/>
                  </a:lnTo>
                  <a:lnTo>
                    <a:pt x="335470" y="35140"/>
                  </a:lnTo>
                  <a:close/>
                </a:path>
                <a:path w="576580" h="102235">
                  <a:moveTo>
                    <a:pt x="388810" y="6096"/>
                  </a:moveTo>
                  <a:lnTo>
                    <a:pt x="379666" y="0"/>
                  </a:lnTo>
                  <a:lnTo>
                    <a:pt x="377355" y="8001"/>
                  </a:lnTo>
                  <a:lnTo>
                    <a:pt x="374904" y="16014"/>
                  </a:lnTo>
                  <a:lnTo>
                    <a:pt x="358063" y="52666"/>
                  </a:lnTo>
                  <a:lnTo>
                    <a:pt x="353758" y="59524"/>
                  </a:lnTo>
                  <a:lnTo>
                    <a:pt x="355282" y="61048"/>
                  </a:lnTo>
                  <a:lnTo>
                    <a:pt x="363093" y="50761"/>
                  </a:lnTo>
                  <a:lnTo>
                    <a:pt x="367499" y="44767"/>
                  </a:lnTo>
                  <a:lnTo>
                    <a:pt x="372046" y="38188"/>
                  </a:lnTo>
                  <a:lnTo>
                    <a:pt x="372046" y="102196"/>
                  </a:lnTo>
                  <a:lnTo>
                    <a:pt x="378142" y="99148"/>
                  </a:lnTo>
                  <a:lnTo>
                    <a:pt x="378142" y="38188"/>
                  </a:lnTo>
                  <a:lnTo>
                    <a:pt x="378142" y="36664"/>
                  </a:lnTo>
                  <a:lnTo>
                    <a:pt x="381190" y="35140"/>
                  </a:lnTo>
                  <a:lnTo>
                    <a:pt x="375094" y="30568"/>
                  </a:lnTo>
                  <a:lnTo>
                    <a:pt x="378142" y="25996"/>
                  </a:lnTo>
                  <a:lnTo>
                    <a:pt x="381190" y="18288"/>
                  </a:lnTo>
                  <a:lnTo>
                    <a:pt x="385762" y="7620"/>
                  </a:lnTo>
                  <a:lnTo>
                    <a:pt x="388810" y="6096"/>
                  </a:lnTo>
                  <a:close/>
                </a:path>
                <a:path w="576580" h="102235">
                  <a:moveTo>
                    <a:pt x="410146" y="65620"/>
                  </a:moveTo>
                  <a:lnTo>
                    <a:pt x="396430" y="38188"/>
                  </a:lnTo>
                  <a:lnTo>
                    <a:pt x="394906" y="39712"/>
                  </a:lnTo>
                  <a:lnTo>
                    <a:pt x="397954" y="48856"/>
                  </a:lnTo>
                  <a:lnTo>
                    <a:pt x="401002" y="56476"/>
                  </a:lnTo>
                  <a:lnTo>
                    <a:pt x="401002" y="62572"/>
                  </a:lnTo>
                  <a:lnTo>
                    <a:pt x="402526" y="68668"/>
                  </a:lnTo>
                  <a:lnTo>
                    <a:pt x="404050" y="73240"/>
                  </a:lnTo>
                  <a:lnTo>
                    <a:pt x="404050" y="80860"/>
                  </a:lnTo>
                  <a:lnTo>
                    <a:pt x="405574" y="80860"/>
                  </a:lnTo>
                  <a:lnTo>
                    <a:pt x="410146" y="76288"/>
                  </a:lnTo>
                  <a:lnTo>
                    <a:pt x="410146" y="65620"/>
                  </a:lnTo>
                  <a:close/>
                </a:path>
                <a:path w="576580" h="102235">
                  <a:moveTo>
                    <a:pt x="420916" y="12192"/>
                  </a:moveTo>
                  <a:lnTo>
                    <a:pt x="416344" y="7620"/>
                  </a:lnTo>
                  <a:lnTo>
                    <a:pt x="408622" y="1524"/>
                  </a:lnTo>
                  <a:lnTo>
                    <a:pt x="407098" y="1524"/>
                  </a:lnTo>
                  <a:lnTo>
                    <a:pt x="411670" y="9144"/>
                  </a:lnTo>
                  <a:lnTo>
                    <a:pt x="413194" y="13716"/>
                  </a:lnTo>
                  <a:lnTo>
                    <a:pt x="414820" y="18288"/>
                  </a:lnTo>
                  <a:lnTo>
                    <a:pt x="414820" y="22948"/>
                  </a:lnTo>
                  <a:lnTo>
                    <a:pt x="417868" y="22948"/>
                  </a:lnTo>
                  <a:lnTo>
                    <a:pt x="419392" y="21336"/>
                  </a:lnTo>
                  <a:lnTo>
                    <a:pt x="420916" y="19812"/>
                  </a:lnTo>
                  <a:lnTo>
                    <a:pt x="420916" y="12192"/>
                  </a:lnTo>
                  <a:close/>
                </a:path>
                <a:path w="576580" h="102235">
                  <a:moveTo>
                    <a:pt x="452920" y="29044"/>
                  </a:moveTo>
                  <a:lnTo>
                    <a:pt x="443776" y="19812"/>
                  </a:lnTo>
                  <a:lnTo>
                    <a:pt x="437680" y="25996"/>
                  </a:lnTo>
                  <a:lnTo>
                    <a:pt x="384238" y="25996"/>
                  </a:lnTo>
                  <a:lnTo>
                    <a:pt x="388810" y="30568"/>
                  </a:lnTo>
                  <a:lnTo>
                    <a:pt x="391858" y="29044"/>
                  </a:lnTo>
                  <a:lnTo>
                    <a:pt x="452920" y="29044"/>
                  </a:lnTo>
                  <a:close/>
                </a:path>
                <a:path w="576580" h="102235">
                  <a:moveTo>
                    <a:pt x="457492" y="94576"/>
                  </a:moveTo>
                  <a:lnTo>
                    <a:pt x="448348" y="85432"/>
                  </a:lnTo>
                  <a:lnTo>
                    <a:pt x="442252" y="91528"/>
                  </a:lnTo>
                  <a:lnTo>
                    <a:pt x="422440" y="91528"/>
                  </a:lnTo>
                  <a:lnTo>
                    <a:pt x="426478" y="80467"/>
                  </a:lnTo>
                  <a:lnTo>
                    <a:pt x="429679" y="70383"/>
                  </a:lnTo>
                  <a:lnTo>
                    <a:pt x="432295" y="61747"/>
                  </a:lnTo>
                  <a:lnTo>
                    <a:pt x="434632" y="54952"/>
                  </a:lnTo>
                  <a:lnTo>
                    <a:pt x="439204" y="41236"/>
                  </a:lnTo>
                  <a:lnTo>
                    <a:pt x="442252" y="39712"/>
                  </a:lnTo>
                  <a:lnTo>
                    <a:pt x="431584" y="33616"/>
                  </a:lnTo>
                  <a:lnTo>
                    <a:pt x="431584" y="38188"/>
                  </a:lnTo>
                  <a:lnTo>
                    <a:pt x="430060" y="45808"/>
                  </a:lnTo>
                  <a:lnTo>
                    <a:pt x="429971" y="46482"/>
                  </a:lnTo>
                  <a:lnTo>
                    <a:pt x="428536" y="57912"/>
                  </a:lnTo>
                  <a:lnTo>
                    <a:pt x="426250" y="66243"/>
                  </a:lnTo>
                  <a:lnTo>
                    <a:pt x="421678" y="83299"/>
                  </a:lnTo>
                  <a:lnTo>
                    <a:pt x="419392" y="91528"/>
                  </a:lnTo>
                  <a:lnTo>
                    <a:pt x="382714" y="91528"/>
                  </a:lnTo>
                  <a:lnTo>
                    <a:pt x="385762" y="96100"/>
                  </a:lnTo>
                  <a:lnTo>
                    <a:pt x="388810" y="94576"/>
                  </a:lnTo>
                  <a:lnTo>
                    <a:pt x="457492" y="94576"/>
                  </a:lnTo>
                  <a:close/>
                </a:path>
                <a:path w="576580" h="102235">
                  <a:moveTo>
                    <a:pt x="512343" y="35140"/>
                  </a:moveTo>
                  <a:lnTo>
                    <a:pt x="504723" y="29044"/>
                  </a:lnTo>
                  <a:lnTo>
                    <a:pt x="500151" y="33616"/>
                  </a:lnTo>
                  <a:lnTo>
                    <a:pt x="497103" y="33616"/>
                  </a:lnTo>
                  <a:lnTo>
                    <a:pt x="497103" y="10668"/>
                  </a:lnTo>
                  <a:lnTo>
                    <a:pt x="500151" y="7620"/>
                  </a:lnTo>
                  <a:lnTo>
                    <a:pt x="491007" y="1524"/>
                  </a:lnTo>
                  <a:lnTo>
                    <a:pt x="491007" y="33616"/>
                  </a:lnTo>
                  <a:lnTo>
                    <a:pt x="474243" y="33616"/>
                  </a:lnTo>
                  <a:lnTo>
                    <a:pt x="478815" y="36664"/>
                  </a:lnTo>
                  <a:lnTo>
                    <a:pt x="481863" y="36664"/>
                  </a:lnTo>
                  <a:lnTo>
                    <a:pt x="484911" y="35140"/>
                  </a:lnTo>
                  <a:lnTo>
                    <a:pt x="491007" y="35140"/>
                  </a:lnTo>
                  <a:lnTo>
                    <a:pt x="491007" y="71716"/>
                  </a:lnTo>
                  <a:lnTo>
                    <a:pt x="485203" y="73177"/>
                  </a:lnTo>
                  <a:lnTo>
                    <a:pt x="479031" y="73177"/>
                  </a:lnTo>
                  <a:lnTo>
                    <a:pt x="474243" y="74764"/>
                  </a:lnTo>
                  <a:lnTo>
                    <a:pt x="478815" y="82384"/>
                  </a:lnTo>
                  <a:lnTo>
                    <a:pt x="481672" y="80467"/>
                  </a:lnTo>
                  <a:lnTo>
                    <a:pt x="487959" y="77241"/>
                  </a:lnTo>
                  <a:lnTo>
                    <a:pt x="497674" y="73177"/>
                  </a:lnTo>
                  <a:lnTo>
                    <a:pt x="506374" y="70192"/>
                  </a:lnTo>
                  <a:lnTo>
                    <a:pt x="510819" y="68668"/>
                  </a:lnTo>
                  <a:lnTo>
                    <a:pt x="510819" y="65620"/>
                  </a:lnTo>
                  <a:lnTo>
                    <a:pt x="497103" y="70192"/>
                  </a:lnTo>
                  <a:lnTo>
                    <a:pt x="497103" y="35140"/>
                  </a:lnTo>
                  <a:lnTo>
                    <a:pt x="512343" y="35140"/>
                  </a:lnTo>
                  <a:close/>
                </a:path>
                <a:path w="576580" h="102235">
                  <a:moveTo>
                    <a:pt x="538264" y="39712"/>
                  </a:moveTo>
                  <a:lnTo>
                    <a:pt x="536740" y="38188"/>
                  </a:lnTo>
                  <a:lnTo>
                    <a:pt x="532168" y="33616"/>
                  </a:lnTo>
                  <a:lnTo>
                    <a:pt x="530644" y="35902"/>
                  </a:lnTo>
                  <a:lnTo>
                    <a:pt x="530644" y="41236"/>
                  </a:lnTo>
                  <a:lnTo>
                    <a:pt x="530644" y="59524"/>
                  </a:lnTo>
                  <a:lnTo>
                    <a:pt x="518452" y="59524"/>
                  </a:lnTo>
                  <a:lnTo>
                    <a:pt x="518452" y="41236"/>
                  </a:lnTo>
                  <a:lnTo>
                    <a:pt x="530644" y="41236"/>
                  </a:lnTo>
                  <a:lnTo>
                    <a:pt x="530644" y="35902"/>
                  </a:lnTo>
                  <a:lnTo>
                    <a:pt x="529120" y="38188"/>
                  </a:lnTo>
                  <a:lnTo>
                    <a:pt x="518452" y="38188"/>
                  </a:lnTo>
                  <a:lnTo>
                    <a:pt x="513880" y="35140"/>
                  </a:lnTo>
                  <a:lnTo>
                    <a:pt x="513880" y="67144"/>
                  </a:lnTo>
                  <a:lnTo>
                    <a:pt x="518452" y="65620"/>
                  </a:lnTo>
                  <a:lnTo>
                    <a:pt x="518452" y="62572"/>
                  </a:lnTo>
                  <a:lnTo>
                    <a:pt x="530644" y="62572"/>
                  </a:lnTo>
                  <a:lnTo>
                    <a:pt x="530644" y="65620"/>
                  </a:lnTo>
                  <a:lnTo>
                    <a:pt x="535216" y="64096"/>
                  </a:lnTo>
                  <a:lnTo>
                    <a:pt x="535216" y="62572"/>
                  </a:lnTo>
                  <a:lnTo>
                    <a:pt x="535216" y="59524"/>
                  </a:lnTo>
                  <a:lnTo>
                    <a:pt x="535216" y="41236"/>
                  </a:lnTo>
                  <a:lnTo>
                    <a:pt x="538264" y="39712"/>
                  </a:lnTo>
                  <a:close/>
                </a:path>
                <a:path w="576580" h="102235">
                  <a:moveTo>
                    <a:pt x="539788" y="73253"/>
                  </a:moveTo>
                  <a:lnTo>
                    <a:pt x="526110" y="76365"/>
                  </a:lnTo>
                  <a:lnTo>
                    <a:pt x="515023" y="78765"/>
                  </a:lnTo>
                  <a:lnTo>
                    <a:pt x="506780" y="80314"/>
                  </a:lnTo>
                  <a:lnTo>
                    <a:pt x="501675" y="80860"/>
                  </a:lnTo>
                  <a:lnTo>
                    <a:pt x="506247" y="88480"/>
                  </a:lnTo>
                  <a:lnTo>
                    <a:pt x="509993" y="85915"/>
                  </a:lnTo>
                  <a:lnTo>
                    <a:pt x="516737" y="82765"/>
                  </a:lnTo>
                  <a:lnTo>
                    <a:pt x="526618" y="79057"/>
                  </a:lnTo>
                  <a:lnTo>
                    <a:pt x="539788" y="74764"/>
                  </a:lnTo>
                  <a:lnTo>
                    <a:pt x="539788" y="73253"/>
                  </a:lnTo>
                  <a:close/>
                </a:path>
                <a:path w="576580" h="102235">
                  <a:moveTo>
                    <a:pt x="568833" y="10668"/>
                  </a:moveTo>
                  <a:lnTo>
                    <a:pt x="564261" y="6096"/>
                  </a:lnTo>
                  <a:lnTo>
                    <a:pt x="555117" y="1524"/>
                  </a:lnTo>
                  <a:lnTo>
                    <a:pt x="553593" y="3048"/>
                  </a:lnTo>
                  <a:lnTo>
                    <a:pt x="558165" y="7620"/>
                  </a:lnTo>
                  <a:lnTo>
                    <a:pt x="561213" y="12192"/>
                  </a:lnTo>
                  <a:lnTo>
                    <a:pt x="564261" y="15240"/>
                  </a:lnTo>
                  <a:lnTo>
                    <a:pt x="564261" y="16764"/>
                  </a:lnTo>
                  <a:lnTo>
                    <a:pt x="565785" y="18288"/>
                  </a:lnTo>
                  <a:lnTo>
                    <a:pt x="567309" y="18288"/>
                  </a:lnTo>
                  <a:lnTo>
                    <a:pt x="567309" y="16764"/>
                  </a:lnTo>
                  <a:lnTo>
                    <a:pt x="568833" y="15240"/>
                  </a:lnTo>
                  <a:lnTo>
                    <a:pt x="568833" y="10668"/>
                  </a:lnTo>
                  <a:close/>
                </a:path>
                <a:path w="576580" h="102235">
                  <a:moveTo>
                    <a:pt x="576453" y="25996"/>
                  </a:moveTo>
                  <a:lnTo>
                    <a:pt x="568833" y="16764"/>
                  </a:lnTo>
                  <a:lnTo>
                    <a:pt x="562737" y="22948"/>
                  </a:lnTo>
                  <a:lnTo>
                    <a:pt x="547408" y="22948"/>
                  </a:lnTo>
                  <a:lnTo>
                    <a:pt x="547408" y="7620"/>
                  </a:lnTo>
                  <a:lnTo>
                    <a:pt x="550456" y="4572"/>
                  </a:lnTo>
                  <a:lnTo>
                    <a:pt x="541312" y="0"/>
                  </a:lnTo>
                  <a:lnTo>
                    <a:pt x="541312" y="22948"/>
                  </a:lnTo>
                  <a:lnTo>
                    <a:pt x="506247" y="22948"/>
                  </a:lnTo>
                  <a:lnTo>
                    <a:pt x="509295" y="27520"/>
                  </a:lnTo>
                  <a:lnTo>
                    <a:pt x="512343" y="25996"/>
                  </a:lnTo>
                  <a:lnTo>
                    <a:pt x="541312" y="25996"/>
                  </a:lnTo>
                  <a:lnTo>
                    <a:pt x="541375" y="29044"/>
                  </a:lnTo>
                  <a:lnTo>
                    <a:pt x="541477" y="33616"/>
                  </a:lnTo>
                  <a:lnTo>
                    <a:pt x="541591" y="39141"/>
                  </a:lnTo>
                  <a:lnTo>
                    <a:pt x="541629" y="39712"/>
                  </a:lnTo>
                  <a:lnTo>
                    <a:pt x="541743" y="41236"/>
                  </a:lnTo>
                  <a:lnTo>
                    <a:pt x="541845" y="42760"/>
                  </a:lnTo>
                  <a:lnTo>
                    <a:pt x="542455" y="51142"/>
                  </a:lnTo>
                  <a:lnTo>
                    <a:pt x="543877" y="62001"/>
                  </a:lnTo>
                  <a:lnTo>
                    <a:pt x="543991" y="62572"/>
                  </a:lnTo>
                  <a:lnTo>
                    <a:pt x="545884" y="71716"/>
                  </a:lnTo>
                  <a:lnTo>
                    <a:pt x="540473" y="79679"/>
                  </a:lnTo>
                  <a:lnTo>
                    <a:pt x="533501" y="87337"/>
                  </a:lnTo>
                  <a:lnTo>
                    <a:pt x="525094" y="94437"/>
                  </a:lnTo>
                  <a:lnTo>
                    <a:pt x="515404" y="100672"/>
                  </a:lnTo>
                  <a:lnTo>
                    <a:pt x="516928" y="102196"/>
                  </a:lnTo>
                  <a:lnTo>
                    <a:pt x="525780" y="97967"/>
                  </a:lnTo>
                  <a:lnTo>
                    <a:pt x="534073" y="92290"/>
                  </a:lnTo>
                  <a:lnTo>
                    <a:pt x="541820" y="85432"/>
                  </a:lnTo>
                  <a:lnTo>
                    <a:pt x="548932" y="77812"/>
                  </a:lnTo>
                  <a:lnTo>
                    <a:pt x="556641" y="88480"/>
                  </a:lnTo>
                  <a:lnTo>
                    <a:pt x="561213" y="94576"/>
                  </a:lnTo>
                  <a:lnTo>
                    <a:pt x="565785" y="96100"/>
                  </a:lnTo>
                  <a:lnTo>
                    <a:pt x="570357" y="99148"/>
                  </a:lnTo>
                  <a:lnTo>
                    <a:pt x="573405" y="100672"/>
                  </a:lnTo>
                  <a:lnTo>
                    <a:pt x="574929" y="100672"/>
                  </a:lnTo>
                  <a:lnTo>
                    <a:pt x="574929" y="96100"/>
                  </a:lnTo>
                  <a:lnTo>
                    <a:pt x="573405" y="93052"/>
                  </a:lnTo>
                  <a:lnTo>
                    <a:pt x="574421" y="90004"/>
                  </a:lnTo>
                  <a:lnTo>
                    <a:pt x="574929" y="88480"/>
                  </a:lnTo>
                  <a:lnTo>
                    <a:pt x="574929" y="77812"/>
                  </a:lnTo>
                  <a:lnTo>
                    <a:pt x="576453" y="71716"/>
                  </a:lnTo>
                  <a:lnTo>
                    <a:pt x="573405" y="70192"/>
                  </a:lnTo>
                  <a:lnTo>
                    <a:pt x="570357" y="85432"/>
                  </a:lnTo>
                  <a:lnTo>
                    <a:pt x="568833" y="90004"/>
                  </a:lnTo>
                  <a:lnTo>
                    <a:pt x="562737" y="85432"/>
                  </a:lnTo>
                  <a:lnTo>
                    <a:pt x="558165" y="79336"/>
                  </a:lnTo>
                  <a:lnTo>
                    <a:pt x="557250" y="77812"/>
                  </a:lnTo>
                  <a:lnTo>
                    <a:pt x="553593" y="71716"/>
                  </a:lnTo>
                  <a:lnTo>
                    <a:pt x="556641" y="67144"/>
                  </a:lnTo>
                  <a:lnTo>
                    <a:pt x="557250" y="65620"/>
                  </a:lnTo>
                  <a:lnTo>
                    <a:pt x="559689" y="59524"/>
                  </a:lnTo>
                  <a:lnTo>
                    <a:pt x="562737" y="53428"/>
                  </a:lnTo>
                  <a:lnTo>
                    <a:pt x="565785" y="45808"/>
                  </a:lnTo>
                  <a:lnTo>
                    <a:pt x="567309" y="42760"/>
                  </a:lnTo>
                  <a:lnTo>
                    <a:pt x="570357" y="41236"/>
                  </a:lnTo>
                  <a:lnTo>
                    <a:pt x="561213" y="35140"/>
                  </a:lnTo>
                  <a:lnTo>
                    <a:pt x="561213" y="38188"/>
                  </a:lnTo>
                  <a:lnTo>
                    <a:pt x="559689" y="42760"/>
                  </a:lnTo>
                  <a:lnTo>
                    <a:pt x="556641" y="50380"/>
                  </a:lnTo>
                  <a:lnTo>
                    <a:pt x="555117" y="56476"/>
                  </a:lnTo>
                  <a:lnTo>
                    <a:pt x="553593" y="61048"/>
                  </a:lnTo>
                  <a:lnTo>
                    <a:pt x="547484" y="29044"/>
                  </a:lnTo>
                  <a:lnTo>
                    <a:pt x="547408" y="25996"/>
                  </a:lnTo>
                  <a:lnTo>
                    <a:pt x="576453" y="25996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596991" y="2255996"/>
              <a:ext cx="99155" cy="102203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715958" y="2255996"/>
              <a:ext cx="99060" cy="102203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834925" y="2255996"/>
              <a:ext cx="102108" cy="102203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2965989" y="2324671"/>
              <a:ext cx="24765" cy="22860"/>
            </a:xfrm>
            <a:custGeom>
              <a:avLst/>
              <a:gdLst/>
              <a:ahLst/>
              <a:cxnLst/>
              <a:rect l="l" t="t" r="r" b="b"/>
              <a:pathLst>
                <a:path w="24764" h="22860">
                  <a:moveTo>
                    <a:pt x="16859" y="22860"/>
                  </a:moveTo>
                  <a:lnTo>
                    <a:pt x="6191" y="22860"/>
                  </a:lnTo>
                  <a:lnTo>
                    <a:pt x="4667" y="19812"/>
                  </a:lnTo>
                  <a:lnTo>
                    <a:pt x="1619" y="18288"/>
                  </a:lnTo>
                  <a:lnTo>
                    <a:pt x="0" y="15240"/>
                  </a:lnTo>
                  <a:lnTo>
                    <a:pt x="0" y="9144"/>
                  </a:lnTo>
                  <a:lnTo>
                    <a:pt x="1619" y="7620"/>
                  </a:lnTo>
                  <a:lnTo>
                    <a:pt x="1619" y="4572"/>
                  </a:lnTo>
                  <a:lnTo>
                    <a:pt x="4667" y="1524"/>
                  </a:lnTo>
                  <a:lnTo>
                    <a:pt x="7715" y="0"/>
                  </a:lnTo>
                  <a:lnTo>
                    <a:pt x="18383" y="0"/>
                  </a:lnTo>
                  <a:lnTo>
                    <a:pt x="21431" y="1524"/>
                  </a:lnTo>
                  <a:lnTo>
                    <a:pt x="22955" y="3048"/>
                  </a:lnTo>
                  <a:lnTo>
                    <a:pt x="9239" y="3048"/>
                  </a:lnTo>
                  <a:lnTo>
                    <a:pt x="7715" y="4572"/>
                  </a:lnTo>
                  <a:lnTo>
                    <a:pt x="4667" y="6096"/>
                  </a:lnTo>
                  <a:lnTo>
                    <a:pt x="4667" y="16764"/>
                  </a:lnTo>
                  <a:lnTo>
                    <a:pt x="7715" y="18288"/>
                  </a:lnTo>
                  <a:lnTo>
                    <a:pt x="9239" y="19812"/>
                  </a:lnTo>
                  <a:lnTo>
                    <a:pt x="21431" y="19812"/>
                  </a:lnTo>
                  <a:lnTo>
                    <a:pt x="19907" y="21336"/>
                  </a:lnTo>
                  <a:lnTo>
                    <a:pt x="16859" y="22860"/>
                  </a:lnTo>
                  <a:close/>
                </a:path>
                <a:path w="24764" h="22860">
                  <a:moveTo>
                    <a:pt x="21431" y="19812"/>
                  </a:moveTo>
                  <a:lnTo>
                    <a:pt x="16859" y="19812"/>
                  </a:lnTo>
                  <a:lnTo>
                    <a:pt x="19907" y="16764"/>
                  </a:lnTo>
                  <a:lnTo>
                    <a:pt x="21431" y="13716"/>
                  </a:lnTo>
                  <a:lnTo>
                    <a:pt x="21431" y="7620"/>
                  </a:lnTo>
                  <a:lnTo>
                    <a:pt x="18383" y="4572"/>
                  </a:lnTo>
                  <a:lnTo>
                    <a:pt x="15335" y="3048"/>
                  </a:lnTo>
                  <a:lnTo>
                    <a:pt x="22955" y="3048"/>
                  </a:lnTo>
                  <a:lnTo>
                    <a:pt x="22955" y="6096"/>
                  </a:lnTo>
                  <a:lnTo>
                    <a:pt x="24479" y="7620"/>
                  </a:lnTo>
                  <a:lnTo>
                    <a:pt x="24479" y="15240"/>
                  </a:lnTo>
                  <a:lnTo>
                    <a:pt x="22955" y="18288"/>
                  </a:lnTo>
                  <a:lnTo>
                    <a:pt x="21431" y="19812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/>
          <p:nvPr/>
        </p:nvSpPr>
        <p:spPr>
          <a:xfrm>
            <a:off x="554913" y="2419260"/>
            <a:ext cx="100965" cy="84455"/>
          </a:xfrm>
          <a:custGeom>
            <a:avLst/>
            <a:gdLst/>
            <a:ahLst/>
            <a:cxnLst/>
            <a:rect l="l" t="t" r="r" b="b"/>
            <a:pathLst>
              <a:path w="100965" h="84455">
                <a:moveTo>
                  <a:pt x="50292" y="73253"/>
                </a:moveTo>
                <a:lnTo>
                  <a:pt x="13716" y="73253"/>
                </a:lnTo>
                <a:lnTo>
                  <a:pt x="33528" y="53441"/>
                </a:lnTo>
                <a:lnTo>
                  <a:pt x="38100" y="47345"/>
                </a:lnTo>
                <a:lnTo>
                  <a:pt x="42672" y="42672"/>
                </a:lnTo>
                <a:lnTo>
                  <a:pt x="45720" y="38100"/>
                </a:lnTo>
                <a:lnTo>
                  <a:pt x="48768" y="28956"/>
                </a:lnTo>
                <a:lnTo>
                  <a:pt x="48768" y="18288"/>
                </a:lnTo>
                <a:lnTo>
                  <a:pt x="47244" y="15240"/>
                </a:lnTo>
                <a:lnTo>
                  <a:pt x="45720" y="10668"/>
                </a:lnTo>
                <a:lnTo>
                  <a:pt x="44196" y="7620"/>
                </a:lnTo>
                <a:lnTo>
                  <a:pt x="41148" y="4572"/>
                </a:lnTo>
                <a:lnTo>
                  <a:pt x="38100" y="3048"/>
                </a:lnTo>
                <a:lnTo>
                  <a:pt x="33528" y="1524"/>
                </a:lnTo>
                <a:lnTo>
                  <a:pt x="30480" y="0"/>
                </a:lnTo>
                <a:lnTo>
                  <a:pt x="19812" y="0"/>
                </a:lnTo>
                <a:lnTo>
                  <a:pt x="15240" y="1524"/>
                </a:lnTo>
                <a:lnTo>
                  <a:pt x="12192" y="3048"/>
                </a:lnTo>
                <a:lnTo>
                  <a:pt x="7620" y="4572"/>
                </a:lnTo>
                <a:lnTo>
                  <a:pt x="4572" y="7620"/>
                </a:lnTo>
                <a:lnTo>
                  <a:pt x="3048" y="12192"/>
                </a:lnTo>
                <a:lnTo>
                  <a:pt x="1524" y="15240"/>
                </a:lnTo>
                <a:lnTo>
                  <a:pt x="0" y="19812"/>
                </a:lnTo>
                <a:lnTo>
                  <a:pt x="0" y="24384"/>
                </a:lnTo>
                <a:lnTo>
                  <a:pt x="9144" y="24384"/>
                </a:lnTo>
                <a:lnTo>
                  <a:pt x="9144" y="19812"/>
                </a:lnTo>
                <a:lnTo>
                  <a:pt x="10668" y="15240"/>
                </a:lnTo>
                <a:lnTo>
                  <a:pt x="13716" y="13716"/>
                </a:lnTo>
                <a:lnTo>
                  <a:pt x="16764" y="10668"/>
                </a:lnTo>
                <a:lnTo>
                  <a:pt x="19812" y="9144"/>
                </a:lnTo>
                <a:lnTo>
                  <a:pt x="28956" y="9144"/>
                </a:lnTo>
                <a:lnTo>
                  <a:pt x="32004" y="10668"/>
                </a:lnTo>
                <a:lnTo>
                  <a:pt x="35052" y="13716"/>
                </a:lnTo>
                <a:lnTo>
                  <a:pt x="38100" y="15240"/>
                </a:lnTo>
                <a:lnTo>
                  <a:pt x="39624" y="19812"/>
                </a:lnTo>
                <a:lnTo>
                  <a:pt x="39624" y="27432"/>
                </a:lnTo>
                <a:lnTo>
                  <a:pt x="36576" y="33528"/>
                </a:lnTo>
                <a:lnTo>
                  <a:pt x="33528" y="38100"/>
                </a:lnTo>
                <a:lnTo>
                  <a:pt x="30480" y="41148"/>
                </a:lnTo>
                <a:lnTo>
                  <a:pt x="27432" y="45821"/>
                </a:lnTo>
                <a:lnTo>
                  <a:pt x="1524" y="73253"/>
                </a:lnTo>
                <a:lnTo>
                  <a:pt x="1524" y="82397"/>
                </a:lnTo>
                <a:lnTo>
                  <a:pt x="50292" y="82397"/>
                </a:lnTo>
                <a:lnTo>
                  <a:pt x="50292" y="73253"/>
                </a:lnTo>
                <a:close/>
              </a:path>
              <a:path w="100965" h="84455">
                <a:moveTo>
                  <a:pt x="100685" y="70192"/>
                </a:moveTo>
                <a:lnTo>
                  <a:pt x="99161" y="68668"/>
                </a:lnTo>
                <a:lnTo>
                  <a:pt x="97637" y="65620"/>
                </a:lnTo>
                <a:lnTo>
                  <a:pt x="86969" y="65620"/>
                </a:lnTo>
                <a:lnTo>
                  <a:pt x="85445" y="68668"/>
                </a:lnTo>
                <a:lnTo>
                  <a:pt x="82397" y="71716"/>
                </a:lnTo>
                <a:lnTo>
                  <a:pt x="82397" y="77812"/>
                </a:lnTo>
                <a:lnTo>
                  <a:pt x="85445" y="80860"/>
                </a:lnTo>
                <a:lnTo>
                  <a:pt x="86969" y="83908"/>
                </a:lnTo>
                <a:lnTo>
                  <a:pt x="91541" y="83908"/>
                </a:lnTo>
                <a:lnTo>
                  <a:pt x="97637" y="83908"/>
                </a:lnTo>
                <a:lnTo>
                  <a:pt x="99161" y="80860"/>
                </a:lnTo>
                <a:lnTo>
                  <a:pt x="100685" y="79336"/>
                </a:lnTo>
                <a:lnTo>
                  <a:pt x="100685" y="7019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6" name="object 46" descr=""/>
          <p:cNvGrpSpPr/>
          <p:nvPr/>
        </p:nvGrpSpPr>
        <p:grpSpPr>
          <a:xfrm>
            <a:off x="751617" y="2410110"/>
            <a:ext cx="1717675" cy="104139"/>
            <a:chOff x="751617" y="2410110"/>
            <a:chExt cx="1717675" cy="104139"/>
          </a:xfrm>
        </p:grpSpPr>
        <p:pic>
          <p:nvPicPr>
            <p:cNvPr id="47" name="object 4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51617" y="2410110"/>
              <a:ext cx="222694" cy="103727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94124" y="2411634"/>
              <a:ext cx="96107" cy="100679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11567" y="2411634"/>
              <a:ext cx="341661" cy="102203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473041" y="2410110"/>
              <a:ext cx="102108" cy="99155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595056" y="2411634"/>
              <a:ext cx="221075" cy="100679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842039" y="2411634"/>
              <a:ext cx="90011" cy="100679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953387" y="2410110"/>
              <a:ext cx="102203" cy="103727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076926" y="2414682"/>
              <a:ext cx="94583" cy="97631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192845" y="2410110"/>
              <a:ext cx="213455" cy="102203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2444495" y="2478785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18288" y="1524"/>
                  </a:moveTo>
                  <a:lnTo>
                    <a:pt x="7620" y="1524"/>
                  </a:lnTo>
                  <a:lnTo>
                    <a:pt x="9144" y="0"/>
                  </a:lnTo>
                  <a:lnTo>
                    <a:pt x="16764" y="0"/>
                  </a:lnTo>
                  <a:lnTo>
                    <a:pt x="18288" y="1524"/>
                  </a:lnTo>
                  <a:close/>
                </a:path>
                <a:path w="24764" h="24764">
                  <a:moveTo>
                    <a:pt x="15240" y="24384"/>
                  </a:moveTo>
                  <a:lnTo>
                    <a:pt x="9144" y="24384"/>
                  </a:lnTo>
                  <a:lnTo>
                    <a:pt x="6096" y="22860"/>
                  </a:lnTo>
                  <a:lnTo>
                    <a:pt x="4572" y="19812"/>
                  </a:lnTo>
                  <a:lnTo>
                    <a:pt x="1524" y="18288"/>
                  </a:lnTo>
                  <a:lnTo>
                    <a:pt x="0" y="15240"/>
                  </a:lnTo>
                  <a:lnTo>
                    <a:pt x="0" y="10668"/>
                  </a:lnTo>
                  <a:lnTo>
                    <a:pt x="1524" y="7620"/>
                  </a:lnTo>
                  <a:lnTo>
                    <a:pt x="1524" y="4572"/>
                  </a:lnTo>
                  <a:lnTo>
                    <a:pt x="4572" y="1524"/>
                  </a:lnTo>
                  <a:lnTo>
                    <a:pt x="21336" y="1524"/>
                  </a:lnTo>
                  <a:lnTo>
                    <a:pt x="22860" y="3048"/>
                  </a:lnTo>
                  <a:lnTo>
                    <a:pt x="10668" y="3048"/>
                  </a:lnTo>
                  <a:lnTo>
                    <a:pt x="9144" y="4572"/>
                  </a:lnTo>
                  <a:lnTo>
                    <a:pt x="7620" y="4572"/>
                  </a:lnTo>
                  <a:lnTo>
                    <a:pt x="4572" y="6096"/>
                  </a:lnTo>
                  <a:lnTo>
                    <a:pt x="4572" y="16764"/>
                  </a:lnTo>
                  <a:lnTo>
                    <a:pt x="7620" y="18288"/>
                  </a:lnTo>
                  <a:lnTo>
                    <a:pt x="9144" y="19812"/>
                  </a:lnTo>
                  <a:lnTo>
                    <a:pt x="21336" y="19812"/>
                  </a:lnTo>
                  <a:lnTo>
                    <a:pt x="19812" y="21336"/>
                  </a:lnTo>
                  <a:lnTo>
                    <a:pt x="16764" y="22860"/>
                  </a:lnTo>
                  <a:lnTo>
                    <a:pt x="15240" y="24384"/>
                  </a:lnTo>
                  <a:close/>
                </a:path>
                <a:path w="24764" h="24764">
                  <a:moveTo>
                    <a:pt x="21336" y="19812"/>
                  </a:moveTo>
                  <a:lnTo>
                    <a:pt x="15240" y="19812"/>
                  </a:lnTo>
                  <a:lnTo>
                    <a:pt x="18288" y="18288"/>
                  </a:lnTo>
                  <a:lnTo>
                    <a:pt x="21336" y="15240"/>
                  </a:lnTo>
                  <a:lnTo>
                    <a:pt x="21336" y="7620"/>
                  </a:lnTo>
                  <a:lnTo>
                    <a:pt x="18288" y="4572"/>
                  </a:lnTo>
                  <a:lnTo>
                    <a:pt x="15240" y="4572"/>
                  </a:lnTo>
                  <a:lnTo>
                    <a:pt x="13716" y="3048"/>
                  </a:lnTo>
                  <a:lnTo>
                    <a:pt x="22860" y="3048"/>
                  </a:lnTo>
                  <a:lnTo>
                    <a:pt x="22860" y="6096"/>
                  </a:lnTo>
                  <a:lnTo>
                    <a:pt x="24384" y="9144"/>
                  </a:lnTo>
                  <a:lnTo>
                    <a:pt x="24384" y="16764"/>
                  </a:lnTo>
                  <a:lnTo>
                    <a:pt x="21336" y="19812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" name="object 57" descr=""/>
          <p:cNvGrpSpPr/>
          <p:nvPr/>
        </p:nvGrpSpPr>
        <p:grpSpPr>
          <a:xfrm>
            <a:off x="567118" y="2562796"/>
            <a:ext cx="401320" cy="107950"/>
            <a:chOff x="567118" y="2562796"/>
            <a:chExt cx="401320" cy="107950"/>
          </a:xfrm>
        </p:grpSpPr>
        <p:pic>
          <p:nvPicPr>
            <p:cNvPr id="58" name="object 58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67118" y="2562796"/>
              <a:ext cx="152495" cy="107950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47045" y="2570321"/>
              <a:ext cx="102203" cy="91535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885825" y="2562809"/>
              <a:ext cx="31115" cy="107950"/>
            </a:xfrm>
            <a:custGeom>
              <a:avLst/>
              <a:gdLst/>
              <a:ahLst/>
              <a:cxnLst/>
              <a:rect l="l" t="t" r="r" b="b"/>
              <a:pathLst>
                <a:path w="31115" h="107950">
                  <a:moveTo>
                    <a:pt x="30568" y="0"/>
                  </a:moveTo>
                  <a:lnTo>
                    <a:pt x="19900" y="0"/>
                  </a:lnTo>
                  <a:lnTo>
                    <a:pt x="19900" y="10160"/>
                  </a:lnTo>
                  <a:lnTo>
                    <a:pt x="19900" y="10566"/>
                  </a:lnTo>
                  <a:lnTo>
                    <a:pt x="19900" y="97536"/>
                  </a:lnTo>
                  <a:lnTo>
                    <a:pt x="19900" y="97790"/>
                  </a:lnTo>
                  <a:lnTo>
                    <a:pt x="16852" y="97790"/>
                  </a:lnTo>
                  <a:lnTo>
                    <a:pt x="16852" y="97536"/>
                  </a:lnTo>
                  <a:lnTo>
                    <a:pt x="19900" y="97536"/>
                  </a:lnTo>
                  <a:lnTo>
                    <a:pt x="19900" y="10566"/>
                  </a:lnTo>
                  <a:lnTo>
                    <a:pt x="16852" y="10566"/>
                  </a:lnTo>
                  <a:lnTo>
                    <a:pt x="16852" y="10160"/>
                  </a:lnTo>
                  <a:lnTo>
                    <a:pt x="19900" y="10160"/>
                  </a:lnTo>
                  <a:lnTo>
                    <a:pt x="19900" y="0"/>
                  </a:lnTo>
                  <a:lnTo>
                    <a:pt x="3048" y="0"/>
                  </a:lnTo>
                  <a:lnTo>
                    <a:pt x="3048" y="1270"/>
                  </a:lnTo>
                  <a:lnTo>
                    <a:pt x="3048" y="1422"/>
                  </a:lnTo>
                  <a:lnTo>
                    <a:pt x="1524" y="1422"/>
                  </a:lnTo>
                  <a:lnTo>
                    <a:pt x="1524" y="1270"/>
                  </a:lnTo>
                  <a:lnTo>
                    <a:pt x="3048" y="127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10160"/>
                  </a:lnTo>
                  <a:lnTo>
                    <a:pt x="0" y="12700"/>
                  </a:lnTo>
                  <a:lnTo>
                    <a:pt x="16852" y="12700"/>
                  </a:lnTo>
                  <a:lnTo>
                    <a:pt x="16852" y="96520"/>
                  </a:lnTo>
                  <a:lnTo>
                    <a:pt x="0" y="96520"/>
                  </a:lnTo>
                  <a:lnTo>
                    <a:pt x="0" y="97790"/>
                  </a:lnTo>
                  <a:lnTo>
                    <a:pt x="0" y="106680"/>
                  </a:lnTo>
                  <a:lnTo>
                    <a:pt x="0" y="107950"/>
                  </a:lnTo>
                  <a:lnTo>
                    <a:pt x="30568" y="107950"/>
                  </a:lnTo>
                  <a:lnTo>
                    <a:pt x="30568" y="106680"/>
                  </a:lnTo>
                  <a:lnTo>
                    <a:pt x="30568" y="1422"/>
                  </a:lnTo>
                  <a:lnTo>
                    <a:pt x="29044" y="1422"/>
                  </a:lnTo>
                  <a:lnTo>
                    <a:pt x="27520" y="1422"/>
                  </a:lnTo>
                  <a:lnTo>
                    <a:pt x="27520" y="8890"/>
                  </a:lnTo>
                  <a:lnTo>
                    <a:pt x="27520" y="9042"/>
                  </a:lnTo>
                  <a:lnTo>
                    <a:pt x="21424" y="9042"/>
                  </a:lnTo>
                  <a:lnTo>
                    <a:pt x="21424" y="8890"/>
                  </a:lnTo>
                  <a:lnTo>
                    <a:pt x="27520" y="8890"/>
                  </a:lnTo>
                  <a:lnTo>
                    <a:pt x="27520" y="1422"/>
                  </a:lnTo>
                  <a:lnTo>
                    <a:pt x="27520" y="1270"/>
                  </a:lnTo>
                  <a:lnTo>
                    <a:pt x="30568" y="1270"/>
                  </a:lnTo>
                  <a:lnTo>
                    <a:pt x="30568" y="0"/>
                  </a:lnTo>
                  <a:close/>
                </a:path>
              </a:pathLst>
            </a:custGeom>
            <a:solidFill>
              <a:srgbClr val="A3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951452" y="2617565"/>
              <a:ext cx="17145" cy="41275"/>
            </a:xfrm>
            <a:custGeom>
              <a:avLst/>
              <a:gdLst/>
              <a:ahLst/>
              <a:cxnLst/>
              <a:rect l="l" t="t" r="r" b="b"/>
              <a:pathLst>
                <a:path w="17144" h="41275">
                  <a:moveTo>
                    <a:pt x="12192" y="39624"/>
                  </a:moveTo>
                  <a:lnTo>
                    <a:pt x="4572" y="39624"/>
                  </a:lnTo>
                  <a:lnTo>
                    <a:pt x="1524" y="38100"/>
                  </a:lnTo>
                  <a:lnTo>
                    <a:pt x="1524" y="36576"/>
                  </a:lnTo>
                  <a:lnTo>
                    <a:pt x="0" y="33528"/>
                  </a:lnTo>
                  <a:lnTo>
                    <a:pt x="0" y="30480"/>
                  </a:lnTo>
                  <a:lnTo>
                    <a:pt x="1524" y="27432"/>
                  </a:lnTo>
                  <a:lnTo>
                    <a:pt x="3048" y="27432"/>
                  </a:lnTo>
                  <a:lnTo>
                    <a:pt x="4572" y="25908"/>
                  </a:lnTo>
                  <a:lnTo>
                    <a:pt x="12192" y="25908"/>
                  </a:lnTo>
                  <a:lnTo>
                    <a:pt x="16764" y="30480"/>
                  </a:lnTo>
                  <a:lnTo>
                    <a:pt x="15240" y="33528"/>
                  </a:lnTo>
                  <a:lnTo>
                    <a:pt x="15240" y="38100"/>
                  </a:lnTo>
                  <a:lnTo>
                    <a:pt x="12192" y="39624"/>
                  </a:lnTo>
                  <a:close/>
                </a:path>
                <a:path w="17144" h="41275">
                  <a:moveTo>
                    <a:pt x="9144" y="41148"/>
                  </a:moveTo>
                  <a:lnTo>
                    <a:pt x="7620" y="41148"/>
                  </a:lnTo>
                  <a:lnTo>
                    <a:pt x="6096" y="39624"/>
                  </a:lnTo>
                  <a:lnTo>
                    <a:pt x="10668" y="39624"/>
                  </a:lnTo>
                  <a:lnTo>
                    <a:pt x="9144" y="41148"/>
                  </a:lnTo>
                  <a:close/>
                </a:path>
                <a:path w="17144" h="41275">
                  <a:moveTo>
                    <a:pt x="13716" y="1524"/>
                  </a:moveTo>
                  <a:lnTo>
                    <a:pt x="4572" y="1524"/>
                  </a:lnTo>
                  <a:lnTo>
                    <a:pt x="6096" y="0"/>
                  </a:lnTo>
                  <a:lnTo>
                    <a:pt x="12192" y="0"/>
                  </a:lnTo>
                  <a:lnTo>
                    <a:pt x="13716" y="1524"/>
                  </a:lnTo>
                  <a:close/>
                </a:path>
                <a:path w="17144" h="41275">
                  <a:moveTo>
                    <a:pt x="9144" y="15240"/>
                  </a:moveTo>
                  <a:lnTo>
                    <a:pt x="6096" y="15240"/>
                  </a:lnTo>
                  <a:lnTo>
                    <a:pt x="0" y="9144"/>
                  </a:lnTo>
                  <a:lnTo>
                    <a:pt x="0" y="6096"/>
                  </a:lnTo>
                  <a:lnTo>
                    <a:pt x="1524" y="4572"/>
                  </a:lnTo>
                  <a:lnTo>
                    <a:pt x="1524" y="1524"/>
                  </a:lnTo>
                  <a:lnTo>
                    <a:pt x="15240" y="1524"/>
                  </a:lnTo>
                  <a:lnTo>
                    <a:pt x="16764" y="4572"/>
                  </a:lnTo>
                  <a:lnTo>
                    <a:pt x="16764" y="10668"/>
                  </a:lnTo>
                  <a:lnTo>
                    <a:pt x="13716" y="13716"/>
                  </a:lnTo>
                  <a:lnTo>
                    <a:pt x="10668" y="13716"/>
                  </a:lnTo>
                  <a:lnTo>
                    <a:pt x="9144" y="1524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2" name="object 62" descr=""/>
          <p:cNvGrpSpPr/>
          <p:nvPr/>
        </p:nvGrpSpPr>
        <p:grpSpPr>
          <a:xfrm>
            <a:off x="1062799" y="2565749"/>
            <a:ext cx="213995" cy="102235"/>
            <a:chOff x="1062799" y="2565749"/>
            <a:chExt cx="213995" cy="102235"/>
          </a:xfrm>
        </p:grpSpPr>
        <p:pic>
          <p:nvPicPr>
            <p:cNvPr id="63" name="object 63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62799" y="2565749"/>
              <a:ext cx="100584" cy="102203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183290" y="2567273"/>
              <a:ext cx="92964" cy="99155"/>
            </a:xfrm>
            <a:prstGeom prst="rect">
              <a:avLst/>
            </a:prstGeom>
          </p:spPr>
        </p:pic>
      </p:grpSp>
      <p:sp>
        <p:nvSpPr>
          <p:cNvPr id="65" name="object 65" descr=""/>
          <p:cNvSpPr/>
          <p:nvPr/>
        </p:nvSpPr>
        <p:spPr>
          <a:xfrm>
            <a:off x="1425702" y="2582519"/>
            <a:ext cx="723265" cy="85090"/>
          </a:xfrm>
          <a:custGeom>
            <a:avLst/>
            <a:gdLst/>
            <a:ahLst/>
            <a:cxnLst/>
            <a:rect l="l" t="t" r="r" b="b"/>
            <a:pathLst>
              <a:path w="723264" h="85089">
                <a:moveTo>
                  <a:pt x="41236" y="54864"/>
                </a:moveTo>
                <a:lnTo>
                  <a:pt x="39712" y="51816"/>
                </a:lnTo>
                <a:lnTo>
                  <a:pt x="36664" y="48768"/>
                </a:lnTo>
                <a:lnTo>
                  <a:pt x="33616" y="47244"/>
                </a:lnTo>
                <a:lnTo>
                  <a:pt x="30568" y="44196"/>
                </a:lnTo>
                <a:lnTo>
                  <a:pt x="24472" y="44196"/>
                </a:lnTo>
                <a:lnTo>
                  <a:pt x="16764" y="42672"/>
                </a:lnTo>
                <a:lnTo>
                  <a:pt x="15240" y="42672"/>
                </a:lnTo>
                <a:lnTo>
                  <a:pt x="12192" y="41148"/>
                </a:lnTo>
                <a:lnTo>
                  <a:pt x="10668" y="41148"/>
                </a:lnTo>
                <a:lnTo>
                  <a:pt x="10668" y="39624"/>
                </a:lnTo>
                <a:lnTo>
                  <a:pt x="9144" y="38100"/>
                </a:lnTo>
                <a:lnTo>
                  <a:pt x="9144" y="33528"/>
                </a:lnTo>
                <a:lnTo>
                  <a:pt x="13716" y="28956"/>
                </a:lnTo>
                <a:lnTo>
                  <a:pt x="27520" y="28956"/>
                </a:lnTo>
                <a:lnTo>
                  <a:pt x="29044" y="30480"/>
                </a:lnTo>
                <a:lnTo>
                  <a:pt x="30568" y="30480"/>
                </a:lnTo>
                <a:lnTo>
                  <a:pt x="30568" y="32004"/>
                </a:lnTo>
                <a:lnTo>
                  <a:pt x="32092" y="33528"/>
                </a:lnTo>
                <a:lnTo>
                  <a:pt x="39712" y="33528"/>
                </a:lnTo>
                <a:lnTo>
                  <a:pt x="39712" y="30480"/>
                </a:lnTo>
                <a:lnTo>
                  <a:pt x="38188" y="27432"/>
                </a:lnTo>
                <a:lnTo>
                  <a:pt x="35140" y="24384"/>
                </a:lnTo>
                <a:lnTo>
                  <a:pt x="32092" y="22860"/>
                </a:lnTo>
                <a:lnTo>
                  <a:pt x="27520" y="21336"/>
                </a:lnTo>
                <a:lnTo>
                  <a:pt x="12192" y="21336"/>
                </a:lnTo>
                <a:lnTo>
                  <a:pt x="7620" y="22860"/>
                </a:lnTo>
                <a:lnTo>
                  <a:pt x="3048" y="27432"/>
                </a:lnTo>
                <a:lnTo>
                  <a:pt x="1524" y="30480"/>
                </a:lnTo>
                <a:lnTo>
                  <a:pt x="1524" y="44196"/>
                </a:lnTo>
                <a:lnTo>
                  <a:pt x="4572" y="45720"/>
                </a:lnTo>
                <a:lnTo>
                  <a:pt x="7620" y="48768"/>
                </a:lnTo>
                <a:lnTo>
                  <a:pt x="10668" y="50292"/>
                </a:lnTo>
                <a:lnTo>
                  <a:pt x="16764" y="50292"/>
                </a:lnTo>
                <a:lnTo>
                  <a:pt x="22860" y="51816"/>
                </a:lnTo>
                <a:lnTo>
                  <a:pt x="25996" y="51816"/>
                </a:lnTo>
                <a:lnTo>
                  <a:pt x="29044" y="53340"/>
                </a:lnTo>
                <a:lnTo>
                  <a:pt x="29044" y="54864"/>
                </a:lnTo>
                <a:lnTo>
                  <a:pt x="32092" y="57912"/>
                </a:lnTo>
                <a:lnTo>
                  <a:pt x="32092" y="62484"/>
                </a:lnTo>
                <a:lnTo>
                  <a:pt x="27520" y="67056"/>
                </a:lnTo>
                <a:lnTo>
                  <a:pt x="12192" y="67056"/>
                </a:lnTo>
                <a:lnTo>
                  <a:pt x="9144" y="64008"/>
                </a:lnTo>
                <a:lnTo>
                  <a:pt x="9144" y="62484"/>
                </a:lnTo>
                <a:lnTo>
                  <a:pt x="7620" y="60960"/>
                </a:lnTo>
                <a:lnTo>
                  <a:pt x="0" y="60960"/>
                </a:lnTo>
                <a:lnTo>
                  <a:pt x="0" y="64008"/>
                </a:lnTo>
                <a:lnTo>
                  <a:pt x="1524" y="67056"/>
                </a:lnTo>
                <a:lnTo>
                  <a:pt x="6096" y="71729"/>
                </a:lnTo>
                <a:lnTo>
                  <a:pt x="9144" y="73253"/>
                </a:lnTo>
                <a:lnTo>
                  <a:pt x="10668" y="74777"/>
                </a:lnTo>
                <a:lnTo>
                  <a:pt x="18288" y="74777"/>
                </a:lnTo>
                <a:lnTo>
                  <a:pt x="27520" y="74777"/>
                </a:lnTo>
                <a:lnTo>
                  <a:pt x="33616" y="73253"/>
                </a:lnTo>
                <a:lnTo>
                  <a:pt x="36664" y="70205"/>
                </a:lnTo>
                <a:lnTo>
                  <a:pt x="39712" y="68681"/>
                </a:lnTo>
                <a:lnTo>
                  <a:pt x="41236" y="64008"/>
                </a:lnTo>
                <a:lnTo>
                  <a:pt x="41236" y="54864"/>
                </a:lnTo>
                <a:close/>
              </a:path>
              <a:path w="723264" h="85089">
                <a:moveTo>
                  <a:pt x="97624" y="21336"/>
                </a:moveTo>
                <a:lnTo>
                  <a:pt x="76288" y="21336"/>
                </a:lnTo>
                <a:lnTo>
                  <a:pt x="76288" y="7620"/>
                </a:lnTo>
                <a:lnTo>
                  <a:pt x="68668" y="7620"/>
                </a:lnTo>
                <a:lnTo>
                  <a:pt x="68668" y="21336"/>
                </a:lnTo>
                <a:lnTo>
                  <a:pt x="53428" y="21336"/>
                </a:lnTo>
                <a:lnTo>
                  <a:pt x="53428" y="28956"/>
                </a:lnTo>
                <a:lnTo>
                  <a:pt x="68668" y="28956"/>
                </a:lnTo>
                <a:lnTo>
                  <a:pt x="68668" y="68681"/>
                </a:lnTo>
                <a:lnTo>
                  <a:pt x="71716" y="70205"/>
                </a:lnTo>
                <a:lnTo>
                  <a:pt x="74764" y="73253"/>
                </a:lnTo>
                <a:lnTo>
                  <a:pt x="77812" y="74777"/>
                </a:lnTo>
                <a:lnTo>
                  <a:pt x="82384" y="74777"/>
                </a:lnTo>
                <a:lnTo>
                  <a:pt x="96100" y="74777"/>
                </a:lnTo>
                <a:lnTo>
                  <a:pt x="96100" y="65532"/>
                </a:lnTo>
                <a:lnTo>
                  <a:pt x="77812" y="65532"/>
                </a:lnTo>
                <a:lnTo>
                  <a:pt x="76288" y="64008"/>
                </a:lnTo>
                <a:lnTo>
                  <a:pt x="76288" y="28956"/>
                </a:lnTo>
                <a:lnTo>
                  <a:pt x="97624" y="28956"/>
                </a:lnTo>
                <a:lnTo>
                  <a:pt x="97624" y="21336"/>
                </a:lnTo>
                <a:close/>
              </a:path>
              <a:path w="723264" h="85089">
                <a:moveTo>
                  <a:pt x="154012" y="33528"/>
                </a:moveTo>
                <a:lnTo>
                  <a:pt x="150964" y="28956"/>
                </a:lnTo>
                <a:lnTo>
                  <a:pt x="144868" y="22860"/>
                </a:lnTo>
                <a:lnTo>
                  <a:pt x="140296" y="21336"/>
                </a:lnTo>
                <a:lnTo>
                  <a:pt x="128104" y="21336"/>
                </a:lnTo>
                <a:lnTo>
                  <a:pt x="123532" y="22860"/>
                </a:lnTo>
                <a:lnTo>
                  <a:pt x="120484" y="24384"/>
                </a:lnTo>
                <a:lnTo>
                  <a:pt x="115912" y="27432"/>
                </a:lnTo>
                <a:lnTo>
                  <a:pt x="114388" y="30480"/>
                </a:lnTo>
                <a:lnTo>
                  <a:pt x="114388" y="35052"/>
                </a:lnTo>
                <a:lnTo>
                  <a:pt x="122008" y="35052"/>
                </a:lnTo>
                <a:lnTo>
                  <a:pt x="122008" y="33528"/>
                </a:lnTo>
                <a:lnTo>
                  <a:pt x="123532" y="32004"/>
                </a:lnTo>
                <a:lnTo>
                  <a:pt x="126580" y="30480"/>
                </a:lnTo>
                <a:lnTo>
                  <a:pt x="128104" y="28956"/>
                </a:lnTo>
                <a:lnTo>
                  <a:pt x="140296" y="28956"/>
                </a:lnTo>
                <a:lnTo>
                  <a:pt x="141820" y="30480"/>
                </a:lnTo>
                <a:lnTo>
                  <a:pt x="143344" y="33528"/>
                </a:lnTo>
                <a:lnTo>
                  <a:pt x="144868" y="35052"/>
                </a:lnTo>
                <a:lnTo>
                  <a:pt x="144868" y="44196"/>
                </a:lnTo>
                <a:lnTo>
                  <a:pt x="144868" y="50292"/>
                </a:lnTo>
                <a:lnTo>
                  <a:pt x="144868" y="60960"/>
                </a:lnTo>
                <a:lnTo>
                  <a:pt x="138772" y="67056"/>
                </a:lnTo>
                <a:lnTo>
                  <a:pt x="134200" y="68681"/>
                </a:lnTo>
                <a:lnTo>
                  <a:pt x="128104" y="68681"/>
                </a:lnTo>
                <a:lnTo>
                  <a:pt x="125056" y="67056"/>
                </a:lnTo>
                <a:lnTo>
                  <a:pt x="122008" y="65532"/>
                </a:lnTo>
                <a:lnTo>
                  <a:pt x="118960" y="62484"/>
                </a:lnTo>
                <a:lnTo>
                  <a:pt x="118960" y="56388"/>
                </a:lnTo>
                <a:lnTo>
                  <a:pt x="120484" y="53340"/>
                </a:lnTo>
                <a:lnTo>
                  <a:pt x="123532" y="50292"/>
                </a:lnTo>
                <a:lnTo>
                  <a:pt x="144868" y="50292"/>
                </a:lnTo>
                <a:lnTo>
                  <a:pt x="144868" y="44196"/>
                </a:lnTo>
                <a:lnTo>
                  <a:pt x="123532" y="44196"/>
                </a:lnTo>
                <a:lnTo>
                  <a:pt x="118960" y="45720"/>
                </a:lnTo>
                <a:lnTo>
                  <a:pt x="115912" y="47244"/>
                </a:lnTo>
                <a:lnTo>
                  <a:pt x="112864" y="50292"/>
                </a:lnTo>
                <a:lnTo>
                  <a:pt x="111340" y="54864"/>
                </a:lnTo>
                <a:lnTo>
                  <a:pt x="111340" y="64008"/>
                </a:lnTo>
                <a:lnTo>
                  <a:pt x="112864" y="68681"/>
                </a:lnTo>
                <a:lnTo>
                  <a:pt x="115912" y="70205"/>
                </a:lnTo>
                <a:lnTo>
                  <a:pt x="118960" y="73253"/>
                </a:lnTo>
                <a:lnTo>
                  <a:pt x="123532" y="74777"/>
                </a:lnTo>
                <a:lnTo>
                  <a:pt x="134200" y="74777"/>
                </a:lnTo>
                <a:lnTo>
                  <a:pt x="143344" y="70205"/>
                </a:lnTo>
                <a:lnTo>
                  <a:pt x="144081" y="68681"/>
                </a:lnTo>
                <a:lnTo>
                  <a:pt x="144868" y="67056"/>
                </a:lnTo>
                <a:lnTo>
                  <a:pt x="144868" y="74777"/>
                </a:lnTo>
                <a:lnTo>
                  <a:pt x="154012" y="74777"/>
                </a:lnTo>
                <a:lnTo>
                  <a:pt x="154012" y="62484"/>
                </a:lnTo>
                <a:lnTo>
                  <a:pt x="154012" y="50292"/>
                </a:lnTo>
                <a:lnTo>
                  <a:pt x="154012" y="33528"/>
                </a:lnTo>
                <a:close/>
              </a:path>
              <a:path w="723264" h="85089">
                <a:moveTo>
                  <a:pt x="210489" y="21336"/>
                </a:moveTo>
                <a:lnTo>
                  <a:pt x="190677" y="21336"/>
                </a:lnTo>
                <a:lnTo>
                  <a:pt x="190677" y="7620"/>
                </a:lnTo>
                <a:lnTo>
                  <a:pt x="181533" y="7620"/>
                </a:lnTo>
                <a:lnTo>
                  <a:pt x="181533" y="21336"/>
                </a:lnTo>
                <a:lnTo>
                  <a:pt x="167817" y="21336"/>
                </a:lnTo>
                <a:lnTo>
                  <a:pt x="167817" y="28956"/>
                </a:lnTo>
                <a:lnTo>
                  <a:pt x="181533" y="28956"/>
                </a:lnTo>
                <a:lnTo>
                  <a:pt x="181533" y="64008"/>
                </a:lnTo>
                <a:lnTo>
                  <a:pt x="183057" y="68681"/>
                </a:lnTo>
                <a:lnTo>
                  <a:pt x="186105" y="70205"/>
                </a:lnTo>
                <a:lnTo>
                  <a:pt x="187629" y="73253"/>
                </a:lnTo>
                <a:lnTo>
                  <a:pt x="192201" y="74777"/>
                </a:lnTo>
                <a:lnTo>
                  <a:pt x="196773" y="74777"/>
                </a:lnTo>
                <a:lnTo>
                  <a:pt x="210489" y="74777"/>
                </a:lnTo>
                <a:lnTo>
                  <a:pt x="210489" y="65532"/>
                </a:lnTo>
                <a:lnTo>
                  <a:pt x="192201" y="65532"/>
                </a:lnTo>
                <a:lnTo>
                  <a:pt x="190677" y="64008"/>
                </a:lnTo>
                <a:lnTo>
                  <a:pt x="190677" y="28956"/>
                </a:lnTo>
                <a:lnTo>
                  <a:pt x="210489" y="28956"/>
                </a:lnTo>
                <a:lnTo>
                  <a:pt x="210489" y="21336"/>
                </a:lnTo>
                <a:close/>
              </a:path>
              <a:path w="723264" h="85089">
                <a:moveTo>
                  <a:pt x="254685" y="3048"/>
                </a:moveTo>
                <a:lnTo>
                  <a:pt x="253161" y="1524"/>
                </a:lnTo>
                <a:lnTo>
                  <a:pt x="251637" y="1524"/>
                </a:lnTo>
                <a:lnTo>
                  <a:pt x="250113" y="0"/>
                </a:lnTo>
                <a:lnTo>
                  <a:pt x="247065" y="0"/>
                </a:lnTo>
                <a:lnTo>
                  <a:pt x="245541" y="1524"/>
                </a:lnTo>
                <a:lnTo>
                  <a:pt x="244017" y="1524"/>
                </a:lnTo>
                <a:lnTo>
                  <a:pt x="242493" y="3048"/>
                </a:lnTo>
                <a:lnTo>
                  <a:pt x="242493" y="9144"/>
                </a:lnTo>
                <a:lnTo>
                  <a:pt x="245541" y="12192"/>
                </a:lnTo>
                <a:lnTo>
                  <a:pt x="251637" y="12192"/>
                </a:lnTo>
                <a:lnTo>
                  <a:pt x="254685" y="9144"/>
                </a:lnTo>
                <a:lnTo>
                  <a:pt x="254685" y="3048"/>
                </a:lnTo>
                <a:close/>
              </a:path>
              <a:path w="723264" h="85089">
                <a:moveTo>
                  <a:pt x="271449" y="65532"/>
                </a:moveTo>
                <a:lnTo>
                  <a:pt x="253161" y="65532"/>
                </a:lnTo>
                <a:lnTo>
                  <a:pt x="253161" y="21336"/>
                </a:lnTo>
                <a:lnTo>
                  <a:pt x="228777" y="21336"/>
                </a:lnTo>
                <a:lnTo>
                  <a:pt x="228777" y="28956"/>
                </a:lnTo>
                <a:lnTo>
                  <a:pt x="245541" y="28956"/>
                </a:lnTo>
                <a:lnTo>
                  <a:pt x="245541" y="65532"/>
                </a:lnTo>
                <a:lnTo>
                  <a:pt x="227253" y="65532"/>
                </a:lnTo>
                <a:lnTo>
                  <a:pt x="227253" y="74777"/>
                </a:lnTo>
                <a:lnTo>
                  <a:pt x="271449" y="74777"/>
                </a:lnTo>
                <a:lnTo>
                  <a:pt x="271449" y="65532"/>
                </a:lnTo>
                <a:close/>
              </a:path>
              <a:path w="723264" h="85089">
                <a:moveTo>
                  <a:pt x="324891" y="33528"/>
                </a:moveTo>
                <a:lnTo>
                  <a:pt x="323367" y="28956"/>
                </a:lnTo>
                <a:lnTo>
                  <a:pt x="318795" y="25908"/>
                </a:lnTo>
                <a:lnTo>
                  <a:pt x="315747" y="22860"/>
                </a:lnTo>
                <a:lnTo>
                  <a:pt x="311175" y="21336"/>
                </a:lnTo>
                <a:lnTo>
                  <a:pt x="297370" y="21336"/>
                </a:lnTo>
                <a:lnTo>
                  <a:pt x="292798" y="22860"/>
                </a:lnTo>
                <a:lnTo>
                  <a:pt x="289750" y="24384"/>
                </a:lnTo>
                <a:lnTo>
                  <a:pt x="283654" y="36576"/>
                </a:lnTo>
                <a:lnTo>
                  <a:pt x="283654" y="59436"/>
                </a:lnTo>
                <a:lnTo>
                  <a:pt x="289750" y="71729"/>
                </a:lnTo>
                <a:lnTo>
                  <a:pt x="292798" y="73253"/>
                </a:lnTo>
                <a:lnTo>
                  <a:pt x="297370" y="74777"/>
                </a:lnTo>
                <a:lnTo>
                  <a:pt x="305079" y="74777"/>
                </a:lnTo>
                <a:lnTo>
                  <a:pt x="311175" y="74777"/>
                </a:lnTo>
                <a:lnTo>
                  <a:pt x="315747" y="73253"/>
                </a:lnTo>
                <a:lnTo>
                  <a:pt x="318795" y="70205"/>
                </a:lnTo>
                <a:lnTo>
                  <a:pt x="323367" y="67056"/>
                </a:lnTo>
                <a:lnTo>
                  <a:pt x="324891" y="62484"/>
                </a:lnTo>
                <a:lnTo>
                  <a:pt x="324891" y="56388"/>
                </a:lnTo>
                <a:lnTo>
                  <a:pt x="315747" y="56388"/>
                </a:lnTo>
                <a:lnTo>
                  <a:pt x="315747" y="60960"/>
                </a:lnTo>
                <a:lnTo>
                  <a:pt x="312699" y="64008"/>
                </a:lnTo>
                <a:lnTo>
                  <a:pt x="311175" y="67056"/>
                </a:lnTo>
                <a:lnTo>
                  <a:pt x="297370" y="67056"/>
                </a:lnTo>
                <a:lnTo>
                  <a:pt x="295846" y="64008"/>
                </a:lnTo>
                <a:lnTo>
                  <a:pt x="292798" y="62484"/>
                </a:lnTo>
                <a:lnTo>
                  <a:pt x="292798" y="33528"/>
                </a:lnTo>
                <a:lnTo>
                  <a:pt x="295846" y="32004"/>
                </a:lnTo>
                <a:lnTo>
                  <a:pt x="297370" y="28956"/>
                </a:lnTo>
                <a:lnTo>
                  <a:pt x="311175" y="28956"/>
                </a:lnTo>
                <a:lnTo>
                  <a:pt x="312699" y="32004"/>
                </a:lnTo>
                <a:lnTo>
                  <a:pt x="315747" y="33528"/>
                </a:lnTo>
                <a:lnTo>
                  <a:pt x="315747" y="39624"/>
                </a:lnTo>
                <a:lnTo>
                  <a:pt x="324891" y="39624"/>
                </a:lnTo>
                <a:lnTo>
                  <a:pt x="324891" y="33528"/>
                </a:lnTo>
                <a:close/>
              </a:path>
              <a:path w="723264" h="85089">
                <a:moveTo>
                  <a:pt x="384810" y="76873"/>
                </a:moveTo>
                <a:lnTo>
                  <a:pt x="339077" y="76873"/>
                </a:lnTo>
                <a:lnTo>
                  <a:pt x="339077" y="84480"/>
                </a:lnTo>
                <a:lnTo>
                  <a:pt x="384810" y="84480"/>
                </a:lnTo>
                <a:lnTo>
                  <a:pt x="384810" y="76873"/>
                </a:lnTo>
                <a:close/>
              </a:path>
              <a:path w="723264" h="85089">
                <a:moveTo>
                  <a:pt x="437769" y="33528"/>
                </a:moveTo>
                <a:lnTo>
                  <a:pt x="436143" y="28956"/>
                </a:lnTo>
                <a:lnTo>
                  <a:pt x="433095" y="25908"/>
                </a:lnTo>
                <a:lnTo>
                  <a:pt x="428523" y="22860"/>
                </a:lnTo>
                <a:lnTo>
                  <a:pt x="423951" y="21336"/>
                </a:lnTo>
                <a:lnTo>
                  <a:pt x="413283" y="21336"/>
                </a:lnTo>
                <a:lnTo>
                  <a:pt x="404139" y="24384"/>
                </a:lnTo>
                <a:lnTo>
                  <a:pt x="401091" y="27432"/>
                </a:lnTo>
                <a:lnTo>
                  <a:pt x="399567" y="30480"/>
                </a:lnTo>
                <a:lnTo>
                  <a:pt x="398043" y="35052"/>
                </a:lnTo>
                <a:lnTo>
                  <a:pt x="407187" y="35052"/>
                </a:lnTo>
                <a:lnTo>
                  <a:pt x="407187" y="33528"/>
                </a:lnTo>
                <a:lnTo>
                  <a:pt x="411759" y="28956"/>
                </a:lnTo>
                <a:lnTo>
                  <a:pt x="423951" y="28956"/>
                </a:lnTo>
                <a:lnTo>
                  <a:pt x="426999" y="30480"/>
                </a:lnTo>
                <a:lnTo>
                  <a:pt x="428523" y="33528"/>
                </a:lnTo>
                <a:lnTo>
                  <a:pt x="428523" y="44196"/>
                </a:lnTo>
                <a:lnTo>
                  <a:pt x="428523" y="50292"/>
                </a:lnTo>
                <a:lnTo>
                  <a:pt x="428523" y="62484"/>
                </a:lnTo>
                <a:lnTo>
                  <a:pt x="425475" y="65532"/>
                </a:lnTo>
                <a:lnTo>
                  <a:pt x="422427" y="67056"/>
                </a:lnTo>
                <a:lnTo>
                  <a:pt x="419379" y="68681"/>
                </a:lnTo>
                <a:lnTo>
                  <a:pt x="411759" y="68681"/>
                </a:lnTo>
                <a:lnTo>
                  <a:pt x="408711" y="67056"/>
                </a:lnTo>
                <a:lnTo>
                  <a:pt x="404139" y="62484"/>
                </a:lnTo>
                <a:lnTo>
                  <a:pt x="404139" y="56388"/>
                </a:lnTo>
                <a:lnTo>
                  <a:pt x="405663" y="53340"/>
                </a:lnTo>
                <a:lnTo>
                  <a:pt x="408711" y="50292"/>
                </a:lnTo>
                <a:lnTo>
                  <a:pt x="428523" y="50292"/>
                </a:lnTo>
                <a:lnTo>
                  <a:pt x="428523" y="44196"/>
                </a:lnTo>
                <a:lnTo>
                  <a:pt x="407187" y="44196"/>
                </a:lnTo>
                <a:lnTo>
                  <a:pt x="401091" y="47244"/>
                </a:lnTo>
                <a:lnTo>
                  <a:pt x="396519" y="50292"/>
                </a:lnTo>
                <a:lnTo>
                  <a:pt x="394995" y="54864"/>
                </a:lnTo>
                <a:lnTo>
                  <a:pt x="394995" y="64008"/>
                </a:lnTo>
                <a:lnTo>
                  <a:pt x="396519" y="68681"/>
                </a:lnTo>
                <a:lnTo>
                  <a:pt x="401091" y="70205"/>
                </a:lnTo>
                <a:lnTo>
                  <a:pt x="404139" y="73253"/>
                </a:lnTo>
                <a:lnTo>
                  <a:pt x="407187" y="74777"/>
                </a:lnTo>
                <a:lnTo>
                  <a:pt x="417855" y="74777"/>
                </a:lnTo>
                <a:lnTo>
                  <a:pt x="422427" y="73253"/>
                </a:lnTo>
                <a:lnTo>
                  <a:pt x="428523" y="70205"/>
                </a:lnTo>
                <a:lnTo>
                  <a:pt x="429260" y="68681"/>
                </a:lnTo>
                <a:lnTo>
                  <a:pt x="430047" y="67056"/>
                </a:lnTo>
                <a:lnTo>
                  <a:pt x="430047" y="74777"/>
                </a:lnTo>
                <a:lnTo>
                  <a:pt x="437769" y="74777"/>
                </a:lnTo>
                <a:lnTo>
                  <a:pt x="437769" y="62484"/>
                </a:lnTo>
                <a:lnTo>
                  <a:pt x="437769" y="50292"/>
                </a:lnTo>
                <a:lnTo>
                  <a:pt x="437769" y="33528"/>
                </a:lnTo>
                <a:close/>
              </a:path>
              <a:path w="723264" h="85089">
                <a:moveTo>
                  <a:pt x="495681" y="33528"/>
                </a:moveTo>
                <a:lnTo>
                  <a:pt x="492633" y="27432"/>
                </a:lnTo>
                <a:lnTo>
                  <a:pt x="489585" y="24384"/>
                </a:lnTo>
                <a:lnTo>
                  <a:pt x="486537" y="22860"/>
                </a:lnTo>
                <a:lnTo>
                  <a:pt x="481965" y="21336"/>
                </a:lnTo>
                <a:lnTo>
                  <a:pt x="468249" y="21336"/>
                </a:lnTo>
                <a:lnTo>
                  <a:pt x="463677" y="22860"/>
                </a:lnTo>
                <a:lnTo>
                  <a:pt x="460629" y="24384"/>
                </a:lnTo>
                <a:lnTo>
                  <a:pt x="457581" y="27432"/>
                </a:lnTo>
                <a:lnTo>
                  <a:pt x="456057" y="30480"/>
                </a:lnTo>
                <a:lnTo>
                  <a:pt x="456057" y="39624"/>
                </a:lnTo>
                <a:lnTo>
                  <a:pt x="457581" y="44196"/>
                </a:lnTo>
                <a:lnTo>
                  <a:pt x="460629" y="45720"/>
                </a:lnTo>
                <a:lnTo>
                  <a:pt x="462153" y="48768"/>
                </a:lnTo>
                <a:lnTo>
                  <a:pt x="466725" y="50292"/>
                </a:lnTo>
                <a:lnTo>
                  <a:pt x="471297" y="50292"/>
                </a:lnTo>
                <a:lnTo>
                  <a:pt x="478917" y="51816"/>
                </a:lnTo>
                <a:lnTo>
                  <a:pt x="481965" y="51816"/>
                </a:lnTo>
                <a:lnTo>
                  <a:pt x="486537" y="56388"/>
                </a:lnTo>
                <a:lnTo>
                  <a:pt x="486537" y="64008"/>
                </a:lnTo>
                <a:lnTo>
                  <a:pt x="483489" y="67056"/>
                </a:lnTo>
                <a:lnTo>
                  <a:pt x="468249" y="67056"/>
                </a:lnTo>
                <a:lnTo>
                  <a:pt x="463677" y="62484"/>
                </a:lnTo>
                <a:lnTo>
                  <a:pt x="463677" y="60960"/>
                </a:lnTo>
                <a:lnTo>
                  <a:pt x="454533" y="60960"/>
                </a:lnTo>
                <a:lnTo>
                  <a:pt x="454533" y="64008"/>
                </a:lnTo>
                <a:lnTo>
                  <a:pt x="456057" y="67056"/>
                </a:lnTo>
                <a:lnTo>
                  <a:pt x="460629" y="71729"/>
                </a:lnTo>
                <a:lnTo>
                  <a:pt x="466725" y="74777"/>
                </a:lnTo>
                <a:lnTo>
                  <a:pt x="472821" y="74777"/>
                </a:lnTo>
                <a:lnTo>
                  <a:pt x="483489" y="74777"/>
                </a:lnTo>
                <a:lnTo>
                  <a:pt x="488061" y="73253"/>
                </a:lnTo>
                <a:lnTo>
                  <a:pt x="491109" y="70205"/>
                </a:lnTo>
                <a:lnTo>
                  <a:pt x="494157" y="68681"/>
                </a:lnTo>
                <a:lnTo>
                  <a:pt x="495681" y="64008"/>
                </a:lnTo>
                <a:lnTo>
                  <a:pt x="495681" y="54864"/>
                </a:lnTo>
                <a:lnTo>
                  <a:pt x="494157" y="51816"/>
                </a:lnTo>
                <a:lnTo>
                  <a:pt x="489585" y="47244"/>
                </a:lnTo>
                <a:lnTo>
                  <a:pt x="485013" y="44196"/>
                </a:lnTo>
                <a:lnTo>
                  <a:pt x="478917" y="44196"/>
                </a:lnTo>
                <a:lnTo>
                  <a:pt x="472821" y="42672"/>
                </a:lnTo>
                <a:lnTo>
                  <a:pt x="469773" y="42672"/>
                </a:lnTo>
                <a:lnTo>
                  <a:pt x="468249" y="41148"/>
                </a:lnTo>
                <a:lnTo>
                  <a:pt x="466725" y="41148"/>
                </a:lnTo>
                <a:lnTo>
                  <a:pt x="465201" y="39624"/>
                </a:lnTo>
                <a:lnTo>
                  <a:pt x="465201" y="32004"/>
                </a:lnTo>
                <a:lnTo>
                  <a:pt x="468249" y="28956"/>
                </a:lnTo>
                <a:lnTo>
                  <a:pt x="481965" y="28956"/>
                </a:lnTo>
                <a:lnTo>
                  <a:pt x="483489" y="30480"/>
                </a:lnTo>
                <a:lnTo>
                  <a:pt x="485013" y="30480"/>
                </a:lnTo>
                <a:lnTo>
                  <a:pt x="486537" y="32004"/>
                </a:lnTo>
                <a:lnTo>
                  <a:pt x="486537" y="33528"/>
                </a:lnTo>
                <a:lnTo>
                  <a:pt x="495681" y="33528"/>
                </a:lnTo>
                <a:close/>
              </a:path>
              <a:path w="723264" h="85089">
                <a:moveTo>
                  <a:pt x="552056" y="30480"/>
                </a:moveTo>
                <a:lnTo>
                  <a:pt x="545960" y="24384"/>
                </a:lnTo>
                <a:lnTo>
                  <a:pt x="539864" y="21336"/>
                </a:lnTo>
                <a:lnTo>
                  <a:pt x="524624" y="21336"/>
                </a:lnTo>
                <a:lnTo>
                  <a:pt x="520052" y="22860"/>
                </a:lnTo>
                <a:lnTo>
                  <a:pt x="517004" y="24384"/>
                </a:lnTo>
                <a:lnTo>
                  <a:pt x="513956" y="27432"/>
                </a:lnTo>
                <a:lnTo>
                  <a:pt x="512432" y="30480"/>
                </a:lnTo>
                <a:lnTo>
                  <a:pt x="512432" y="39624"/>
                </a:lnTo>
                <a:lnTo>
                  <a:pt x="513956" y="44196"/>
                </a:lnTo>
                <a:lnTo>
                  <a:pt x="517004" y="45720"/>
                </a:lnTo>
                <a:lnTo>
                  <a:pt x="518528" y="48768"/>
                </a:lnTo>
                <a:lnTo>
                  <a:pt x="523100" y="50292"/>
                </a:lnTo>
                <a:lnTo>
                  <a:pt x="527672" y="50292"/>
                </a:lnTo>
                <a:lnTo>
                  <a:pt x="535292" y="51816"/>
                </a:lnTo>
                <a:lnTo>
                  <a:pt x="538340" y="51816"/>
                </a:lnTo>
                <a:lnTo>
                  <a:pt x="544436" y="57912"/>
                </a:lnTo>
                <a:lnTo>
                  <a:pt x="544436" y="62484"/>
                </a:lnTo>
                <a:lnTo>
                  <a:pt x="539864" y="67056"/>
                </a:lnTo>
                <a:lnTo>
                  <a:pt x="524624" y="67056"/>
                </a:lnTo>
                <a:lnTo>
                  <a:pt x="520052" y="62484"/>
                </a:lnTo>
                <a:lnTo>
                  <a:pt x="520052" y="60960"/>
                </a:lnTo>
                <a:lnTo>
                  <a:pt x="512432" y="60960"/>
                </a:lnTo>
                <a:lnTo>
                  <a:pt x="512432" y="67056"/>
                </a:lnTo>
                <a:lnTo>
                  <a:pt x="515480" y="70205"/>
                </a:lnTo>
                <a:lnTo>
                  <a:pt x="521576" y="73253"/>
                </a:lnTo>
                <a:lnTo>
                  <a:pt x="523100" y="74777"/>
                </a:lnTo>
                <a:lnTo>
                  <a:pt x="530720" y="74777"/>
                </a:lnTo>
                <a:lnTo>
                  <a:pt x="539864" y="74777"/>
                </a:lnTo>
                <a:lnTo>
                  <a:pt x="544436" y="73253"/>
                </a:lnTo>
                <a:lnTo>
                  <a:pt x="547484" y="70205"/>
                </a:lnTo>
                <a:lnTo>
                  <a:pt x="550532" y="68681"/>
                </a:lnTo>
                <a:lnTo>
                  <a:pt x="552056" y="64008"/>
                </a:lnTo>
                <a:lnTo>
                  <a:pt x="552056" y="54864"/>
                </a:lnTo>
                <a:lnTo>
                  <a:pt x="549008" y="48768"/>
                </a:lnTo>
                <a:lnTo>
                  <a:pt x="545960" y="47244"/>
                </a:lnTo>
                <a:lnTo>
                  <a:pt x="541388" y="44196"/>
                </a:lnTo>
                <a:lnTo>
                  <a:pt x="536816" y="44196"/>
                </a:lnTo>
                <a:lnTo>
                  <a:pt x="529196" y="42672"/>
                </a:lnTo>
                <a:lnTo>
                  <a:pt x="526148" y="42672"/>
                </a:lnTo>
                <a:lnTo>
                  <a:pt x="524624" y="41148"/>
                </a:lnTo>
                <a:lnTo>
                  <a:pt x="523100" y="41148"/>
                </a:lnTo>
                <a:lnTo>
                  <a:pt x="521576" y="39624"/>
                </a:lnTo>
                <a:lnTo>
                  <a:pt x="521576" y="32004"/>
                </a:lnTo>
                <a:lnTo>
                  <a:pt x="524624" y="28956"/>
                </a:lnTo>
                <a:lnTo>
                  <a:pt x="538340" y="28956"/>
                </a:lnTo>
                <a:lnTo>
                  <a:pt x="539864" y="30480"/>
                </a:lnTo>
                <a:lnTo>
                  <a:pt x="541388" y="30480"/>
                </a:lnTo>
                <a:lnTo>
                  <a:pt x="542912" y="32004"/>
                </a:lnTo>
                <a:lnTo>
                  <a:pt x="542912" y="33528"/>
                </a:lnTo>
                <a:lnTo>
                  <a:pt x="552056" y="33528"/>
                </a:lnTo>
                <a:lnTo>
                  <a:pt x="552056" y="30480"/>
                </a:lnTo>
                <a:close/>
              </a:path>
              <a:path w="723264" h="85089">
                <a:moveTo>
                  <a:pt x="608545" y="33528"/>
                </a:moveTo>
                <a:lnTo>
                  <a:pt x="605497" y="27432"/>
                </a:lnTo>
                <a:lnTo>
                  <a:pt x="602449" y="24384"/>
                </a:lnTo>
                <a:lnTo>
                  <a:pt x="600925" y="23622"/>
                </a:lnTo>
                <a:lnTo>
                  <a:pt x="600925" y="36576"/>
                </a:lnTo>
                <a:lnTo>
                  <a:pt x="600925" y="44196"/>
                </a:lnTo>
                <a:lnTo>
                  <a:pt x="576541" y="44196"/>
                </a:lnTo>
                <a:lnTo>
                  <a:pt x="576541" y="36576"/>
                </a:lnTo>
                <a:lnTo>
                  <a:pt x="578065" y="33528"/>
                </a:lnTo>
                <a:lnTo>
                  <a:pt x="579589" y="32004"/>
                </a:lnTo>
                <a:lnTo>
                  <a:pt x="581113" y="28956"/>
                </a:lnTo>
                <a:lnTo>
                  <a:pt x="584161" y="27432"/>
                </a:lnTo>
                <a:lnTo>
                  <a:pt x="593305" y="27432"/>
                </a:lnTo>
                <a:lnTo>
                  <a:pt x="599401" y="33528"/>
                </a:lnTo>
                <a:lnTo>
                  <a:pt x="600925" y="36576"/>
                </a:lnTo>
                <a:lnTo>
                  <a:pt x="600925" y="23622"/>
                </a:lnTo>
                <a:lnTo>
                  <a:pt x="596353" y="21336"/>
                </a:lnTo>
                <a:lnTo>
                  <a:pt x="581113" y="21336"/>
                </a:lnTo>
                <a:lnTo>
                  <a:pt x="575017" y="24384"/>
                </a:lnTo>
                <a:lnTo>
                  <a:pt x="571881" y="27432"/>
                </a:lnTo>
                <a:lnTo>
                  <a:pt x="568833" y="33528"/>
                </a:lnTo>
                <a:lnTo>
                  <a:pt x="568833" y="62484"/>
                </a:lnTo>
                <a:lnTo>
                  <a:pt x="570357" y="65532"/>
                </a:lnTo>
                <a:lnTo>
                  <a:pt x="571881" y="68681"/>
                </a:lnTo>
                <a:lnTo>
                  <a:pt x="575017" y="71729"/>
                </a:lnTo>
                <a:lnTo>
                  <a:pt x="581113" y="74777"/>
                </a:lnTo>
                <a:lnTo>
                  <a:pt x="594829" y="74777"/>
                </a:lnTo>
                <a:lnTo>
                  <a:pt x="608545" y="65532"/>
                </a:lnTo>
                <a:lnTo>
                  <a:pt x="608545" y="60960"/>
                </a:lnTo>
                <a:lnTo>
                  <a:pt x="600925" y="60960"/>
                </a:lnTo>
                <a:lnTo>
                  <a:pt x="599401" y="62484"/>
                </a:lnTo>
                <a:lnTo>
                  <a:pt x="597877" y="65532"/>
                </a:lnTo>
                <a:lnTo>
                  <a:pt x="596353" y="65532"/>
                </a:lnTo>
                <a:lnTo>
                  <a:pt x="594829" y="67056"/>
                </a:lnTo>
                <a:lnTo>
                  <a:pt x="581113" y="67056"/>
                </a:lnTo>
                <a:lnTo>
                  <a:pt x="579589" y="64008"/>
                </a:lnTo>
                <a:lnTo>
                  <a:pt x="578065" y="62484"/>
                </a:lnTo>
                <a:lnTo>
                  <a:pt x="576541" y="59436"/>
                </a:lnTo>
                <a:lnTo>
                  <a:pt x="576541" y="50292"/>
                </a:lnTo>
                <a:lnTo>
                  <a:pt x="608545" y="50292"/>
                </a:lnTo>
                <a:lnTo>
                  <a:pt x="608545" y="44196"/>
                </a:lnTo>
                <a:lnTo>
                  <a:pt x="608545" y="33528"/>
                </a:lnTo>
                <a:close/>
              </a:path>
              <a:path w="723264" h="85089">
                <a:moveTo>
                  <a:pt x="667981" y="33528"/>
                </a:moveTo>
                <a:lnTo>
                  <a:pt x="666457" y="28956"/>
                </a:lnTo>
                <a:lnTo>
                  <a:pt x="663409" y="25908"/>
                </a:lnTo>
                <a:lnTo>
                  <a:pt x="658837" y="22860"/>
                </a:lnTo>
                <a:lnTo>
                  <a:pt x="655789" y="21336"/>
                </a:lnTo>
                <a:lnTo>
                  <a:pt x="645121" y="21336"/>
                </a:lnTo>
                <a:lnTo>
                  <a:pt x="640549" y="22860"/>
                </a:lnTo>
                <a:lnTo>
                  <a:pt x="639025" y="25908"/>
                </a:lnTo>
                <a:lnTo>
                  <a:pt x="635977" y="27432"/>
                </a:lnTo>
                <a:lnTo>
                  <a:pt x="635977" y="21336"/>
                </a:lnTo>
                <a:lnTo>
                  <a:pt x="626833" y="21336"/>
                </a:lnTo>
                <a:lnTo>
                  <a:pt x="626833" y="74777"/>
                </a:lnTo>
                <a:lnTo>
                  <a:pt x="635977" y="74777"/>
                </a:lnTo>
                <a:lnTo>
                  <a:pt x="635977" y="38100"/>
                </a:lnTo>
                <a:lnTo>
                  <a:pt x="635977" y="36576"/>
                </a:lnTo>
                <a:lnTo>
                  <a:pt x="637501" y="33528"/>
                </a:lnTo>
                <a:lnTo>
                  <a:pt x="639025" y="32004"/>
                </a:lnTo>
                <a:lnTo>
                  <a:pt x="640549" y="28956"/>
                </a:lnTo>
                <a:lnTo>
                  <a:pt x="654265" y="28956"/>
                </a:lnTo>
                <a:lnTo>
                  <a:pt x="655789" y="32004"/>
                </a:lnTo>
                <a:lnTo>
                  <a:pt x="658837" y="33528"/>
                </a:lnTo>
                <a:lnTo>
                  <a:pt x="658837" y="42672"/>
                </a:lnTo>
                <a:lnTo>
                  <a:pt x="667981" y="42672"/>
                </a:lnTo>
                <a:lnTo>
                  <a:pt x="667981" y="33528"/>
                </a:lnTo>
                <a:close/>
              </a:path>
              <a:path w="723264" h="85089">
                <a:moveTo>
                  <a:pt x="722947" y="21336"/>
                </a:moveTo>
                <a:lnTo>
                  <a:pt x="703033" y="21336"/>
                </a:lnTo>
                <a:lnTo>
                  <a:pt x="703033" y="7620"/>
                </a:lnTo>
                <a:lnTo>
                  <a:pt x="693889" y="7620"/>
                </a:lnTo>
                <a:lnTo>
                  <a:pt x="693889" y="21336"/>
                </a:lnTo>
                <a:lnTo>
                  <a:pt x="678649" y="21336"/>
                </a:lnTo>
                <a:lnTo>
                  <a:pt x="678649" y="28956"/>
                </a:lnTo>
                <a:lnTo>
                  <a:pt x="693889" y="28956"/>
                </a:lnTo>
                <a:lnTo>
                  <a:pt x="693889" y="64008"/>
                </a:lnTo>
                <a:lnTo>
                  <a:pt x="695413" y="68681"/>
                </a:lnTo>
                <a:lnTo>
                  <a:pt x="699985" y="73253"/>
                </a:lnTo>
                <a:lnTo>
                  <a:pt x="703033" y="74777"/>
                </a:lnTo>
                <a:lnTo>
                  <a:pt x="707605" y="74777"/>
                </a:lnTo>
                <a:lnTo>
                  <a:pt x="722947" y="74777"/>
                </a:lnTo>
                <a:lnTo>
                  <a:pt x="722947" y="65532"/>
                </a:lnTo>
                <a:lnTo>
                  <a:pt x="704557" y="65532"/>
                </a:lnTo>
                <a:lnTo>
                  <a:pt x="703033" y="64008"/>
                </a:lnTo>
                <a:lnTo>
                  <a:pt x="703033" y="28956"/>
                </a:lnTo>
                <a:lnTo>
                  <a:pt x="722947" y="28956"/>
                </a:lnTo>
                <a:lnTo>
                  <a:pt x="722947" y="21336"/>
                </a:lnTo>
                <a:close/>
              </a:path>
            </a:pathLst>
          </a:custGeom>
          <a:solidFill>
            <a:srgbClr val="BD185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6" name="object 66" descr=""/>
          <p:cNvGrpSpPr/>
          <p:nvPr/>
        </p:nvGrpSpPr>
        <p:grpSpPr>
          <a:xfrm>
            <a:off x="2279808" y="2564225"/>
            <a:ext cx="1421765" cy="104139"/>
            <a:chOff x="2279808" y="2564225"/>
            <a:chExt cx="1421765" cy="104139"/>
          </a:xfrm>
        </p:grpSpPr>
        <p:pic>
          <p:nvPicPr>
            <p:cNvPr id="67" name="object 67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279808" y="2564225"/>
              <a:ext cx="221075" cy="103727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522219" y="2565749"/>
              <a:ext cx="97631" cy="100679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641187" y="2565749"/>
              <a:ext cx="99155" cy="102203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760154" y="2565749"/>
              <a:ext cx="102203" cy="100679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883693" y="2565749"/>
              <a:ext cx="94583" cy="96107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001137" y="2565749"/>
              <a:ext cx="100583" cy="102203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123152" y="2565749"/>
              <a:ext cx="96012" cy="100679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242024" y="2567273"/>
              <a:ext cx="100679" cy="99155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364039" y="2567273"/>
              <a:ext cx="94583" cy="100679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481482" y="2564225"/>
              <a:ext cx="100679" cy="103727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603498" y="2568797"/>
              <a:ext cx="97631" cy="97631"/>
            </a:xfrm>
            <a:prstGeom prst="rect">
              <a:avLst/>
            </a:prstGeom>
          </p:spPr>
        </p:pic>
      </p:grpSp>
      <p:sp>
        <p:nvSpPr>
          <p:cNvPr id="78" name="object 78" descr=""/>
          <p:cNvSpPr/>
          <p:nvPr/>
        </p:nvSpPr>
        <p:spPr>
          <a:xfrm>
            <a:off x="3792569" y="2574893"/>
            <a:ext cx="47625" cy="82550"/>
          </a:xfrm>
          <a:custGeom>
            <a:avLst/>
            <a:gdLst/>
            <a:ahLst/>
            <a:cxnLst/>
            <a:rect l="l" t="t" r="r" b="b"/>
            <a:pathLst>
              <a:path w="47625" h="82550">
                <a:moveTo>
                  <a:pt x="47339" y="82391"/>
                </a:moveTo>
                <a:lnTo>
                  <a:pt x="36671" y="82391"/>
                </a:lnTo>
                <a:lnTo>
                  <a:pt x="36671" y="64008"/>
                </a:lnTo>
                <a:lnTo>
                  <a:pt x="0" y="64008"/>
                </a:lnTo>
                <a:lnTo>
                  <a:pt x="0" y="48768"/>
                </a:lnTo>
                <a:lnTo>
                  <a:pt x="32099" y="0"/>
                </a:lnTo>
                <a:lnTo>
                  <a:pt x="42767" y="0"/>
                </a:lnTo>
                <a:lnTo>
                  <a:pt x="10763" y="50292"/>
                </a:lnTo>
                <a:lnTo>
                  <a:pt x="10763" y="54864"/>
                </a:lnTo>
                <a:lnTo>
                  <a:pt x="36671" y="54864"/>
                </a:lnTo>
                <a:lnTo>
                  <a:pt x="36671" y="35052"/>
                </a:lnTo>
                <a:lnTo>
                  <a:pt x="47339" y="35052"/>
                </a:lnTo>
                <a:lnTo>
                  <a:pt x="47339" y="8239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9" name="object 79" descr=""/>
          <p:cNvGrpSpPr/>
          <p:nvPr/>
        </p:nvGrpSpPr>
        <p:grpSpPr>
          <a:xfrm>
            <a:off x="3922204" y="2564225"/>
            <a:ext cx="276225" cy="104139"/>
            <a:chOff x="3922204" y="2564225"/>
            <a:chExt cx="276225" cy="104139"/>
          </a:xfrm>
        </p:grpSpPr>
        <p:pic>
          <p:nvPicPr>
            <p:cNvPr id="80" name="object 80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3922204" y="2564225"/>
              <a:ext cx="221170" cy="103727"/>
            </a:xfrm>
            <a:prstGeom prst="rect">
              <a:avLst/>
            </a:prstGeom>
          </p:spPr>
        </p:pic>
        <p:sp>
          <p:nvSpPr>
            <p:cNvPr id="81" name="object 81" descr=""/>
            <p:cNvSpPr/>
            <p:nvPr/>
          </p:nvSpPr>
          <p:spPr>
            <a:xfrm>
              <a:off x="4173854" y="2632805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13716" y="24479"/>
                  </a:moveTo>
                  <a:lnTo>
                    <a:pt x="7620" y="24479"/>
                  </a:lnTo>
                  <a:lnTo>
                    <a:pt x="6096" y="22955"/>
                  </a:lnTo>
                  <a:lnTo>
                    <a:pt x="3048" y="21431"/>
                  </a:lnTo>
                  <a:lnTo>
                    <a:pt x="1524" y="18383"/>
                  </a:lnTo>
                  <a:lnTo>
                    <a:pt x="0" y="15240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3048" y="3048"/>
                  </a:lnTo>
                  <a:lnTo>
                    <a:pt x="4572" y="1524"/>
                  </a:lnTo>
                  <a:lnTo>
                    <a:pt x="6096" y="1524"/>
                  </a:lnTo>
                  <a:lnTo>
                    <a:pt x="7620" y="0"/>
                  </a:lnTo>
                  <a:lnTo>
                    <a:pt x="15240" y="0"/>
                  </a:lnTo>
                  <a:lnTo>
                    <a:pt x="18288" y="1524"/>
                  </a:lnTo>
                  <a:lnTo>
                    <a:pt x="19812" y="3048"/>
                  </a:lnTo>
                  <a:lnTo>
                    <a:pt x="9144" y="3048"/>
                  </a:lnTo>
                  <a:lnTo>
                    <a:pt x="3048" y="9144"/>
                  </a:lnTo>
                  <a:lnTo>
                    <a:pt x="3048" y="15240"/>
                  </a:lnTo>
                  <a:lnTo>
                    <a:pt x="4572" y="18383"/>
                  </a:lnTo>
                  <a:lnTo>
                    <a:pt x="6096" y="18383"/>
                  </a:lnTo>
                  <a:lnTo>
                    <a:pt x="9144" y="19907"/>
                  </a:lnTo>
                  <a:lnTo>
                    <a:pt x="10668" y="21431"/>
                  </a:lnTo>
                  <a:lnTo>
                    <a:pt x="18288" y="21431"/>
                  </a:lnTo>
                  <a:lnTo>
                    <a:pt x="16764" y="22955"/>
                  </a:lnTo>
                  <a:lnTo>
                    <a:pt x="13716" y="24479"/>
                  </a:lnTo>
                  <a:close/>
                </a:path>
                <a:path w="24764" h="24764">
                  <a:moveTo>
                    <a:pt x="18288" y="21431"/>
                  </a:moveTo>
                  <a:lnTo>
                    <a:pt x="13716" y="21431"/>
                  </a:lnTo>
                  <a:lnTo>
                    <a:pt x="16764" y="18383"/>
                  </a:lnTo>
                  <a:lnTo>
                    <a:pt x="19812" y="16764"/>
                  </a:lnTo>
                  <a:lnTo>
                    <a:pt x="19812" y="9144"/>
                  </a:lnTo>
                  <a:lnTo>
                    <a:pt x="18288" y="6096"/>
                  </a:lnTo>
                  <a:lnTo>
                    <a:pt x="16764" y="4572"/>
                  </a:lnTo>
                  <a:lnTo>
                    <a:pt x="15240" y="4572"/>
                  </a:lnTo>
                  <a:lnTo>
                    <a:pt x="12192" y="3048"/>
                  </a:lnTo>
                  <a:lnTo>
                    <a:pt x="19812" y="3048"/>
                  </a:lnTo>
                  <a:lnTo>
                    <a:pt x="22860" y="6096"/>
                  </a:lnTo>
                  <a:lnTo>
                    <a:pt x="22860" y="9144"/>
                  </a:lnTo>
                  <a:lnTo>
                    <a:pt x="24384" y="10668"/>
                  </a:lnTo>
                  <a:lnTo>
                    <a:pt x="24384" y="12192"/>
                  </a:lnTo>
                  <a:lnTo>
                    <a:pt x="22860" y="13716"/>
                  </a:lnTo>
                  <a:lnTo>
                    <a:pt x="22860" y="18383"/>
                  </a:lnTo>
                  <a:lnTo>
                    <a:pt x="21336" y="19907"/>
                  </a:lnTo>
                  <a:lnTo>
                    <a:pt x="18288" y="21431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2" name="object 82" descr=""/>
          <p:cNvGrpSpPr/>
          <p:nvPr/>
        </p:nvGrpSpPr>
        <p:grpSpPr>
          <a:xfrm>
            <a:off x="5419344" y="1450848"/>
            <a:ext cx="4921250" cy="2082164"/>
            <a:chOff x="5419344" y="1450848"/>
            <a:chExt cx="4921250" cy="2082164"/>
          </a:xfrm>
        </p:grpSpPr>
        <p:pic>
          <p:nvPicPr>
            <p:cNvPr id="83" name="object 83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419344" y="1450848"/>
              <a:ext cx="4920995" cy="1586442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485442" y="1481037"/>
              <a:ext cx="4840519" cy="1502673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485442" y="3067616"/>
              <a:ext cx="4840519" cy="465305"/>
            </a:xfrm>
            <a:prstGeom prst="rect">
              <a:avLst/>
            </a:prstGeom>
          </p:spPr>
        </p:pic>
      </p:grpSp>
      <p:sp>
        <p:nvSpPr>
          <p:cNvPr id="86" name="object 86" descr=""/>
          <p:cNvSpPr/>
          <p:nvPr/>
        </p:nvSpPr>
        <p:spPr>
          <a:xfrm>
            <a:off x="387095" y="6123432"/>
            <a:ext cx="9939655" cy="9525"/>
          </a:xfrm>
          <a:custGeom>
            <a:avLst/>
            <a:gdLst/>
            <a:ahLst/>
            <a:cxnLst/>
            <a:rect l="l" t="t" r="r" b="b"/>
            <a:pathLst>
              <a:path w="9939655" h="9525">
                <a:moveTo>
                  <a:pt x="9939528" y="9144"/>
                </a:moveTo>
                <a:lnTo>
                  <a:pt x="0" y="9144"/>
                </a:lnTo>
                <a:lnTo>
                  <a:pt x="0" y="0"/>
                </a:lnTo>
                <a:lnTo>
                  <a:pt x="9939528" y="0"/>
                </a:lnTo>
                <a:lnTo>
                  <a:pt x="9939528" y="9144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7" name="object 87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385667" y="6245351"/>
            <a:ext cx="1000410" cy="108299"/>
          </a:xfrm>
          <a:prstGeom prst="rect">
            <a:avLst/>
          </a:prstGeom>
        </p:spPr>
      </p:pic>
      <p:grpSp>
        <p:nvGrpSpPr>
          <p:cNvPr id="88" name="object 88" descr=""/>
          <p:cNvGrpSpPr/>
          <p:nvPr/>
        </p:nvGrpSpPr>
        <p:grpSpPr>
          <a:xfrm>
            <a:off x="9924859" y="6251447"/>
            <a:ext cx="256540" cy="102235"/>
            <a:chOff x="9924859" y="6251447"/>
            <a:chExt cx="256540" cy="102235"/>
          </a:xfrm>
        </p:grpSpPr>
        <p:pic>
          <p:nvPicPr>
            <p:cNvPr id="89" name="object 89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9924859" y="6251447"/>
              <a:ext cx="214980" cy="102203"/>
            </a:xfrm>
            <a:prstGeom prst="rect">
              <a:avLst/>
            </a:prstGeom>
          </p:spPr>
        </p:pic>
        <p:sp>
          <p:nvSpPr>
            <p:cNvPr id="90" name="object 90" descr=""/>
            <p:cNvSpPr/>
            <p:nvPr/>
          </p:nvSpPr>
          <p:spPr>
            <a:xfrm>
              <a:off x="10167366" y="6277355"/>
              <a:ext cx="13970" cy="62865"/>
            </a:xfrm>
            <a:custGeom>
              <a:avLst/>
              <a:gdLst/>
              <a:ahLst/>
              <a:cxnLst/>
              <a:rect l="l" t="t" r="r" b="b"/>
              <a:pathLst>
                <a:path w="13970" h="62864">
                  <a:moveTo>
                    <a:pt x="13716" y="10763"/>
                  </a:moveTo>
                  <a:lnTo>
                    <a:pt x="0" y="10763"/>
                  </a:lnTo>
                  <a:lnTo>
                    <a:pt x="0" y="3143"/>
                  </a:lnTo>
                  <a:lnTo>
                    <a:pt x="1524" y="1619"/>
                  </a:lnTo>
                  <a:lnTo>
                    <a:pt x="3048" y="0"/>
                  </a:lnTo>
                  <a:lnTo>
                    <a:pt x="10668" y="0"/>
                  </a:lnTo>
                  <a:lnTo>
                    <a:pt x="12192" y="1619"/>
                  </a:lnTo>
                  <a:lnTo>
                    <a:pt x="13716" y="3143"/>
                  </a:lnTo>
                  <a:lnTo>
                    <a:pt x="13716" y="10763"/>
                  </a:lnTo>
                  <a:close/>
                </a:path>
                <a:path w="13970" h="62864">
                  <a:moveTo>
                    <a:pt x="9144" y="13811"/>
                  </a:moveTo>
                  <a:lnTo>
                    <a:pt x="4572" y="13811"/>
                  </a:lnTo>
                  <a:lnTo>
                    <a:pt x="1524" y="10763"/>
                  </a:lnTo>
                  <a:lnTo>
                    <a:pt x="12192" y="10763"/>
                  </a:lnTo>
                  <a:lnTo>
                    <a:pt x="9144" y="13811"/>
                  </a:lnTo>
                  <a:close/>
                </a:path>
                <a:path w="13970" h="62864">
                  <a:moveTo>
                    <a:pt x="10668" y="62579"/>
                  </a:moveTo>
                  <a:lnTo>
                    <a:pt x="3048" y="62579"/>
                  </a:lnTo>
                  <a:lnTo>
                    <a:pt x="0" y="59531"/>
                  </a:lnTo>
                  <a:lnTo>
                    <a:pt x="0" y="51911"/>
                  </a:lnTo>
                  <a:lnTo>
                    <a:pt x="3048" y="48863"/>
                  </a:lnTo>
                  <a:lnTo>
                    <a:pt x="10668" y="48863"/>
                  </a:lnTo>
                  <a:lnTo>
                    <a:pt x="13716" y="51911"/>
                  </a:lnTo>
                  <a:lnTo>
                    <a:pt x="13716" y="59531"/>
                  </a:lnTo>
                  <a:lnTo>
                    <a:pt x="10668" y="62579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1" name="object 91" descr=""/>
          <p:cNvSpPr/>
          <p:nvPr/>
        </p:nvSpPr>
        <p:spPr>
          <a:xfrm>
            <a:off x="10263378" y="6257544"/>
            <a:ext cx="52069" cy="81280"/>
          </a:xfrm>
          <a:custGeom>
            <a:avLst/>
            <a:gdLst/>
            <a:ahLst/>
            <a:cxnLst/>
            <a:rect l="l" t="t" r="r" b="b"/>
            <a:pathLst>
              <a:path w="52070" h="81279">
                <a:moveTo>
                  <a:pt x="16764" y="80867"/>
                </a:moveTo>
                <a:lnTo>
                  <a:pt x="6096" y="80867"/>
                </a:lnTo>
                <a:lnTo>
                  <a:pt x="41243" y="9144"/>
                </a:lnTo>
                <a:lnTo>
                  <a:pt x="0" y="9144"/>
                </a:lnTo>
                <a:lnTo>
                  <a:pt x="0" y="0"/>
                </a:lnTo>
                <a:lnTo>
                  <a:pt x="51911" y="0"/>
                </a:lnTo>
                <a:lnTo>
                  <a:pt x="51911" y="9144"/>
                </a:lnTo>
                <a:lnTo>
                  <a:pt x="16764" y="80867"/>
                </a:lnTo>
                <a:close/>
              </a:path>
            </a:pathLst>
          </a:custGeom>
          <a:solidFill>
            <a:srgbClr val="465469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85660" y="745718"/>
            <a:ext cx="424180" cy="116205"/>
          </a:xfrm>
          <a:custGeom>
            <a:avLst/>
            <a:gdLst/>
            <a:ahLst/>
            <a:cxnLst/>
            <a:rect l="l" t="t" r="r" b="b"/>
            <a:pathLst>
              <a:path w="424180" h="116205">
                <a:moveTo>
                  <a:pt x="111353" y="9144"/>
                </a:moveTo>
                <a:lnTo>
                  <a:pt x="68580" y="9144"/>
                </a:lnTo>
                <a:lnTo>
                  <a:pt x="67056" y="4572"/>
                </a:lnTo>
                <a:lnTo>
                  <a:pt x="65532" y="1524"/>
                </a:lnTo>
                <a:lnTo>
                  <a:pt x="65532" y="0"/>
                </a:lnTo>
                <a:lnTo>
                  <a:pt x="45720" y="1524"/>
                </a:lnTo>
                <a:lnTo>
                  <a:pt x="47244" y="3048"/>
                </a:lnTo>
                <a:lnTo>
                  <a:pt x="47244" y="6096"/>
                </a:lnTo>
                <a:lnTo>
                  <a:pt x="48768" y="9144"/>
                </a:lnTo>
                <a:lnTo>
                  <a:pt x="4572" y="9144"/>
                </a:lnTo>
                <a:lnTo>
                  <a:pt x="4572" y="27432"/>
                </a:lnTo>
                <a:lnTo>
                  <a:pt x="19812" y="27432"/>
                </a:lnTo>
                <a:lnTo>
                  <a:pt x="19812" y="19812"/>
                </a:lnTo>
                <a:lnTo>
                  <a:pt x="96113" y="19812"/>
                </a:lnTo>
                <a:lnTo>
                  <a:pt x="96113" y="27432"/>
                </a:lnTo>
                <a:lnTo>
                  <a:pt x="111353" y="27432"/>
                </a:lnTo>
                <a:lnTo>
                  <a:pt x="111353" y="19812"/>
                </a:lnTo>
                <a:lnTo>
                  <a:pt x="111353" y="9144"/>
                </a:lnTo>
                <a:close/>
              </a:path>
              <a:path w="424180" h="116205">
                <a:moveTo>
                  <a:pt x="114401" y="28956"/>
                </a:moveTo>
                <a:lnTo>
                  <a:pt x="76200" y="28956"/>
                </a:lnTo>
                <a:lnTo>
                  <a:pt x="76200" y="41148"/>
                </a:lnTo>
                <a:lnTo>
                  <a:pt x="73152" y="44196"/>
                </a:lnTo>
                <a:lnTo>
                  <a:pt x="68580" y="47332"/>
                </a:lnTo>
                <a:lnTo>
                  <a:pt x="64008" y="50380"/>
                </a:lnTo>
                <a:lnTo>
                  <a:pt x="41148" y="45808"/>
                </a:lnTo>
                <a:lnTo>
                  <a:pt x="45720" y="41148"/>
                </a:lnTo>
                <a:lnTo>
                  <a:pt x="76200" y="41148"/>
                </a:lnTo>
                <a:lnTo>
                  <a:pt x="76200" y="28956"/>
                </a:lnTo>
                <a:lnTo>
                  <a:pt x="54864" y="28956"/>
                </a:lnTo>
                <a:lnTo>
                  <a:pt x="59436" y="24384"/>
                </a:lnTo>
                <a:lnTo>
                  <a:pt x="41148" y="21336"/>
                </a:lnTo>
                <a:lnTo>
                  <a:pt x="39624" y="24384"/>
                </a:lnTo>
                <a:lnTo>
                  <a:pt x="35052" y="28956"/>
                </a:lnTo>
                <a:lnTo>
                  <a:pt x="3048" y="28956"/>
                </a:lnTo>
                <a:lnTo>
                  <a:pt x="3048" y="41148"/>
                </a:lnTo>
                <a:lnTo>
                  <a:pt x="27432" y="41148"/>
                </a:lnTo>
                <a:lnTo>
                  <a:pt x="24384" y="44196"/>
                </a:lnTo>
                <a:lnTo>
                  <a:pt x="21336" y="47332"/>
                </a:lnTo>
                <a:lnTo>
                  <a:pt x="16764" y="51904"/>
                </a:lnTo>
                <a:lnTo>
                  <a:pt x="25908" y="53428"/>
                </a:lnTo>
                <a:lnTo>
                  <a:pt x="33528" y="54952"/>
                </a:lnTo>
                <a:lnTo>
                  <a:pt x="6096" y="59524"/>
                </a:lnTo>
                <a:lnTo>
                  <a:pt x="9144" y="64096"/>
                </a:lnTo>
                <a:lnTo>
                  <a:pt x="12192" y="73240"/>
                </a:lnTo>
                <a:lnTo>
                  <a:pt x="28460" y="70942"/>
                </a:lnTo>
                <a:lnTo>
                  <a:pt x="42862" y="68478"/>
                </a:lnTo>
                <a:lnTo>
                  <a:pt x="55270" y="65747"/>
                </a:lnTo>
                <a:lnTo>
                  <a:pt x="65532" y="62572"/>
                </a:lnTo>
                <a:lnTo>
                  <a:pt x="74676" y="64884"/>
                </a:lnTo>
                <a:lnTo>
                  <a:pt x="83832" y="67335"/>
                </a:lnTo>
                <a:lnTo>
                  <a:pt x="93002" y="70078"/>
                </a:lnTo>
                <a:lnTo>
                  <a:pt x="102209" y="73240"/>
                </a:lnTo>
                <a:lnTo>
                  <a:pt x="108127" y="62572"/>
                </a:lnTo>
                <a:lnTo>
                  <a:pt x="109829" y="59524"/>
                </a:lnTo>
                <a:lnTo>
                  <a:pt x="82296" y="53428"/>
                </a:lnTo>
                <a:lnTo>
                  <a:pt x="86868" y="50380"/>
                </a:lnTo>
                <a:lnTo>
                  <a:pt x="89916" y="45808"/>
                </a:lnTo>
                <a:lnTo>
                  <a:pt x="94589" y="41148"/>
                </a:lnTo>
                <a:lnTo>
                  <a:pt x="114401" y="41148"/>
                </a:lnTo>
                <a:lnTo>
                  <a:pt x="114401" y="28956"/>
                </a:lnTo>
                <a:close/>
              </a:path>
              <a:path w="424180" h="116205">
                <a:moveTo>
                  <a:pt x="117449" y="100672"/>
                </a:moveTo>
                <a:lnTo>
                  <a:pt x="105448" y="98348"/>
                </a:lnTo>
                <a:lnTo>
                  <a:pt x="94729" y="95719"/>
                </a:lnTo>
                <a:lnTo>
                  <a:pt x="91401" y="94576"/>
                </a:lnTo>
                <a:lnTo>
                  <a:pt x="85432" y="92532"/>
                </a:lnTo>
                <a:lnTo>
                  <a:pt x="77724" y="88480"/>
                </a:lnTo>
                <a:lnTo>
                  <a:pt x="114401" y="88480"/>
                </a:lnTo>
                <a:lnTo>
                  <a:pt x="114401" y="76288"/>
                </a:lnTo>
                <a:lnTo>
                  <a:pt x="65532" y="76288"/>
                </a:lnTo>
                <a:lnTo>
                  <a:pt x="65532" y="67144"/>
                </a:lnTo>
                <a:lnTo>
                  <a:pt x="50292" y="67144"/>
                </a:lnTo>
                <a:lnTo>
                  <a:pt x="50292" y="76288"/>
                </a:lnTo>
                <a:lnTo>
                  <a:pt x="3048" y="76288"/>
                </a:lnTo>
                <a:lnTo>
                  <a:pt x="3048" y="88480"/>
                </a:lnTo>
                <a:lnTo>
                  <a:pt x="38100" y="88480"/>
                </a:lnTo>
                <a:lnTo>
                  <a:pt x="29794" y="92748"/>
                </a:lnTo>
                <a:lnTo>
                  <a:pt x="20764" y="96291"/>
                </a:lnTo>
                <a:lnTo>
                  <a:pt x="10883" y="98983"/>
                </a:lnTo>
                <a:lnTo>
                  <a:pt x="0" y="100672"/>
                </a:lnTo>
                <a:lnTo>
                  <a:pt x="3048" y="105244"/>
                </a:lnTo>
                <a:lnTo>
                  <a:pt x="6096" y="114388"/>
                </a:lnTo>
                <a:lnTo>
                  <a:pt x="19215" y="110655"/>
                </a:lnTo>
                <a:lnTo>
                  <a:pt x="31051" y="106197"/>
                </a:lnTo>
                <a:lnTo>
                  <a:pt x="41452" y="100888"/>
                </a:lnTo>
                <a:lnTo>
                  <a:pt x="50292" y="94576"/>
                </a:lnTo>
                <a:lnTo>
                  <a:pt x="50292" y="115912"/>
                </a:lnTo>
                <a:lnTo>
                  <a:pt x="65532" y="115912"/>
                </a:lnTo>
                <a:lnTo>
                  <a:pt x="65532" y="94576"/>
                </a:lnTo>
                <a:lnTo>
                  <a:pt x="75006" y="100888"/>
                </a:lnTo>
                <a:lnTo>
                  <a:pt x="85356" y="106197"/>
                </a:lnTo>
                <a:lnTo>
                  <a:pt x="96862" y="110655"/>
                </a:lnTo>
                <a:lnTo>
                  <a:pt x="109829" y="114388"/>
                </a:lnTo>
                <a:lnTo>
                  <a:pt x="114401" y="105244"/>
                </a:lnTo>
                <a:lnTo>
                  <a:pt x="117449" y="100672"/>
                </a:lnTo>
                <a:close/>
              </a:path>
              <a:path w="424180" h="116205">
                <a:moveTo>
                  <a:pt x="160121" y="3048"/>
                </a:moveTo>
                <a:lnTo>
                  <a:pt x="146405" y="0"/>
                </a:lnTo>
                <a:lnTo>
                  <a:pt x="142684" y="13690"/>
                </a:lnTo>
                <a:lnTo>
                  <a:pt x="138328" y="27432"/>
                </a:lnTo>
                <a:lnTo>
                  <a:pt x="133540" y="40551"/>
                </a:lnTo>
                <a:lnTo>
                  <a:pt x="128117" y="53428"/>
                </a:lnTo>
                <a:lnTo>
                  <a:pt x="129641" y="62572"/>
                </a:lnTo>
                <a:lnTo>
                  <a:pt x="131165" y="70192"/>
                </a:lnTo>
                <a:lnTo>
                  <a:pt x="132689" y="74764"/>
                </a:lnTo>
                <a:lnTo>
                  <a:pt x="134213" y="70192"/>
                </a:lnTo>
                <a:lnTo>
                  <a:pt x="140309" y="61048"/>
                </a:lnTo>
                <a:lnTo>
                  <a:pt x="140309" y="114388"/>
                </a:lnTo>
                <a:lnTo>
                  <a:pt x="154025" y="114388"/>
                </a:lnTo>
                <a:lnTo>
                  <a:pt x="154025" y="61048"/>
                </a:lnTo>
                <a:lnTo>
                  <a:pt x="154025" y="25908"/>
                </a:lnTo>
                <a:lnTo>
                  <a:pt x="157073" y="10668"/>
                </a:lnTo>
                <a:lnTo>
                  <a:pt x="160121" y="3048"/>
                </a:lnTo>
                <a:close/>
              </a:path>
              <a:path w="424180" h="116205">
                <a:moveTo>
                  <a:pt x="201269" y="6096"/>
                </a:moveTo>
                <a:lnTo>
                  <a:pt x="160121" y="6096"/>
                </a:lnTo>
                <a:lnTo>
                  <a:pt x="160121" y="19812"/>
                </a:lnTo>
                <a:lnTo>
                  <a:pt x="167741" y="19812"/>
                </a:lnTo>
                <a:lnTo>
                  <a:pt x="165163" y="30975"/>
                </a:lnTo>
                <a:lnTo>
                  <a:pt x="162026" y="41579"/>
                </a:lnTo>
                <a:lnTo>
                  <a:pt x="158305" y="51612"/>
                </a:lnTo>
                <a:lnTo>
                  <a:pt x="154025" y="61048"/>
                </a:lnTo>
                <a:lnTo>
                  <a:pt x="157073" y="67144"/>
                </a:lnTo>
                <a:lnTo>
                  <a:pt x="160121" y="71716"/>
                </a:lnTo>
                <a:lnTo>
                  <a:pt x="161645" y="76288"/>
                </a:lnTo>
                <a:lnTo>
                  <a:pt x="164693" y="70192"/>
                </a:lnTo>
                <a:lnTo>
                  <a:pt x="166217" y="68668"/>
                </a:lnTo>
                <a:lnTo>
                  <a:pt x="170789" y="71716"/>
                </a:lnTo>
                <a:lnTo>
                  <a:pt x="173837" y="74764"/>
                </a:lnTo>
                <a:lnTo>
                  <a:pt x="176885" y="79336"/>
                </a:lnTo>
                <a:lnTo>
                  <a:pt x="172897" y="86156"/>
                </a:lnTo>
                <a:lnTo>
                  <a:pt x="167932" y="92671"/>
                </a:lnTo>
                <a:lnTo>
                  <a:pt x="162090" y="98628"/>
                </a:lnTo>
                <a:lnTo>
                  <a:pt x="155549" y="103720"/>
                </a:lnTo>
                <a:lnTo>
                  <a:pt x="163169" y="111340"/>
                </a:lnTo>
                <a:lnTo>
                  <a:pt x="166217" y="115912"/>
                </a:lnTo>
                <a:lnTo>
                  <a:pt x="181089" y="101320"/>
                </a:lnTo>
                <a:lnTo>
                  <a:pt x="191554" y="82575"/>
                </a:lnTo>
                <a:lnTo>
                  <a:pt x="195262" y="68668"/>
                </a:lnTo>
                <a:lnTo>
                  <a:pt x="196481" y="64096"/>
                </a:lnTo>
                <a:lnTo>
                  <a:pt x="197713" y="59512"/>
                </a:lnTo>
                <a:lnTo>
                  <a:pt x="197827" y="58000"/>
                </a:lnTo>
                <a:lnTo>
                  <a:pt x="197942" y="56476"/>
                </a:lnTo>
                <a:lnTo>
                  <a:pt x="198716" y="45808"/>
                </a:lnTo>
                <a:lnTo>
                  <a:pt x="199745" y="32004"/>
                </a:lnTo>
                <a:lnTo>
                  <a:pt x="186029" y="32004"/>
                </a:lnTo>
                <a:lnTo>
                  <a:pt x="186029" y="45808"/>
                </a:lnTo>
                <a:lnTo>
                  <a:pt x="186029" y="51904"/>
                </a:lnTo>
                <a:lnTo>
                  <a:pt x="182981" y="64096"/>
                </a:lnTo>
                <a:lnTo>
                  <a:pt x="179933" y="61048"/>
                </a:lnTo>
                <a:lnTo>
                  <a:pt x="175361" y="58000"/>
                </a:lnTo>
                <a:lnTo>
                  <a:pt x="172313" y="56476"/>
                </a:lnTo>
                <a:lnTo>
                  <a:pt x="173837" y="51904"/>
                </a:lnTo>
                <a:lnTo>
                  <a:pt x="175361" y="48856"/>
                </a:lnTo>
                <a:lnTo>
                  <a:pt x="175361" y="45808"/>
                </a:lnTo>
                <a:lnTo>
                  <a:pt x="186029" y="45808"/>
                </a:lnTo>
                <a:lnTo>
                  <a:pt x="186029" y="32004"/>
                </a:lnTo>
                <a:lnTo>
                  <a:pt x="179933" y="32004"/>
                </a:lnTo>
                <a:lnTo>
                  <a:pt x="180022" y="27254"/>
                </a:lnTo>
                <a:lnTo>
                  <a:pt x="181457" y="24384"/>
                </a:lnTo>
                <a:lnTo>
                  <a:pt x="181457" y="19812"/>
                </a:lnTo>
                <a:lnTo>
                  <a:pt x="201269" y="19812"/>
                </a:lnTo>
                <a:lnTo>
                  <a:pt x="201269" y="6096"/>
                </a:lnTo>
                <a:close/>
              </a:path>
              <a:path w="424180" h="116205">
                <a:moveTo>
                  <a:pt x="218033" y="10668"/>
                </a:moveTo>
                <a:lnTo>
                  <a:pt x="205841" y="10668"/>
                </a:lnTo>
                <a:lnTo>
                  <a:pt x="205841" y="88480"/>
                </a:lnTo>
                <a:lnTo>
                  <a:pt x="218033" y="88480"/>
                </a:lnTo>
                <a:lnTo>
                  <a:pt x="218033" y="10668"/>
                </a:lnTo>
                <a:close/>
              </a:path>
              <a:path w="424180" h="116205">
                <a:moveTo>
                  <a:pt x="240982" y="1524"/>
                </a:moveTo>
                <a:lnTo>
                  <a:pt x="225653" y="1524"/>
                </a:lnTo>
                <a:lnTo>
                  <a:pt x="225653" y="96100"/>
                </a:lnTo>
                <a:lnTo>
                  <a:pt x="224129" y="97624"/>
                </a:lnTo>
                <a:lnTo>
                  <a:pt x="205841" y="97624"/>
                </a:lnTo>
                <a:lnTo>
                  <a:pt x="208889" y="109816"/>
                </a:lnTo>
                <a:lnTo>
                  <a:pt x="208889" y="114388"/>
                </a:lnTo>
                <a:lnTo>
                  <a:pt x="227177" y="114388"/>
                </a:lnTo>
                <a:lnTo>
                  <a:pt x="231838" y="112864"/>
                </a:lnTo>
                <a:lnTo>
                  <a:pt x="234886" y="111340"/>
                </a:lnTo>
                <a:lnTo>
                  <a:pt x="236410" y="108292"/>
                </a:lnTo>
                <a:lnTo>
                  <a:pt x="239458" y="105244"/>
                </a:lnTo>
                <a:lnTo>
                  <a:pt x="240982" y="102196"/>
                </a:lnTo>
                <a:lnTo>
                  <a:pt x="240982" y="1524"/>
                </a:lnTo>
                <a:close/>
              </a:path>
              <a:path w="424180" h="116205">
                <a:moveTo>
                  <a:pt x="362902" y="12192"/>
                </a:moveTo>
                <a:lnTo>
                  <a:pt x="266890" y="12192"/>
                </a:lnTo>
                <a:lnTo>
                  <a:pt x="266890" y="30480"/>
                </a:lnTo>
                <a:lnTo>
                  <a:pt x="362902" y="30480"/>
                </a:lnTo>
                <a:lnTo>
                  <a:pt x="362902" y="12192"/>
                </a:lnTo>
                <a:close/>
              </a:path>
              <a:path w="424180" h="116205">
                <a:moveTo>
                  <a:pt x="372046" y="85432"/>
                </a:moveTo>
                <a:lnTo>
                  <a:pt x="259270" y="85432"/>
                </a:lnTo>
                <a:lnTo>
                  <a:pt x="259270" y="103720"/>
                </a:lnTo>
                <a:lnTo>
                  <a:pt x="372046" y="103720"/>
                </a:lnTo>
                <a:lnTo>
                  <a:pt x="372046" y="85432"/>
                </a:lnTo>
                <a:close/>
              </a:path>
              <a:path w="424180" h="116205">
                <a:moveTo>
                  <a:pt x="423951" y="86956"/>
                </a:moveTo>
                <a:lnTo>
                  <a:pt x="420903" y="85432"/>
                </a:lnTo>
                <a:lnTo>
                  <a:pt x="419379" y="82384"/>
                </a:lnTo>
                <a:lnTo>
                  <a:pt x="408711" y="82384"/>
                </a:lnTo>
                <a:lnTo>
                  <a:pt x="402615" y="88480"/>
                </a:lnTo>
                <a:lnTo>
                  <a:pt x="402615" y="94576"/>
                </a:lnTo>
                <a:lnTo>
                  <a:pt x="404139" y="96100"/>
                </a:lnTo>
                <a:lnTo>
                  <a:pt x="405663" y="99148"/>
                </a:lnTo>
                <a:lnTo>
                  <a:pt x="408711" y="100672"/>
                </a:lnTo>
                <a:lnTo>
                  <a:pt x="410235" y="102196"/>
                </a:lnTo>
                <a:lnTo>
                  <a:pt x="416331" y="102196"/>
                </a:lnTo>
                <a:lnTo>
                  <a:pt x="419379" y="100672"/>
                </a:lnTo>
                <a:lnTo>
                  <a:pt x="423951" y="96100"/>
                </a:lnTo>
                <a:lnTo>
                  <a:pt x="423951" y="86956"/>
                </a:lnTo>
                <a:close/>
              </a:path>
              <a:path w="424180" h="116205">
                <a:moveTo>
                  <a:pt x="423951" y="38100"/>
                </a:moveTo>
                <a:lnTo>
                  <a:pt x="420903" y="36576"/>
                </a:lnTo>
                <a:lnTo>
                  <a:pt x="419379" y="35052"/>
                </a:lnTo>
                <a:lnTo>
                  <a:pt x="416331" y="33528"/>
                </a:lnTo>
                <a:lnTo>
                  <a:pt x="410235" y="33528"/>
                </a:lnTo>
                <a:lnTo>
                  <a:pt x="408711" y="35052"/>
                </a:lnTo>
                <a:lnTo>
                  <a:pt x="405663" y="36576"/>
                </a:lnTo>
                <a:lnTo>
                  <a:pt x="404139" y="39624"/>
                </a:lnTo>
                <a:lnTo>
                  <a:pt x="402615" y="41148"/>
                </a:lnTo>
                <a:lnTo>
                  <a:pt x="402615" y="47332"/>
                </a:lnTo>
                <a:lnTo>
                  <a:pt x="408711" y="53428"/>
                </a:lnTo>
                <a:lnTo>
                  <a:pt x="419379" y="53428"/>
                </a:lnTo>
                <a:lnTo>
                  <a:pt x="420903" y="50380"/>
                </a:lnTo>
                <a:lnTo>
                  <a:pt x="423951" y="48856"/>
                </a:lnTo>
                <a:lnTo>
                  <a:pt x="423951" y="38100"/>
                </a:lnTo>
                <a:close/>
              </a:path>
            </a:pathLst>
          </a:custGeom>
          <a:solidFill>
            <a:srgbClr val="05956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160" y="745712"/>
            <a:ext cx="1378648" cy="11591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541197" y="988313"/>
            <a:ext cx="1726564" cy="285750"/>
          </a:xfrm>
          <a:custGeom>
            <a:avLst/>
            <a:gdLst/>
            <a:ahLst/>
            <a:cxnLst/>
            <a:rect l="l" t="t" r="r" b="b"/>
            <a:pathLst>
              <a:path w="1726564" h="285750">
                <a:moveTo>
                  <a:pt x="97637" y="120497"/>
                </a:moveTo>
                <a:lnTo>
                  <a:pt x="70116" y="126593"/>
                </a:lnTo>
                <a:lnTo>
                  <a:pt x="70116" y="82397"/>
                </a:lnTo>
                <a:lnTo>
                  <a:pt x="96113" y="82397"/>
                </a:lnTo>
                <a:lnTo>
                  <a:pt x="96113" y="47244"/>
                </a:lnTo>
                <a:lnTo>
                  <a:pt x="70116" y="47244"/>
                </a:lnTo>
                <a:lnTo>
                  <a:pt x="70116" y="1524"/>
                </a:lnTo>
                <a:lnTo>
                  <a:pt x="33540" y="1524"/>
                </a:lnTo>
                <a:lnTo>
                  <a:pt x="33540" y="47244"/>
                </a:lnTo>
                <a:lnTo>
                  <a:pt x="1536" y="47244"/>
                </a:lnTo>
                <a:lnTo>
                  <a:pt x="1536" y="82397"/>
                </a:lnTo>
                <a:lnTo>
                  <a:pt x="33540" y="82397"/>
                </a:lnTo>
                <a:lnTo>
                  <a:pt x="33540" y="135737"/>
                </a:lnTo>
                <a:lnTo>
                  <a:pt x="16205" y="140119"/>
                </a:lnTo>
                <a:lnTo>
                  <a:pt x="8026" y="141947"/>
                </a:lnTo>
                <a:lnTo>
                  <a:pt x="0" y="143357"/>
                </a:lnTo>
                <a:lnTo>
                  <a:pt x="4584" y="186118"/>
                </a:lnTo>
                <a:lnTo>
                  <a:pt x="33540" y="176974"/>
                </a:lnTo>
                <a:lnTo>
                  <a:pt x="33540" y="239458"/>
                </a:lnTo>
                <a:lnTo>
                  <a:pt x="30492" y="242506"/>
                </a:lnTo>
                <a:lnTo>
                  <a:pt x="27444" y="242506"/>
                </a:lnTo>
                <a:lnTo>
                  <a:pt x="22872" y="244030"/>
                </a:lnTo>
                <a:lnTo>
                  <a:pt x="4584" y="244030"/>
                </a:lnTo>
                <a:lnTo>
                  <a:pt x="5956" y="253199"/>
                </a:lnTo>
                <a:lnTo>
                  <a:pt x="9296" y="271551"/>
                </a:lnTo>
                <a:lnTo>
                  <a:pt x="10680" y="280708"/>
                </a:lnTo>
                <a:lnTo>
                  <a:pt x="21513" y="280466"/>
                </a:lnTo>
                <a:lnTo>
                  <a:pt x="39179" y="279425"/>
                </a:lnTo>
                <a:lnTo>
                  <a:pt x="45732" y="279184"/>
                </a:lnTo>
                <a:lnTo>
                  <a:pt x="53352" y="277660"/>
                </a:lnTo>
                <a:lnTo>
                  <a:pt x="59448" y="274612"/>
                </a:lnTo>
                <a:lnTo>
                  <a:pt x="62496" y="268516"/>
                </a:lnTo>
                <a:lnTo>
                  <a:pt x="67068" y="263842"/>
                </a:lnTo>
                <a:lnTo>
                  <a:pt x="70116" y="254698"/>
                </a:lnTo>
                <a:lnTo>
                  <a:pt x="70116" y="176974"/>
                </a:lnTo>
                <a:lnTo>
                  <a:pt x="70116" y="166217"/>
                </a:lnTo>
                <a:lnTo>
                  <a:pt x="88480" y="160693"/>
                </a:lnTo>
                <a:lnTo>
                  <a:pt x="94208" y="159143"/>
                </a:lnTo>
                <a:lnTo>
                  <a:pt x="97637" y="158597"/>
                </a:lnTo>
                <a:lnTo>
                  <a:pt x="97637" y="126593"/>
                </a:lnTo>
                <a:lnTo>
                  <a:pt x="97637" y="120497"/>
                </a:lnTo>
                <a:close/>
              </a:path>
              <a:path w="1726564" h="285750">
                <a:moveTo>
                  <a:pt x="271475" y="132689"/>
                </a:moveTo>
                <a:lnTo>
                  <a:pt x="233375" y="132689"/>
                </a:lnTo>
                <a:lnTo>
                  <a:pt x="233375" y="164693"/>
                </a:lnTo>
                <a:lnTo>
                  <a:pt x="233375" y="184594"/>
                </a:lnTo>
                <a:lnTo>
                  <a:pt x="233375" y="215074"/>
                </a:lnTo>
                <a:lnTo>
                  <a:pt x="233375" y="234886"/>
                </a:lnTo>
                <a:lnTo>
                  <a:pt x="146405" y="234886"/>
                </a:lnTo>
                <a:lnTo>
                  <a:pt x="146405" y="215074"/>
                </a:lnTo>
                <a:lnTo>
                  <a:pt x="233375" y="215074"/>
                </a:lnTo>
                <a:lnTo>
                  <a:pt x="233375" y="184594"/>
                </a:lnTo>
                <a:lnTo>
                  <a:pt x="146405" y="184594"/>
                </a:lnTo>
                <a:lnTo>
                  <a:pt x="146405" y="164693"/>
                </a:lnTo>
                <a:lnTo>
                  <a:pt x="233375" y="164693"/>
                </a:lnTo>
                <a:lnTo>
                  <a:pt x="233375" y="132689"/>
                </a:lnTo>
                <a:lnTo>
                  <a:pt x="108305" y="132689"/>
                </a:lnTo>
                <a:lnTo>
                  <a:pt x="108305" y="282232"/>
                </a:lnTo>
                <a:lnTo>
                  <a:pt x="146405" y="282232"/>
                </a:lnTo>
                <a:lnTo>
                  <a:pt x="146405" y="266890"/>
                </a:lnTo>
                <a:lnTo>
                  <a:pt x="233375" y="266890"/>
                </a:lnTo>
                <a:lnTo>
                  <a:pt x="233375" y="280708"/>
                </a:lnTo>
                <a:lnTo>
                  <a:pt x="271475" y="280708"/>
                </a:lnTo>
                <a:lnTo>
                  <a:pt x="271475" y="266890"/>
                </a:lnTo>
                <a:lnTo>
                  <a:pt x="271475" y="234886"/>
                </a:lnTo>
                <a:lnTo>
                  <a:pt x="271475" y="215074"/>
                </a:lnTo>
                <a:lnTo>
                  <a:pt x="271475" y="184594"/>
                </a:lnTo>
                <a:lnTo>
                  <a:pt x="271475" y="164693"/>
                </a:lnTo>
                <a:lnTo>
                  <a:pt x="271475" y="132689"/>
                </a:lnTo>
                <a:close/>
              </a:path>
              <a:path w="1726564" h="285750">
                <a:moveTo>
                  <a:pt x="283667" y="62484"/>
                </a:moveTo>
                <a:lnTo>
                  <a:pt x="274523" y="59918"/>
                </a:lnTo>
                <a:lnTo>
                  <a:pt x="265379" y="56769"/>
                </a:lnTo>
                <a:lnTo>
                  <a:pt x="256235" y="53060"/>
                </a:lnTo>
                <a:lnTo>
                  <a:pt x="247091" y="48768"/>
                </a:lnTo>
                <a:lnTo>
                  <a:pt x="246799" y="56464"/>
                </a:lnTo>
                <a:lnTo>
                  <a:pt x="246761" y="56769"/>
                </a:lnTo>
                <a:lnTo>
                  <a:pt x="245948" y="63436"/>
                </a:lnTo>
                <a:lnTo>
                  <a:pt x="244513" y="69557"/>
                </a:lnTo>
                <a:lnTo>
                  <a:pt x="242506" y="74676"/>
                </a:lnTo>
                <a:lnTo>
                  <a:pt x="240982" y="79248"/>
                </a:lnTo>
                <a:lnTo>
                  <a:pt x="234899" y="82397"/>
                </a:lnTo>
                <a:lnTo>
                  <a:pt x="149453" y="82397"/>
                </a:lnTo>
                <a:lnTo>
                  <a:pt x="143357" y="77724"/>
                </a:lnTo>
                <a:lnTo>
                  <a:pt x="143357" y="64008"/>
                </a:lnTo>
                <a:lnTo>
                  <a:pt x="180213" y="59156"/>
                </a:lnTo>
                <a:lnTo>
                  <a:pt x="215226" y="53721"/>
                </a:lnTo>
                <a:lnTo>
                  <a:pt x="248234" y="47726"/>
                </a:lnTo>
                <a:lnTo>
                  <a:pt x="279082" y="41148"/>
                </a:lnTo>
                <a:lnTo>
                  <a:pt x="275767" y="32004"/>
                </a:lnTo>
                <a:lnTo>
                  <a:pt x="266903" y="7620"/>
                </a:lnTo>
                <a:lnTo>
                  <a:pt x="236016" y="15290"/>
                </a:lnTo>
                <a:lnTo>
                  <a:pt x="205130" y="22098"/>
                </a:lnTo>
                <a:lnTo>
                  <a:pt x="174231" y="27774"/>
                </a:lnTo>
                <a:lnTo>
                  <a:pt x="143357" y="32004"/>
                </a:lnTo>
                <a:lnTo>
                  <a:pt x="143357" y="3048"/>
                </a:lnTo>
                <a:lnTo>
                  <a:pt x="105257" y="3048"/>
                </a:lnTo>
                <a:lnTo>
                  <a:pt x="105257" y="73152"/>
                </a:lnTo>
                <a:lnTo>
                  <a:pt x="108064" y="92100"/>
                </a:lnTo>
                <a:lnTo>
                  <a:pt x="116306" y="105435"/>
                </a:lnTo>
                <a:lnTo>
                  <a:pt x="129692" y="113334"/>
                </a:lnTo>
                <a:lnTo>
                  <a:pt x="147929" y="115925"/>
                </a:lnTo>
                <a:lnTo>
                  <a:pt x="234899" y="115925"/>
                </a:lnTo>
                <a:lnTo>
                  <a:pt x="274904" y="93433"/>
                </a:lnTo>
                <a:lnTo>
                  <a:pt x="279704" y="79971"/>
                </a:lnTo>
                <a:lnTo>
                  <a:pt x="283667" y="62484"/>
                </a:lnTo>
                <a:close/>
              </a:path>
              <a:path w="1726564" h="285750">
                <a:moveTo>
                  <a:pt x="465112" y="115925"/>
                </a:moveTo>
                <a:lnTo>
                  <a:pt x="456831" y="105613"/>
                </a:lnTo>
                <a:lnTo>
                  <a:pt x="447967" y="95148"/>
                </a:lnTo>
                <a:lnTo>
                  <a:pt x="438543" y="84378"/>
                </a:lnTo>
                <a:lnTo>
                  <a:pt x="428536" y="73152"/>
                </a:lnTo>
                <a:lnTo>
                  <a:pt x="398056" y="94589"/>
                </a:lnTo>
                <a:lnTo>
                  <a:pt x="407797" y="105968"/>
                </a:lnTo>
                <a:lnTo>
                  <a:pt x="416534" y="117068"/>
                </a:lnTo>
                <a:lnTo>
                  <a:pt x="424421" y="127596"/>
                </a:lnTo>
                <a:lnTo>
                  <a:pt x="431584" y="137261"/>
                </a:lnTo>
                <a:lnTo>
                  <a:pt x="465112" y="115925"/>
                </a:lnTo>
                <a:close/>
              </a:path>
              <a:path w="1726564" h="285750">
                <a:moveTo>
                  <a:pt x="553605" y="138785"/>
                </a:moveTo>
                <a:lnTo>
                  <a:pt x="317195" y="138785"/>
                </a:lnTo>
                <a:lnTo>
                  <a:pt x="317195" y="175450"/>
                </a:lnTo>
                <a:lnTo>
                  <a:pt x="494169" y="175450"/>
                </a:lnTo>
                <a:lnTo>
                  <a:pt x="481799" y="185153"/>
                </a:lnTo>
                <a:lnTo>
                  <a:pt x="467601" y="195834"/>
                </a:lnTo>
                <a:lnTo>
                  <a:pt x="451421" y="207391"/>
                </a:lnTo>
                <a:lnTo>
                  <a:pt x="433108" y="219646"/>
                </a:lnTo>
                <a:lnTo>
                  <a:pt x="411988" y="210553"/>
                </a:lnTo>
                <a:lnTo>
                  <a:pt x="356908" y="186118"/>
                </a:lnTo>
                <a:lnTo>
                  <a:pt x="337007" y="215074"/>
                </a:lnTo>
                <a:lnTo>
                  <a:pt x="363016" y="227317"/>
                </a:lnTo>
                <a:lnTo>
                  <a:pt x="394995" y="243281"/>
                </a:lnTo>
                <a:lnTo>
                  <a:pt x="475780" y="285280"/>
                </a:lnTo>
                <a:lnTo>
                  <a:pt x="501789" y="250126"/>
                </a:lnTo>
                <a:lnTo>
                  <a:pt x="494919" y="247827"/>
                </a:lnTo>
                <a:lnTo>
                  <a:pt x="488061" y="245364"/>
                </a:lnTo>
                <a:lnTo>
                  <a:pt x="481164" y="242633"/>
                </a:lnTo>
                <a:lnTo>
                  <a:pt x="474256" y="239458"/>
                </a:lnTo>
                <a:lnTo>
                  <a:pt x="493128" y="225171"/>
                </a:lnTo>
                <a:lnTo>
                  <a:pt x="500176" y="219646"/>
                </a:lnTo>
                <a:lnTo>
                  <a:pt x="512826" y="209740"/>
                </a:lnTo>
                <a:lnTo>
                  <a:pt x="533069" y="193167"/>
                </a:lnTo>
                <a:lnTo>
                  <a:pt x="553605" y="175450"/>
                </a:lnTo>
                <a:lnTo>
                  <a:pt x="553605" y="138785"/>
                </a:lnTo>
                <a:close/>
              </a:path>
              <a:path w="1726564" h="285750">
                <a:moveTo>
                  <a:pt x="576465" y="93065"/>
                </a:moveTo>
                <a:lnTo>
                  <a:pt x="541616" y="77584"/>
                </a:lnTo>
                <a:lnTo>
                  <a:pt x="510349" y="58686"/>
                </a:lnTo>
                <a:lnTo>
                  <a:pt x="486765" y="39624"/>
                </a:lnTo>
                <a:lnTo>
                  <a:pt x="482765" y="36398"/>
                </a:lnTo>
                <a:lnTo>
                  <a:pt x="459016" y="10668"/>
                </a:lnTo>
                <a:lnTo>
                  <a:pt x="466636" y="1524"/>
                </a:lnTo>
                <a:lnTo>
                  <a:pt x="416344" y="1524"/>
                </a:lnTo>
                <a:lnTo>
                  <a:pt x="391464" y="31292"/>
                </a:lnTo>
                <a:lnTo>
                  <a:pt x="362572" y="56781"/>
                </a:lnTo>
                <a:lnTo>
                  <a:pt x="329679" y="78295"/>
                </a:lnTo>
                <a:lnTo>
                  <a:pt x="292811" y="96113"/>
                </a:lnTo>
                <a:lnTo>
                  <a:pt x="298754" y="103517"/>
                </a:lnTo>
                <a:lnTo>
                  <a:pt x="305003" y="111925"/>
                </a:lnTo>
                <a:lnTo>
                  <a:pt x="311238" y="121183"/>
                </a:lnTo>
                <a:lnTo>
                  <a:pt x="317195" y="131165"/>
                </a:lnTo>
                <a:lnTo>
                  <a:pt x="352933" y="110858"/>
                </a:lnTo>
                <a:lnTo>
                  <a:pt x="384517" y="88823"/>
                </a:lnTo>
                <a:lnTo>
                  <a:pt x="411797" y="65074"/>
                </a:lnTo>
                <a:lnTo>
                  <a:pt x="434632" y="39624"/>
                </a:lnTo>
                <a:lnTo>
                  <a:pt x="458965" y="66535"/>
                </a:lnTo>
                <a:lnTo>
                  <a:pt x="486308" y="90157"/>
                </a:lnTo>
                <a:lnTo>
                  <a:pt x="516788" y="110642"/>
                </a:lnTo>
                <a:lnTo>
                  <a:pt x="550557" y="128117"/>
                </a:lnTo>
                <a:lnTo>
                  <a:pt x="558025" y="118135"/>
                </a:lnTo>
                <a:lnTo>
                  <a:pt x="570699" y="100469"/>
                </a:lnTo>
                <a:lnTo>
                  <a:pt x="576465" y="93065"/>
                </a:lnTo>
                <a:close/>
              </a:path>
              <a:path w="1726564" h="285750">
                <a:moveTo>
                  <a:pt x="651230" y="150977"/>
                </a:moveTo>
                <a:lnTo>
                  <a:pt x="605421" y="117449"/>
                </a:lnTo>
                <a:lnTo>
                  <a:pt x="584085" y="144881"/>
                </a:lnTo>
                <a:lnTo>
                  <a:pt x="604088" y="162039"/>
                </a:lnTo>
                <a:lnTo>
                  <a:pt x="614768" y="171500"/>
                </a:lnTo>
                <a:lnTo>
                  <a:pt x="625322" y="181546"/>
                </a:lnTo>
                <a:lnTo>
                  <a:pt x="651230" y="150977"/>
                </a:lnTo>
                <a:close/>
              </a:path>
              <a:path w="1726564" h="285750">
                <a:moveTo>
                  <a:pt x="667994" y="192214"/>
                </a:moveTo>
                <a:lnTo>
                  <a:pt x="632942" y="176974"/>
                </a:lnTo>
                <a:lnTo>
                  <a:pt x="632828" y="177317"/>
                </a:lnTo>
                <a:lnTo>
                  <a:pt x="625995" y="198107"/>
                </a:lnTo>
                <a:lnTo>
                  <a:pt x="618604" y="220218"/>
                </a:lnTo>
                <a:lnTo>
                  <a:pt x="610362" y="243205"/>
                </a:lnTo>
                <a:lnTo>
                  <a:pt x="600849" y="266890"/>
                </a:lnTo>
                <a:lnTo>
                  <a:pt x="610908" y="270637"/>
                </a:lnTo>
                <a:lnTo>
                  <a:pt x="620699" y="274789"/>
                </a:lnTo>
                <a:lnTo>
                  <a:pt x="640562" y="283756"/>
                </a:lnTo>
                <a:lnTo>
                  <a:pt x="649135" y="253123"/>
                </a:lnTo>
                <a:lnTo>
                  <a:pt x="656564" y="227660"/>
                </a:lnTo>
                <a:lnTo>
                  <a:pt x="662851" y="207365"/>
                </a:lnTo>
                <a:lnTo>
                  <a:pt x="667994" y="192214"/>
                </a:lnTo>
                <a:close/>
              </a:path>
              <a:path w="1726564" h="285750">
                <a:moveTo>
                  <a:pt x="675614" y="102209"/>
                </a:moveTo>
                <a:lnTo>
                  <a:pt x="667613" y="95897"/>
                </a:lnTo>
                <a:lnTo>
                  <a:pt x="657326" y="88290"/>
                </a:lnTo>
                <a:lnTo>
                  <a:pt x="629894" y="68580"/>
                </a:lnTo>
                <a:lnTo>
                  <a:pt x="606945" y="96113"/>
                </a:lnTo>
                <a:lnTo>
                  <a:pt x="619899" y="105232"/>
                </a:lnTo>
                <a:lnTo>
                  <a:pt x="631405" y="114211"/>
                </a:lnTo>
                <a:lnTo>
                  <a:pt x="641756" y="122897"/>
                </a:lnTo>
                <a:lnTo>
                  <a:pt x="651230" y="131165"/>
                </a:lnTo>
                <a:lnTo>
                  <a:pt x="675614" y="102209"/>
                </a:lnTo>
                <a:close/>
              </a:path>
              <a:path w="1726564" h="285750">
                <a:moveTo>
                  <a:pt x="867740" y="22860"/>
                </a:moveTo>
                <a:lnTo>
                  <a:pt x="797636" y="22860"/>
                </a:lnTo>
                <a:lnTo>
                  <a:pt x="797636" y="1524"/>
                </a:lnTo>
                <a:lnTo>
                  <a:pt x="758012" y="1524"/>
                </a:lnTo>
                <a:lnTo>
                  <a:pt x="758012" y="22860"/>
                </a:lnTo>
                <a:lnTo>
                  <a:pt x="695426" y="22860"/>
                </a:lnTo>
                <a:lnTo>
                  <a:pt x="695426" y="1524"/>
                </a:lnTo>
                <a:lnTo>
                  <a:pt x="655802" y="1524"/>
                </a:lnTo>
                <a:lnTo>
                  <a:pt x="655802" y="22860"/>
                </a:lnTo>
                <a:lnTo>
                  <a:pt x="585609" y="22860"/>
                </a:lnTo>
                <a:lnTo>
                  <a:pt x="585609" y="57912"/>
                </a:lnTo>
                <a:lnTo>
                  <a:pt x="655802" y="57912"/>
                </a:lnTo>
                <a:lnTo>
                  <a:pt x="655802" y="76200"/>
                </a:lnTo>
                <a:lnTo>
                  <a:pt x="695426" y="76200"/>
                </a:lnTo>
                <a:lnTo>
                  <a:pt x="695426" y="57912"/>
                </a:lnTo>
                <a:lnTo>
                  <a:pt x="758012" y="57912"/>
                </a:lnTo>
                <a:lnTo>
                  <a:pt x="758012" y="76200"/>
                </a:lnTo>
                <a:lnTo>
                  <a:pt x="797636" y="76200"/>
                </a:lnTo>
                <a:lnTo>
                  <a:pt x="797636" y="57912"/>
                </a:lnTo>
                <a:lnTo>
                  <a:pt x="867740" y="57912"/>
                </a:lnTo>
                <a:lnTo>
                  <a:pt x="867740" y="22860"/>
                </a:lnTo>
                <a:close/>
              </a:path>
              <a:path w="1726564" h="285750">
                <a:moveTo>
                  <a:pt x="867752" y="207365"/>
                </a:moveTo>
                <a:lnTo>
                  <a:pt x="867460" y="207365"/>
                </a:lnTo>
                <a:lnTo>
                  <a:pt x="860044" y="204863"/>
                </a:lnTo>
                <a:lnTo>
                  <a:pt x="850785" y="201549"/>
                </a:lnTo>
                <a:lnTo>
                  <a:pt x="840092" y="197383"/>
                </a:lnTo>
                <a:lnTo>
                  <a:pt x="828116" y="192214"/>
                </a:lnTo>
                <a:lnTo>
                  <a:pt x="826922" y="204025"/>
                </a:lnTo>
                <a:lnTo>
                  <a:pt x="806780" y="237934"/>
                </a:lnTo>
                <a:lnTo>
                  <a:pt x="744194" y="237934"/>
                </a:lnTo>
                <a:lnTo>
                  <a:pt x="722858" y="125069"/>
                </a:lnTo>
                <a:lnTo>
                  <a:pt x="796112" y="125069"/>
                </a:lnTo>
                <a:lnTo>
                  <a:pt x="795997" y="131165"/>
                </a:lnTo>
                <a:lnTo>
                  <a:pt x="795820" y="141592"/>
                </a:lnTo>
                <a:lnTo>
                  <a:pt x="783920" y="172313"/>
                </a:lnTo>
                <a:lnTo>
                  <a:pt x="774776" y="172313"/>
                </a:lnTo>
                <a:lnTo>
                  <a:pt x="768464" y="172072"/>
                </a:lnTo>
                <a:lnTo>
                  <a:pt x="759904" y="171500"/>
                </a:lnTo>
                <a:lnTo>
                  <a:pt x="751801" y="171030"/>
                </a:lnTo>
                <a:lnTo>
                  <a:pt x="741146" y="170789"/>
                </a:lnTo>
                <a:lnTo>
                  <a:pt x="741210" y="171030"/>
                </a:lnTo>
                <a:lnTo>
                  <a:pt x="741337" y="171500"/>
                </a:lnTo>
                <a:lnTo>
                  <a:pt x="743432" y="179374"/>
                </a:lnTo>
                <a:lnTo>
                  <a:pt x="745718" y="188785"/>
                </a:lnTo>
                <a:lnTo>
                  <a:pt x="748004" y="198742"/>
                </a:lnTo>
                <a:lnTo>
                  <a:pt x="750290" y="208978"/>
                </a:lnTo>
                <a:lnTo>
                  <a:pt x="795693" y="207365"/>
                </a:lnTo>
                <a:lnTo>
                  <a:pt x="794092" y="207365"/>
                </a:lnTo>
                <a:lnTo>
                  <a:pt x="802538" y="206603"/>
                </a:lnTo>
                <a:lnTo>
                  <a:pt x="810590" y="204025"/>
                </a:lnTo>
                <a:lnTo>
                  <a:pt x="830656" y="176974"/>
                </a:lnTo>
                <a:lnTo>
                  <a:pt x="831608" y="172313"/>
                </a:lnTo>
                <a:lnTo>
                  <a:pt x="831646" y="172072"/>
                </a:lnTo>
                <a:lnTo>
                  <a:pt x="831773" y="171500"/>
                </a:lnTo>
                <a:lnTo>
                  <a:pt x="831862" y="171030"/>
                </a:lnTo>
                <a:lnTo>
                  <a:pt x="834898" y="125069"/>
                </a:lnTo>
                <a:lnTo>
                  <a:pt x="834948" y="122897"/>
                </a:lnTo>
                <a:lnTo>
                  <a:pt x="835736" y="90017"/>
                </a:lnTo>
                <a:lnTo>
                  <a:pt x="681710" y="90017"/>
                </a:lnTo>
                <a:lnTo>
                  <a:pt x="681710" y="224218"/>
                </a:lnTo>
                <a:lnTo>
                  <a:pt x="684872" y="246481"/>
                </a:lnTo>
                <a:lnTo>
                  <a:pt x="694474" y="262750"/>
                </a:lnTo>
                <a:lnTo>
                  <a:pt x="710641" y="272745"/>
                </a:lnTo>
                <a:lnTo>
                  <a:pt x="733526" y="276136"/>
                </a:lnTo>
                <a:lnTo>
                  <a:pt x="794588" y="276136"/>
                </a:lnTo>
                <a:lnTo>
                  <a:pt x="834212" y="270040"/>
                </a:lnTo>
                <a:lnTo>
                  <a:pt x="860374" y="237934"/>
                </a:lnTo>
                <a:lnTo>
                  <a:pt x="861644" y="233553"/>
                </a:lnTo>
                <a:lnTo>
                  <a:pt x="864603" y="221170"/>
                </a:lnTo>
                <a:lnTo>
                  <a:pt x="867752" y="207365"/>
                </a:lnTo>
                <a:close/>
              </a:path>
              <a:path w="1726564" h="285750">
                <a:moveTo>
                  <a:pt x="1030897" y="204406"/>
                </a:moveTo>
                <a:lnTo>
                  <a:pt x="974509" y="212026"/>
                </a:lnTo>
                <a:lnTo>
                  <a:pt x="974509" y="157073"/>
                </a:lnTo>
                <a:lnTo>
                  <a:pt x="1017181" y="157073"/>
                </a:lnTo>
                <a:lnTo>
                  <a:pt x="1017181" y="120497"/>
                </a:lnTo>
                <a:lnTo>
                  <a:pt x="889076" y="120497"/>
                </a:lnTo>
                <a:lnTo>
                  <a:pt x="889076" y="157073"/>
                </a:lnTo>
                <a:lnTo>
                  <a:pt x="934885" y="157073"/>
                </a:lnTo>
                <a:lnTo>
                  <a:pt x="934885" y="218122"/>
                </a:lnTo>
                <a:lnTo>
                  <a:pt x="876884" y="224218"/>
                </a:lnTo>
                <a:lnTo>
                  <a:pt x="881456" y="266890"/>
                </a:lnTo>
                <a:lnTo>
                  <a:pt x="1030897" y="245554"/>
                </a:lnTo>
                <a:lnTo>
                  <a:pt x="1030897" y="212026"/>
                </a:lnTo>
                <a:lnTo>
                  <a:pt x="1030897" y="204406"/>
                </a:lnTo>
                <a:close/>
              </a:path>
              <a:path w="1726564" h="285750">
                <a:moveTo>
                  <a:pt x="1159014" y="201358"/>
                </a:moveTo>
                <a:lnTo>
                  <a:pt x="1149870" y="197624"/>
                </a:lnTo>
                <a:lnTo>
                  <a:pt x="1140726" y="193167"/>
                </a:lnTo>
                <a:lnTo>
                  <a:pt x="1131582" y="187858"/>
                </a:lnTo>
                <a:lnTo>
                  <a:pt x="1122438" y="181546"/>
                </a:lnTo>
                <a:lnTo>
                  <a:pt x="1120432" y="193167"/>
                </a:lnTo>
                <a:lnTo>
                  <a:pt x="1118819" y="203454"/>
                </a:lnTo>
                <a:lnTo>
                  <a:pt x="1117498" y="212204"/>
                </a:lnTo>
                <a:lnTo>
                  <a:pt x="1116342" y="219646"/>
                </a:lnTo>
                <a:lnTo>
                  <a:pt x="1114818" y="228790"/>
                </a:lnTo>
                <a:lnTo>
                  <a:pt x="1113294" y="234886"/>
                </a:lnTo>
                <a:lnTo>
                  <a:pt x="1108722" y="239458"/>
                </a:lnTo>
                <a:lnTo>
                  <a:pt x="1107198" y="239458"/>
                </a:lnTo>
                <a:lnTo>
                  <a:pt x="1081303" y="191871"/>
                </a:lnTo>
                <a:lnTo>
                  <a:pt x="1072781" y="131127"/>
                </a:lnTo>
                <a:lnTo>
                  <a:pt x="1069098" y="88493"/>
                </a:lnTo>
                <a:lnTo>
                  <a:pt x="1152918" y="88493"/>
                </a:lnTo>
                <a:lnTo>
                  <a:pt x="1152918" y="50292"/>
                </a:lnTo>
                <a:lnTo>
                  <a:pt x="1123962" y="50292"/>
                </a:lnTo>
                <a:lnTo>
                  <a:pt x="1139202" y="39624"/>
                </a:lnTo>
                <a:lnTo>
                  <a:pt x="1107198" y="3048"/>
                </a:lnTo>
                <a:lnTo>
                  <a:pt x="1081290" y="22860"/>
                </a:lnTo>
                <a:lnTo>
                  <a:pt x="1087234" y="29083"/>
                </a:lnTo>
                <a:lnTo>
                  <a:pt x="1093482" y="36004"/>
                </a:lnTo>
                <a:lnTo>
                  <a:pt x="1099718" y="43230"/>
                </a:lnTo>
                <a:lnTo>
                  <a:pt x="1105674" y="50292"/>
                </a:lnTo>
                <a:lnTo>
                  <a:pt x="1066050" y="50292"/>
                </a:lnTo>
                <a:lnTo>
                  <a:pt x="1065809" y="38608"/>
                </a:lnTo>
                <a:lnTo>
                  <a:pt x="1065695" y="36004"/>
                </a:lnTo>
                <a:lnTo>
                  <a:pt x="1064755" y="14084"/>
                </a:lnTo>
                <a:lnTo>
                  <a:pt x="1064526" y="1524"/>
                </a:lnTo>
                <a:lnTo>
                  <a:pt x="1021753" y="1524"/>
                </a:lnTo>
                <a:lnTo>
                  <a:pt x="1021854" y="3048"/>
                </a:lnTo>
                <a:lnTo>
                  <a:pt x="1024801" y="50292"/>
                </a:lnTo>
                <a:lnTo>
                  <a:pt x="876884" y="50292"/>
                </a:lnTo>
                <a:lnTo>
                  <a:pt x="876884" y="88493"/>
                </a:lnTo>
                <a:lnTo>
                  <a:pt x="1027849" y="88493"/>
                </a:lnTo>
                <a:lnTo>
                  <a:pt x="1031849" y="137134"/>
                </a:lnTo>
                <a:lnTo>
                  <a:pt x="1037005" y="178079"/>
                </a:lnTo>
                <a:lnTo>
                  <a:pt x="1043317" y="211594"/>
                </a:lnTo>
                <a:lnTo>
                  <a:pt x="1043444" y="212026"/>
                </a:lnTo>
                <a:lnTo>
                  <a:pt x="1043495" y="212204"/>
                </a:lnTo>
                <a:lnTo>
                  <a:pt x="1060259" y="257759"/>
                </a:lnTo>
                <a:lnTo>
                  <a:pt x="1107198" y="282232"/>
                </a:lnTo>
                <a:lnTo>
                  <a:pt x="1117790" y="281368"/>
                </a:lnTo>
                <a:lnTo>
                  <a:pt x="1151013" y="245186"/>
                </a:lnTo>
                <a:lnTo>
                  <a:pt x="1152283" y="239458"/>
                </a:lnTo>
                <a:lnTo>
                  <a:pt x="1155293" y="225983"/>
                </a:lnTo>
                <a:lnTo>
                  <a:pt x="1159014" y="201358"/>
                </a:lnTo>
                <a:close/>
              </a:path>
              <a:path w="1726564" h="285750">
                <a:moveTo>
                  <a:pt x="1311503" y="205930"/>
                </a:moveTo>
                <a:lnTo>
                  <a:pt x="1300924" y="177330"/>
                </a:lnTo>
                <a:lnTo>
                  <a:pt x="1289786" y="148894"/>
                </a:lnTo>
                <a:lnTo>
                  <a:pt x="1278064" y="120764"/>
                </a:lnTo>
                <a:lnTo>
                  <a:pt x="1265783" y="93065"/>
                </a:lnTo>
                <a:lnTo>
                  <a:pt x="1230731" y="106781"/>
                </a:lnTo>
                <a:lnTo>
                  <a:pt x="1242758" y="136207"/>
                </a:lnTo>
                <a:lnTo>
                  <a:pt x="1253845" y="165112"/>
                </a:lnTo>
                <a:lnTo>
                  <a:pt x="1263954" y="192798"/>
                </a:lnTo>
                <a:lnTo>
                  <a:pt x="1273403" y="219646"/>
                </a:lnTo>
                <a:lnTo>
                  <a:pt x="1311503" y="205930"/>
                </a:lnTo>
                <a:close/>
              </a:path>
              <a:path w="1726564" h="285750">
                <a:moveTo>
                  <a:pt x="1369504" y="183070"/>
                </a:moveTo>
                <a:lnTo>
                  <a:pt x="1360652" y="153593"/>
                </a:lnTo>
                <a:lnTo>
                  <a:pt x="1352359" y="126987"/>
                </a:lnTo>
                <a:lnTo>
                  <a:pt x="1344650" y="103263"/>
                </a:lnTo>
                <a:lnTo>
                  <a:pt x="1337500" y="82397"/>
                </a:lnTo>
                <a:lnTo>
                  <a:pt x="1300835" y="93065"/>
                </a:lnTo>
                <a:lnTo>
                  <a:pt x="1307744" y="114782"/>
                </a:lnTo>
                <a:lnTo>
                  <a:pt x="1314945" y="138798"/>
                </a:lnTo>
                <a:lnTo>
                  <a:pt x="1322730" y="165112"/>
                </a:lnTo>
                <a:lnTo>
                  <a:pt x="1331404" y="193738"/>
                </a:lnTo>
                <a:lnTo>
                  <a:pt x="1369504" y="183070"/>
                </a:lnTo>
                <a:close/>
              </a:path>
              <a:path w="1726564" h="285750">
                <a:moveTo>
                  <a:pt x="1447228" y="35052"/>
                </a:moveTo>
                <a:lnTo>
                  <a:pt x="1351216" y="35052"/>
                </a:lnTo>
                <a:lnTo>
                  <a:pt x="1346911" y="25082"/>
                </a:lnTo>
                <a:lnTo>
                  <a:pt x="1343025" y="15811"/>
                </a:lnTo>
                <a:lnTo>
                  <a:pt x="1339430" y="7416"/>
                </a:lnTo>
                <a:lnTo>
                  <a:pt x="1335976" y="0"/>
                </a:lnTo>
                <a:lnTo>
                  <a:pt x="1290167" y="10668"/>
                </a:lnTo>
                <a:lnTo>
                  <a:pt x="1293329" y="16624"/>
                </a:lnTo>
                <a:lnTo>
                  <a:pt x="1296073" y="22860"/>
                </a:lnTo>
                <a:lnTo>
                  <a:pt x="1298524" y="29108"/>
                </a:lnTo>
                <a:lnTo>
                  <a:pt x="1300835" y="35052"/>
                </a:lnTo>
                <a:lnTo>
                  <a:pt x="1191107" y="35052"/>
                </a:lnTo>
                <a:lnTo>
                  <a:pt x="1191018" y="129641"/>
                </a:lnTo>
                <a:lnTo>
                  <a:pt x="1190891" y="136207"/>
                </a:lnTo>
                <a:lnTo>
                  <a:pt x="1190840" y="138798"/>
                </a:lnTo>
                <a:lnTo>
                  <a:pt x="1190307" y="166814"/>
                </a:lnTo>
                <a:lnTo>
                  <a:pt x="1185913" y="202692"/>
                </a:lnTo>
                <a:lnTo>
                  <a:pt x="1178382" y="232537"/>
                </a:lnTo>
                <a:lnTo>
                  <a:pt x="1168146" y="256222"/>
                </a:lnTo>
                <a:lnTo>
                  <a:pt x="1177023" y="263105"/>
                </a:lnTo>
                <a:lnTo>
                  <a:pt x="1185341" y="269989"/>
                </a:lnTo>
                <a:lnTo>
                  <a:pt x="1193088" y="276885"/>
                </a:lnTo>
                <a:lnTo>
                  <a:pt x="1200251" y="283756"/>
                </a:lnTo>
                <a:lnTo>
                  <a:pt x="1213129" y="256857"/>
                </a:lnTo>
                <a:lnTo>
                  <a:pt x="1222159" y="222123"/>
                </a:lnTo>
                <a:lnTo>
                  <a:pt x="1227467" y="179679"/>
                </a:lnTo>
                <a:lnTo>
                  <a:pt x="1227556" y="177330"/>
                </a:lnTo>
                <a:lnTo>
                  <a:pt x="1229207" y="129641"/>
                </a:lnTo>
                <a:lnTo>
                  <a:pt x="1229207" y="70104"/>
                </a:lnTo>
                <a:lnTo>
                  <a:pt x="1447228" y="70104"/>
                </a:lnTo>
                <a:lnTo>
                  <a:pt x="1447228" y="35052"/>
                </a:lnTo>
                <a:close/>
              </a:path>
              <a:path w="1726564" h="285750">
                <a:moveTo>
                  <a:pt x="1448752" y="228790"/>
                </a:moveTo>
                <a:lnTo>
                  <a:pt x="1399984" y="228790"/>
                </a:lnTo>
                <a:lnTo>
                  <a:pt x="1411986" y="192201"/>
                </a:lnTo>
                <a:lnTo>
                  <a:pt x="1422844" y="157886"/>
                </a:lnTo>
                <a:lnTo>
                  <a:pt x="1432560" y="125844"/>
                </a:lnTo>
                <a:lnTo>
                  <a:pt x="1441132" y="96113"/>
                </a:lnTo>
                <a:lnTo>
                  <a:pt x="1401508" y="85445"/>
                </a:lnTo>
                <a:lnTo>
                  <a:pt x="1389507" y="127774"/>
                </a:lnTo>
                <a:lnTo>
                  <a:pt x="1378826" y="165112"/>
                </a:lnTo>
                <a:lnTo>
                  <a:pt x="1368933" y="199326"/>
                </a:lnTo>
                <a:lnTo>
                  <a:pt x="1360360" y="228790"/>
                </a:lnTo>
                <a:lnTo>
                  <a:pt x="1224635" y="228790"/>
                </a:lnTo>
                <a:lnTo>
                  <a:pt x="1224635" y="268516"/>
                </a:lnTo>
                <a:lnTo>
                  <a:pt x="1448752" y="268516"/>
                </a:lnTo>
                <a:lnTo>
                  <a:pt x="1448752" y="228790"/>
                </a:lnTo>
                <a:close/>
              </a:path>
              <a:path w="1726564" h="285750">
                <a:moveTo>
                  <a:pt x="1726311" y="13716"/>
                </a:moveTo>
                <a:lnTo>
                  <a:pt x="1685074" y="13716"/>
                </a:lnTo>
                <a:lnTo>
                  <a:pt x="1685074" y="51816"/>
                </a:lnTo>
                <a:lnTo>
                  <a:pt x="1685074" y="86969"/>
                </a:lnTo>
                <a:lnTo>
                  <a:pt x="1685074" y="123545"/>
                </a:lnTo>
                <a:lnTo>
                  <a:pt x="1685074" y="158597"/>
                </a:lnTo>
                <a:lnTo>
                  <a:pt x="1627162" y="158597"/>
                </a:lnTo>
                <a:lnTo>
                  <a:pt x="1627162" y="123545"/>
                </a:lnTo>
                <a:lnTo>
                  <a:pt x="1685074" y="123545"/>
                </a:lnTo>
                <a:lnTo>
                  <a:pt x="1685074" y="86969"/>
                </a:lnTo>
                <a:lnTo>
                  <a:pt x="1627162" y="86969"/>
                </a:lnTo>
                <a:lnTo>
                  <a:pt x="1627162" y="51816"/>
                </a:lnTo>
                <a:lnTo>
                  <a:pt x="1685074" y="51816"/>
                </a:lnTo>
                <a:lnTo>
                  <a:pt x="1685074" y="13716"/>
                </a:lnTo>
                <a:lnTo>
                  <a:pt x="1586014" y="13716"/>
                </a:lnTo>
                <a:lnTo>
                  <a:pt x="1586014" y="51816"/>
                </a:lnTo>
                <a:lnTo>
                  <a:pt x="1586014" y="86969"/>
                </a:lnTo>
                <a:lnTo>
                  <a:pt x="1586014" y="123545"/>
                </a:lnTo>
                <a:lnTo>
                  <a:pt x="1586014" y="158597"/>
                </a:lnTo>
                <a:lnTo>
                  <a:pt x="1526476" y="158597"/>
                </a:lnTo>
                <a:lnTo>
                  <a:pt x="1526476" y="123545"/>
                </a:lnTo>
                <a:lnTo>
                  <a:pt x="1586014" y="123545"/>
                </a:lnTo>
                <a:lnTo>
                  <a:pt x="1586014" y="86969"/>
                </a:lnTo>
                <a:lnTo>
                  <a:pt x="1526476" y="86969"/>
                </a:lnTo>
                <a:lnTo>
                  <a:pt x="1526476" y="51816"/>
                </a:lnTo>
                <a:lnTo>
                  <a:pt x="1586014" y="51816"/>
                </a:lnTo>
                <a:lnTo>
                  <a:pt x="1586014" y="13716"/>
                </a:lnTo>
                <a:lnTo>
                  <a:pt x="1485328" y="13716"/>
                </a:lnTo>
                <a:lnTo>
                  <a:pt x="1485328" y="147929"/>
                </a:lnTo>
                <a:lnTo>
                  <a:pt x="1484782" y="184873"/>
                </a:lnTo>
                <a:lnTo>
                  <a:pt x="1480947" y="215646"/>
                </a:lnTo>
                <a:lnTo>
                  <a:pt x="1473974" y="240398"/>
                </a:lnTo>
                <a:lnTo>
                  <a:pt x="1463992" y="259270"/>
                </a:lnTo>
                <a:lnTo>
                  <a:pt x="1473136" y="265036"/>
                </a:lnTo>
                <a:lnTo>
                  <a:pt x="1482280" y="270941"/>
                </a:lnTo>
                <a:lnTo>
                  <a:pt x="1491424" y="277139"/>
                </a:lnTo>
                <a:lnTo>
                  <a:pt x="1500568" y="283756"/>
                </a:lnTo>
                <a:lnTo>
                  <a:pt x="1509737" y="268820"/>
                </a:lnTo>
                <a:lnTo>
                  <a:pt x="1516761" y="249186"/>
                </a:lnTo>
                <a:lnTo>
                  <a:pt x="1521790" y="224726"/>
                </a:lnTo>
                <a:lnTo>
                  <a:pt x="1524952" y="195262"/>
                </a:lnTo>
                <a:lnTo>
                  <a:pt x="1586014" y="195262"/>
                </a:lnTo>
                <a:lnTo>
                  <a:pt x="1586014" y="276136"/>
                </a:lnTo>
                <a:lnTo>
                  <a:pt x="1627162" y="276136"/>
                </a:lnTo>
                <a:lnTo>
                  <a:pt x="1627162" y="195262"/>
                </a:lnTo>
                <a:lnTo>
                  <a:pt x="1685074" y="195262"/>
                </a:lnTo>
                <a:lnTo>
                  <a:pt x="1685074" y="233362"/>
                </a:lnTo>
                <a:lnTo>
                  <a:pt x="1680502" y="239458"/>
                </a:lnTo>
                <a:lnTo>
                  <a:pt x="1668310" y="239458"/>
                </a:lnTo>
                <a:lnTo>
                  <a:pt x="1665452" y="239204"/>
                </a:lnTo>
                <a:lnTo>
                  <a:pt x="1649450" y="237540"/>
                </a:lnTo>
                <a:lnTo>
                  <a:pt x="1636306" y="236410"/>
                </a:lnTo>
                <a:lnTo>
                  <a:pt x="1639468" y="246722"/>
                </a:lnTo>
                <a:lnTo>
                  <a:pt x="1642211" y="257187"/>
                </a:lnTo>
                <a:lnTo>
                  <a:pt x="1644662" y="267957"/>
                </a:lnTo>
                <a:lnTo>
                  <a:pt x="1646974" y="279184"/>
                </a:lnTo>
                <a:lnTo>
                  <a:pt x="1660118" y="278942"/>
                </a:lnTo>
                <a:lnTo>
                  <a:pt x="1682978" y="277901"/>
                </a:lnTo>
                <a:lnTo>
                  <a:pt x="1692694" y="277660"/>
                </a:lnTo>
                <a:lnTo>
                  <a:pt x="1700377" y="275971"/>
                </a:lnTo>
                <a:lnTo>
                  <a:pt x="1725739" y="246507"/>
                </a:lnTo>
                <a:lnTo>
                  <a:pt x="1726311" y="195262"/>
                </a:lnTo>
                <a:lnTo>
                  <a:pt x="1726311" y="158597"/>
                </a:lnTo>
                <a:lnTo>
                  <a:pt x="1726311" y="123545"/>
                </a:lnTo>
                <a:lnTo>
                  <a:pt x="1726311" y="86969"/>
                </a:lnTo>
                <a:lnTo>
                  <a:pt x="1726311" y="51816"/>
                </a:lnTo>
                <a:lnTo>
                  <a:pt x="1726311" y="13716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334672" y="1072229"/>
            <a:ext cx="53340" cy="163195"/>
          </a:xfrm>
          <a:custGeom>
            <a:avLst/>
            <a:gdLst/>
            <a:ahLst/>
            <a:cxnLst/>
            <a:rect l="l" t="t" r="r" b="b"/>
            <a:pathLst>
              <a:path w="53339" h="163194">
                <a:moveTo>
                  <a:pt x="33528" y="47244"/>
                </a:moveTo>
                <a:lnTo>
                  <a:pt x="19812" y="47244"/>
                </a:lnTo>
                <a:lnTo>
                  <a:pt x="13716" y="45720"/>
                </a:lnTo>
                <a:lnTo>
                  <a:pt x="7620" y="41148"/>
                </a:lnTo>
                <a:lnTo>
                  <a:pt x="3048" y="35052"/>
                </a:lnTo>
                <a:lnTo>
                  <a:pt x="0" y="30480"/>
                </a:lnTo>
                <a:lnTo>
                  <a:pt x="0" y="16764"/>
                </a:lnTo>
                <a:lnTo>
                  <a:pt x="3048" y="12192"/>
                </a:lnTo>
                <a:lnTo>
                  <a:pt x="7620" y="6096"/>
                </a:lnTo>
                <a:lnTo>
                  <a:pt x="13716" y="1524"/>
                </a:lnTo>
                <a:lnTo>
                  <a:pt x="19812" y="0"/>
                </a:lnTo>
                <a:lnTo>
                  <a:pt x="33528" y="0"/>
                </a:lnTo>
                <a:lnTo>
                  <a:pt x="39624" y="1524"/>
                </a:lnTo>
                <a:lnTo>
                  <a:pt x="45720" y="6096"/>
                </a:lnTo>
                <a:lnTo>
                  <a:pt x="50292" y="10668"/>
                </a:lnTo>
                <a:lnTo>
                  <a:pt x="53340" y="16764"/>
                </a:lnTo>
                <a:lnTo>
                  <a:pt x="53340" y="30480"/>
                </a:lnTo>
                <a:lnTo>
                  <a:pt x="50292" y="36576"/>
                </a:lnTo>
                <a:lnTo>
                  <a:pt x="45720" y="41148"/>
                </a:lnTo>
                <a:lnTo>
                  <a:pt x="39624" y="45720"/>
                </a:lnTo>
                <a:lnTo>
                  <a:pt x="33528" y="47244"/>
                </a:lnTo>
                <a:close/>
              </a:path>
              <a:path w="53339" h="163194">
                <a:moveTo>
                  <a:pt x="33528" y="163163"/>
                </a:moveTo>
                <a:lnTo>
                  <a:pt x="19812" y="163163"/>
                </a:lnTo>
                <a:lnTo>
                  <a:pt x="13716" y="161639"/>
                </a:lnTo>
                <a:lnTo>
                  <a:pt x="7620" y="157067"/>
                </a:lnTo>
                <a:lnTo>
                  <a:pt x="3048" y="152495"/>
                </a:lnTo>
                <a:lnTo>
                  <a:pt x="0" y="146399"/>
                </a:lnTo>
                <a:lnTo>
                  <a:pt x="0" y="132683"/>
                </a:lnTo>
                <a:lnTo>
                  <a:pt x="3048" y="128111"/>
                </a:lnTo>
                <a:lnTo>
                  <a:pt x="7620" y="123539"/>
                </a:lnTo>
                <a:lnTo>
                  <a:pt x="13716" y="118967"/>
                </a:lnTo>
                <a:lnTo>
                  <a:pt x="19812" y="115919"/>
                </a:lnTo>
                <a:lnTo>
                  <a:pt x="33528" y="115919"/>
                </a:lnTo>
                <a:lnTo>
                  <a:pt x="39624" y="117443"/>
                </a:lnTo>
                <a:lnTo>
                  <a:pt x="50292" y="128111"/>
                </a:lnTo>
                <a:lnTo>
                  <a:pt x="53340" y="132683"/>
                </a:lnTo>
                <a:lnTo>
                  <a:pt x="53340" y="146399"/>
                </a:lnTo>
                <a:lnTo>
                  <a:pt x="50292" y="152495"/>
                </a:lnTo>
                <a:lnTo>
                  <a:pt x="45720" y="157067"/>
                </a:lnTo>
                <a:lnTo>
                  <a:pt x="39624" y="161639"/>
                </a:lnTo>
                <a:lnTo>
                  <a:pt x="33528" y="163163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583269" y="988313"/>
            <a:ext cx="578485" cy="282575"/>
          </a:xfrm>
          <a:custGeom>
            <a:avLst/>
            <a:gdLst/>
            <a:ahLst/>
            <a:cxnLst/>
            <a:rect l="l" t="t" r="r" b="b"/>
            <a:pathLst>
              <a:path w="578485" h="282575">
                <a:moveTo>
                  <a:pt x="285178" y="244030"/>
                </a:moveTo>
                <a:lnTo>
                  <a:pt x="259943" y="241706"/>
                </a:lnTo>
                <a:lnTo>
                  <a:pt x="236550" y="239077"/>
                </a:lnTo>
                <a:lnTo>
                  <a:pt x="214591" y="235889"/>
                </a:lnTo>
                <a:lnTo>
                  <a:pt x="193636" y="231838"/>
                </a:lnTo>
                <a:lnTo>
                  <a:pt x="211378" y="223824"/>
                </a:lnTo>
                <a:lnTo>
                  <a:pt x="219925" y="219646"/>
                </a:lnTo>
                <a:lnTo>
                  <a:pt x="228130" y="215646"/>
                </a:lnTo>
                <a:lnTo>
                  <a:pt x="244043" y="207200"/>
                </a:lnTo>
                <a:lnTo>
                  <a:pt x="259270" y="198310"/>
                </a:lnTo>
                <a:lnTo>
                  <a:pt x="259270" y="173837"/>
                </a:lnTo>
                <a:lnTo>
                  <a:pt x="199732" y="173837"/>
                </a:lnTo>
                <a:lnTo>
                  <a:pt x="199732" y="198310"/>
                </a:lnTo>
                <a:lnTo>
                  <a:pt x="186905" y="203796"/>
                </a:lnTo>
                <a:lnTo>
                  <a:pt x="160401" y="214058"/>
                </a:lnTo>
                <a:lnTo>
                  <a:pt x="146392" y="219646"/>
                </a:lnTo>
                <a:lnTo>
                  <a:pt x="121056" y="208978"/>
                </a:lnTo>
                <a:lnTo>
                  <a:pt x="117716" y="207454"/>
                </a:lnTo>
                <a:lnTo>
                  <a:pt x="109715" y="203796"/>
                </a:lnTo>
                <a:lnTo>
                  <a:pt x="99060" y="198310"/>
                </a:lnTo>
                <a:lnTo>
                  <a:pt x="199732" y="198310"/>
                </a:lnTo>
                <a:lnTo>
                  <a:pt x="199732" y="173837"/>
                </a:lnTo>
                <a:lnTo>
                  <a:pt x="96012" y="173837"/>
                </a:lnTo>
                <a:lnTo>
                  <a:pt x="105156" y="160121"/>
                </a:lnTo>
                <a:lnTo>
                  <a:pt x="259270" y="160121"/>
                </a:lnTo>
                <a:lnTo>
                  <a:pt x="259270" y="135737"/>
                </a:lnTo>
                <a:lnTo>
                  <a:pt x="259270" y="120497"/>
                </a:lnTo>
                <a:lnTo>
                  <a:pt x="259270" y="100685"/>
                </a:lnTo>
                <a:lnTo>
                  <a:pt x="259270" y="85445"/>
                </a:lnTo>
                <a:lnTo>
                  <a:pt x="259270" y="60960"/>
                </a:lnTo>
                <a:lnTo>
                  <a:pt x="221068" y="60960"/>
                </a:lnTo>
                <a:lnTo>
                  <a:pt x="221068" y="85445"/>
                </a:lnTo>
                <a:lnTo>
                  <a:pt x="221068" y="100685"/>
                </a:lnTo>
                <a:lnTo>
                  <a:pt x="221068" y="120497"/>
                </a:lnTo>
                <a:lnTo>
                  <a:pt x="221068" y="135737"/>
                </a:lnTo>
                <a:lnTo>
                  <a:pt x="73152" y="135737"/>
                </a:lnTo>
                <a:lnTo>
                  <a:pt x="73152" y="120497"/>
                </a:lnTo>
                <a:lnTo>
                  <a:pt x="221068" y="120497"/>
                </a:lnTo>
                <a:lnTo>
                  <a:pt x="221068" y="100685"/>
                </a:lnTo>
                <a:lnTo>
                  <a:pt x="73152" y="100685"/>
                </a:lnTo>
                <a:lnTo>
                  <a:pt x="73152" y="88493"/>
                </a:lnTo>
                <a:lnTo>
                  <a:pt x="73152" y="85445"/>
                </a:lnTo>
                <a:lnTo>
                  <a:pt x="221068" y="85445"/>
                </a:lnTo>
                <a:lnTo>
                  <a:pt x="221068" y="60960"/>
                </a:lnTo>
                <a:lnTo>
                  <a:pt x="57912" y="60960"/>
                </a:lnTo>
                <a:lnTo>
                  <a:pt x="60960" y="56388"/>
                </a:lnTo>
                <a:lnTo>
                  <a:pt x="64008" y="50292"/>
                </a:lnTo>
                <a:lnTo>
                  <a:pt x="67056" y="45720"/>
                </a:lnTo>
                <a:lnTo>
                  <a:pt x="279082" y="45720"/>
                </a:lnTo>
                <a:lnTo>
                  <a:pt x="279082" y="16764"/>
                </a:lnTo>
                <a:lnTo>
                  <a:pt x="83820" y="16764"/>
                </a:lnTo>
                <a:lnTo>
                  <a:pt x="85344" y="12192"/>
                </a:lnTo>
                <a:lnTo>
                  <a:pt x="91440" y="0"/>
                </a:lnTo>
                <a:lnTo>
                  <a:pt x="51816" y="0"/>
                </a:lnTo>
                <a:lnTo>
                  <a:pt x="42672" y="19126"/>
                </a:lnTo>
                <a:lnTo>
                  <a:pt x="31242" y="37528"/>
                </a:lnTo>
                <a:lnTo>
                  <a:pt x="17526" y="55079"/>
                </a:lnTo>
                <a:lnTo>
                  <a:pt x="1524" y="71628"/>
                </a:lnTo>
                <a:lnTo>
                  <a:pt x="4686" y="82829"/>
                </a:lnTo>
                <a:lnTo>
                  <a:pt x="7429" y="93433"/>
                </a:lnTo>
                <a:lnTo>
                  <a:pt x="12192" y="112877"/>
                </a:lnTo>
                <a:lnTo>
                  <a:pt x="17907" y="106921"/>
                </a:lnTo>
                <a:lnTo>
                  <a:pt x="29337" y="94449"/>
                </a:lnTo>
                <a:lnTo>
                  <a:pt x="35052" y="88493"/>
                </a:lnTo>
                <a:lnTo>
                  <a:pt x="35052" y="160121"/>
                </a:lnTo>
                <a:lnTo>
                  <a:pt x="64008" y="160121"/>
                </a:lnTo>
                <a:lnTo>
                  <a:pt x="50571" y="174485"/>
                </a:lnTo>
                <a:lnTo>
                  <a:pt x="35433" y="187833"/>
                </a:lnTo>
                <a:lnTo>
                  <a:pt x="18567" y="200291"/>
                </a:lnTo>
                <a:lnTo>
                  <a:pt x="0" y="212026"/>
                </a:lnTo>
                <a:lnTo>
                  <a:pt x="6565" y="218871"/>
                </a:lnTo>
                <a:lnTo>
                  <a:pt x="12573" y="225552"/>
                </a:lnTo>
                <a:lnTo>
                  <a:pt x="17907" y="231838"/>
                </a:lnTo>
                <a:lnTo>
                  <a:pt x="22860" y="237934"/>
                </a:lnTo>
                <a:lnTo>
                  <a:pt x="33997" y="231038"/>
                </a:lnTo>
                <a:lnTo>
                  <a:pt x="44602" y="223824"/>
                </a:lnTo>
                <a:lnTo>
                  <a:pt x="54571" y="216077"/>
                </a:lnTo>
                <a:lnTo>
                  <a:pt x="64008" y="207454"/>
                </a:lnTo>
                <a:lnTo>
                  <a:pt x="73418" y="214058"/>
                </a:lnTo>
                <a:lnTo>
                  <a:pt x="83248" y="220218"/>
                </a:lnTo>
                <a:lnTo>
                  <a:pt x="93370" y="226110"/>
                </a:lnTo>
                <a:lnTo>
                  <a:pt x="103632" y="231838"/>
                </a:lnTo>
                <a:lnTo>
                  <a:pt x="81584" y="237299"/>
                </a:lnTo>
                <a:lnTo>
                  <a:pt x="58674" y="242316"/>
                </a:lnTo>
                <a:lnTo>
                  <a:pt x="34620" y="247065"/>
                </a:lnTo>
                <a:lnTo>
                  <a:pt x="9144" y="251650"/>
                </a:lnTo>
                <a:lnTo>
                  <a:pt x="15659" y="259600"/>
                </a:lnTo>
                <a:lnTo>
                  <a:pt x="21526" y="267512"/>
                </a:lnTo>
                <a:lnTo>
                  <a:pt x="26492" y="275069"/>
                </a:lnTo>
                <a:lnTo>
                  <a:pt x="30480" y="282232"/>
                </a:lnTo>
                <a:lnTo>
                  <a:pt x="61671" y="275069"/>
                </a:lnTo>
                <a:lnTo>
                  <a:pt x="91300" y="267322"/>
                </a:lnTo>
                <a:lnTo>
                  <a:pt x="119494" y="259003"/>
                </a:lnTo>
                <a:lnTo>
                  <a:pt x="146392" y="250126"/>
                </a:lnTo>
                <a:lnTo>
                  <a:pt x="172643" y="259600"/>
                </a:lnTo>
                <a:lnTo>
                  <a:pt x="200888" y="267512"/>
                </a:lnTo>
                <a:lnTo>
                  <a:pt x="230873" y="274002"/>
                </a:lnTo>
                <a:lnTo>
                  <a:pt x="262318" y="279184"/>
                </a:lnTo>
                <a:lnTo>
                  <a:pt x="267169" y="270903"/>
                </a:lnTo>
                <a:lnTo>
                  <a:pt x="272605" y="262178"/>
                </a:lnTo>
                <a:lnTo>
                  <a:pt x="278599" y="253174"/>
                </a:lnTo>
                <a:lnTo>
                  <a:pt x="280797" y="250126"/>
                </a:lnTo>
                <a:lnTo>
                  <a:pt x="285178" y="244030"/>
                </a:lnTo>
                <a:close/>
              </a:path>
              <a:path w="578485" h="282575">
                <a:moveTo>
                  <a:pt x="391960" y="218122"/>
                </a:moveTo>
                <a:lnTo>
                  <a:pt x="365950" y="190690"/>
                </a:lnTo>
                <a:lnTo>
                  <a:pt x="348500" y="204127"/>
                </a:lnTo>
                <a:lnTo>
                  <a:pt x="330327" y="216979"/>
                </a:lnTo>
                <a:lnTo>
                  <a:pt x="311302" y="229273"/>
                </a:lnTo>
                <a:lnTo>
                  <a:pt x="291274" y="240982"/>
                </a:lnTo>
                <a:lnTo>
                  <a:pt x="296989" y="248132"/>
                </a:lnTo>
                <a:lnTo>
                  <a:pt x="302704" y="255854"/>
                </a:lnTo>
                <a:lnTo>
                  <a:pt x="308419" y="264172"/>
                </a:lnTo>
                <a:lnTo>
                  <a:pt x="314134" y="273088"/>
                </a:lnTo>
                <a:lnTo>
                  <a:pt x="333565" y="260172"/>
                </a:lnTo>
                <a:lnTo>
                  <a:pt x="353009" y="246710"/>
                </a:lnTo>
                <a:lnTo>
                  <a:pt x="372465" y="232702"/>
                </a:lnTo>
                <a:lnTo>
                  <a:pt x="391960" y="218122"/>
                </a:lnTo>
                <a:close/>
              </a:path>
              <a:path w="578485" h="282575">
                <a:moveTo>
                  <a:pt x="570357" y="149453"/>
                </a:moveTo>
                <a:lnTo>
                  <a:pt x="457492" y="149453"/>
                </a:lnTo>
                <a:lnTo>
                  <a:pt x="457492" y="122021"/>
                </a:lnTo>
                <a:lnTo>
                  <a:pt x="416344" y="122021"/>
                </a:lnTo>
                <a:lnTo>
                  <a:pt x="416344" y="149453"/>
                </a:lnTo>
                <a:lnTo>
                  <a:pt x="297370" y="149453"/>
                </a:lnTo>
                <a:lnTo>
                  <a:pt x="297370" y="184594"/>
                </a:lnTo>
                <a:lnTo>
                  <a:pt x="416344" y="184594"/>
                </a:lnTo>
                <a:lnTo>
                  <a:pt x="416344" y="236410"/>
                </a:lnTo>
                <a:lnTo>
                  <a:pt x="411772" y="240982"/>
                </a:lnTo>
                <a:lnTo>
                  <a:pt x="370522" y="240982"/>
                </a:lnTo>
                <a:lnTo>
                  <a:pt x="372808" y="250177"/>
                </a:lnTo>
                <a:lnTo>
                  <a:pt x="375208" y="260172"/>
                </a:lnTo>
                <a:lnTo>
                  <a:pt x="377380" y="269748"/>
                </a:lnTo>
                <a:lnTo>
                  <a:pt x="379666" y="280708"/>
                </a:lnTo>
                <a:lnTo>
                  <a:pt x="392582" y="280466"/>
                </a:lnTo>
                <a:lnTo>
                  <a:pt x="413194" y="279425"/>
                </a:lnTo>
                <a:lnTo>
                  <a:pt x="420916" y="279184"/>
                </a:lnTo>
                <a:lnTo>
                  <a:pt x="436918" y="274853"/>
                </a:lnTo>
                <a:lnTo>
                  <a:pt x="448348" y="266369"/>
                </a:lnTo>
                <a:lnTo>
                  <a:pt x="455206" y="253606"/>
                </a:lnTo>
                <a:lnTo>
                  <a:pt x="457492" y="236410"/>
                </a:lnTo>
                <a:lnTo>
                  <a:pt x="457492" y="184594"/>
                </a:lnTo>
                <a:lnTo>
                  <a:pt x="570357" y="184594"/>
                </a:lnTo>
                <a:lnTo>
                  <a:pt x="570357" y="149453"/>
                </a:lnTo>
                <a:close/>
              </a:path>
              <a:path w="578485" h="282575">
                <a:moveTo>
                  <a:pt x="574929" y="242506"/>
                </a:moveTo>
                <a:lnTo>
                  <a:pt x="555472" y="228841"/>
                </a:lnTo>
                <a:lnTo>
                  <a:pt x="535863" y="215455"/>
                </a:lnTo>
                <a:lnTo>
                  <a:pt x="515950" y="202653"/>
                </a:lnTo>
                <a:lnTo>
                  <a:pt x="495592" y="190690"/>
                </a:lnTo>
                <a:lnTo>
                  <a:pt x="471208" y="216598"/>
                </a:lnTo>
                <a:lnTo>
                  <a:pt x="492391" y="230555"/>
                </a:lnTo>
                <a:lnTo>
                  <a:pt x="512584" y="244805"/>
                </a:lnTo>
                <a:lnTo>
                  <a:pt x="531926" y="259080"/>
                </a:lnTo>
                <a:lnTo>
                  <a:pt x="550545" y="273088"/>
                </a:lnTo>
                <a:lnTo>
                  <a:pt x="574929" y="242506"/>
                </a:lnTo>
                <a:close/>
              </a:path>
              <a:path w="578485" h="282575">
                <a:moveTo>
                  <a:pt x="577977" y="62484"/>
                </a:moveTo>
                <a:lnTo>
                  <a:pt x="558927" y="57721"/>
                </a:lnTo>
                <a:lnTo>
                  <a:pt x="549262" y="54991"/>
                </a:lnTo>
                <a:lnTo>
                  <a:pt x="539877" y="51816"/>
                </a:lnTo>
                <a:lnTo>
                  <a:pt x="538949" y="60960"/>
                </a:lnTo>
                <a:lnTo>
                  <a:pt x="538835" y="62484"/>
                </a:lnTo>
                <a:lnTo>
                  <a:pt x="537730" y="77368"/>
                </a:lnTo>
                <a:lnTo>
                  <a:pt x="536829" y="85445"/>
                </a:lnTo>
                <a:lnTo>
                  <a:pt x="535305" y="93052"/>
                </a:lnTo>
                <a:lnTo>
                  <a:pt x="532257" y="97637"/>
                </a:lnTo>
                <a:lnTo>
                  <a:pt x="510832" y="97637"/>
                </a:lnTo>
                <a:lnTo>
                  <a:pt x="507784" y="93052"/>
                </a:lnTo>
                <a:lnTo>
                  <a:pt x="507784" y="27432"/>
                </a:lnTo>
                <a:lnTo>
                  <a:pt x="419392" y="27432"/>
                </a:lnTo>
                <a:lnTo>
                  <a:pt x="420268" y="19723"/>
                </a:lnTo>
                <a:lnTo>
                  <a:pt x="420725" y="12573"/>
                </a:lnTo>
                <a:lnTo>
                  <a:pt x="420890" y="6007"/>
                </a:lnTo>
                <a:lnTo>
                  <a:pt x="420916" y="0"/>
                </a:lnTo>
                <a:lnTo>
                  <a:pt x="379666" y="0"/>
                </a:lnTo>
                <a:lnTo>
                  <a:pt x="379666" y="27432"/>
                </a:lnTo>
                <a:lnTo>
                  <a:pt x="309562" y="27432"/>
                </a:lnTo>
                <a:lnTo>
                  <a:pt x="309562" y="60960"/>
                </a:lnTo>
                <a:lnTo>
                  <a:pt x="373570" y="60960"/>
                </a:lnTo>
                <a:lnTo>
                  <a:pt x="365048" y="78740"/>
                </a:lnTo>
                <a:lnTo>
                  <a:pt x="348805" y="93052"/>
                </a:lnTo>
                <a:lnTo>
                  <a:pt x="325132" y="103924"/>
                </a:lnTo>
                <a:lnTo>
                  <a:pt x="294322" y="111353"/>
                </a:lnTo>
                <a:lnTo>
                  <a:pt x="306895" y="130022"/>
                </a:lnTo>
                <a:lnTo>
                  <a:pt x="312331" y="138353"/>
                </a:lnTo>
                <a:lnTo>
                  <a:pt x="317182" y="146405"/>
                </a:lnTo>
                <a:lnTo>
                  <a:pt x="356895" y="132638"/>
                </a:lnTo>
                <a:lnTo>
                  <a:pt x="386765" y="114007"/>
                </a:lnTo>
                <a:lnTo>
                  <a:pt x="406628" y="90220"/>
                </a:lnTo>
                <a:lnTo>
                  <a:pt x="416344" y="60960"/>
                </a:lnTo>
                <a:lnTo>
                  <a:pt x="466636" y="60960"/>
                </a:lnTo>
                <a:lnTo>
                  <a:pt x="466636" y="99161"/>
                </a:lnTo>
                <a:lnTo>
                  <a:pt x="468630" y="113157"/>
                </a:lnTo>
                <a:lnTo>
                  <a:pt x="474637" y="123164"/>
                </a:lnTo>
                <a:lnTo>
                  <a:pt x="484632" y="129159"/>
                </a:lnTo>
                <a:lnTo>
                  <a:pt x="498640" y="131165"/>
                </a:lnTo>
                <a:lnTo>
                  <a:pt x="535305" y="131165"/>
                </a:lnTo>
                <a:lnTo>
                  <a:pt x="570357" y="106781"/>
                </a:lnTo>
                <a:lnTo>
                  <a:pt x="572858" y="97637"/>
                </a:lnTo>
                <a:lnTo>
                  <a:pt x="574738" y="88671"/>
                </a:lnTo>
                <a:lnTo>
                  <a:pt x="576567" y="76517"/>
                </a:lnTo>
                <a:lnTo>
                  <a:pt x="577977" y="62484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3252787" y="1020318"/>
            <a:ext cx="674370" cy="212090"/>
            <a:chOff x="3252787" y="1020318"/>
            <a:chExt cx="674370" cy="21209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52787" y="1020318"/>
              <a:ext cx="176879" cy="212026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63194" y="1020318"/>
              <a:ext cx="233362" cy="21202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22465" y="1020318"/>
              <a:ext cx="204311" cy="212026"/>
            </a:xfrm>
            <a:prstGeom prst="rect">
              <a:avLst/>
            </a:prstGeom>
          </p:spPr>
        </p:pic>
      </p:grpSp>
      <p:sp>
        <p:nvSpPr>
          <p:cNvPr id="11" name="object 11" descr=""/>
          <p:cNvSpPr/>
          <p:nvPr/>
        </p:nvSpPr>
        <p:spPr>
          <a:xfrm>
            <a:off x="4007637" y="988313"/>
            <a:ext cx="1159510" cy="283845"/>
          </a:xfrm>
          <a:custGeom>
            <a:avLst/>
            <a:gdLst/>
            <a:ahLst/>
            <a:cxnLst/>
            <a:rect l="l" t="t" r="r" b="b"/>
            <a:pathLst>
              <a:path w="1159510" h="283844">
                <a:moveTo>
                  <a:pt x="76288" y="53340"/>
                </a:moveTo>
                <a:lnTo>
                  <a:pt x="67945" y="41363"/>
                </a:lnTo>
                <a:lnTo>
                  <a:pt x="58724" y="28384"/>
                </a:lnTo>
                <a:lnTo>
                  <a:pt x="48348" y="14554"/>
                </a:lnTo>
                <a:lnTo>
                  <a:pt x="36576" y="0"/>
                </a:lnTo>
                <a:lnTo>
                  <a:pt x="6096" y="21336"/>
                </a:lnTo>
                <a:lnTo>
                  <a:pt x="23812" y="46291"/>
                </a:lnTo>
                <a:lnTo>
                  <a:pt x="33312" y="60134"/>
                </a:lnTo>
                <a:lnTo>
                  <a:pt x="42672" y="74676"/>
                </a:lnTo>
                <a:lnTo>
                  <a:pt x="49199" y="69850"/>
                </a:lnTo>
                <a:lnTo>
                  <a:pt x="57162" y="64579"/>
                </a:lnTo>
                <a:lnTo>
                  <a:pt x="66281" y="59042"/>
                </a:lnTo>
                <a:lnTo>
                  <a:pt x="76288" y="53340"/>
                </a:lnTo>
                <a:close/>
              </a:path>
              <a:path w="1159510" h="283844">
                <a:moveTo>
                  <a:pt x="282130" y="240982"/>
                </a:moveTo>
                <a:lnTo>
                  <a:pt x="218262" y="241554"/>
                </a:lnTo>
                <a:lnTo>
                  <a:pt x="183222" y="241554"/>
                </a:lnTo>
                <a:lnTo>
                  <a:pt x="155536" y="240982"/>
                </a:lnTo>
                <a:lnTo>
                  <a:pt x="164223" y="236410"/>
                </a:lnTo>
                <a:lnTo>
                  <a:pt x="186994" y="224434"/>
                </a:lnTo>
                <a:lnTo>
                  <a:pt x="215023" y="204597"/>
                </a:lnTo>
                <a:lnTo>
                  <a:pt x="231521" y="189166"/>
                </a:lnTo>
                <a:lnTo>
                  <a:pt x="239636" y="181584"/>
                </a:lnTo>
                <a:lnTo>
                  <a:pt x="260794" y="155549"/>
                </a:lnTo>
                <a:lnTo>
                  <a:pt x="260794" y="125069"/>
                </a:lnTo>
                <a:lnTo>
                  <a:pt x="157060" y="125069"/>
                </a:lnTo>
                <a:lnTo>
                  <a:pt x="166204" y="112877"/>
                </a:lnTo>
                <a:lnTo>
                  <a:pt x="169252" y="106781"/>
                </a:lnTo>
                <a:lnTo>
                  <a:pt x="269938" y="106781"/>
                </a:lnTo>
                <a:lnTo>
                  <a:pt x="269938" y="76200"/>
                </a:lnTo>
                <a:lnTo>
                  <a:pt x="269938" y="39624"/>
                </a:lnTo>
                <a:lnTo>
                  <a:pt x="269938" y="10668"/>
                </a:lnTo>
                <a:lnTo>
                  <a:pt x="236410" y="10668"/>
                </a:lnTo>
                <a:lnTo>
                  <a:pt x="236410" y="39624"/>
                </a:lnTo>
                <a:lnTo>
                  <a:pt x="236410" y="76200"/>
                </a:lnTo>
                <a:lnTo>
                  <a:pt x="216598" y="76200"/>
                </a:lnTo>
                <a:lnTo>
                  <a:pt x="216598" y="39624"/>
                </a:lnTo>
                <a:lnTo>
                  <a:pt x="236410" y="39624"/>
                </a:lnTo>
                <a:lnTo>
                  <a:pt x="236410" y="10668"/>
                </a:lnTo>
                <a:lnTo>
                  <a:pt x="187540" y="10668"/>
                </a:lnTo>
                <a:lnTo>
                  <a:pt x="187540" y="39624"/>
                </a:lnTo>
                <a:lnTo>
                  <a:pt x="187540" y="76200"/>
                </a:lnTo>
                <a:lnTo>
                  <a:pt x="167728" y="76200"/>
                </a:lnTo>
                <a:lnTo>
                  <a:pt x="167728" y="39624"/>
                </a:lnTo>
                <a:lnTo>
                  <a:pt x="187540" y="39624"/>
                </a:lnTo>
                <a:lnTo>
                  <a:pt x="187540" y="10668"/>
                </a:lnTo>
                <a:lnTo>
                  <a:pt x="137248" y="10668"/>
                </a:lnTo>
                <a:lnTo>
                  <a:pt x="137248" y="39624"/>
                </a:lnTo>
                <a:lnTo>
                  <a:pt x="137248" y="76200"/>
                </a:lnTo>
                <a:lnTo>
                  <a:pt x="117436" y="76200"/>
                </a:lnTo>
                <a:lnTo>
                  <a:pt x="117436" y="39624"/>
                </a:lnTo>
                <a:lnTo>
                  <a:pt x="137248" y="39624"/>
                </a:lnTo>
                <a:lnTo>
                  <a:pt x="137248" y="10668"/>
                </a:lnTo>
                <a:lnTo>
                  <a:pt x="83908" y="10668"/>
                </a:lnTo>
                <a:lnTo>
                  <a:pt x="83908" y="106781"/>
                </a:lnTo>
                <a:lnTo>
                  <a:pt x="128104" y="106781"/>
                </a:lnTo>
                <a:lnTo>
                  <a:pt x="116662" y="122783"/>
                </a:lnTo>
                <a:lnTo>
                  <a:pt x="102768" y="138785"/>
                </a:lnTo>
                <a:lnTo>
                  <a:pt x="86321" y="154787"/>
                </a:lnTo>
                <a:lnTo>
                  <a:pt x="67144" y="170789"/>
                </a:lnTo>
                <a:lnTo>
                  <a:pt x="74002" y="176339"/>
                </a:lnTo>
                <a:lnTo>
                  <a:pt x="80860" y="181737"/>
                </a:lnTo>
                <a:lnTo>
                  <a:pt x="87718" y="187388"/>
                </a:lnTo>
                <a:lnTo>
                  <a:pt x="94576" y="193738"/>
                </a:lnTo>
                <a:lnTo>
                  <a:pt x="104609" y="184556"/>
                </a:lnTo>
                <a:lnTo>
                  <a:pt x="114198" y="175221"/>
                </a:lnTo>
                <a:lnTo>
                  <a:pt x="123520" y="165595"/>
                </a:lnTo>
                <a:lnTo>
                  <a:pt x="132676" y="155549"/>
                </a:lnTo>
                <a:lnTo>
                  <a:pt x="215074" y="155549"/>
                </a:lnTo>
                <a:lnTo>
                  <a:pt x="208534" y="164452"/>
                </a:lnTo>
                <a:lnTo>
                  <a:pt x="200545" y="172935"/>
                </a:lnTo>
                <a:lnTo>
                  <a:pt x="191414" y="181127"/>
                </a:lnTo>
                <a:lnTo>
                  <a:pt x="181444" y="189166"/>
                </a:lnTo>
                <a:lnTo>
                  <a:pt x="171145" y="182537"/>
                </a:lnTo>
                <a:lnTo>
                  <a:pt x="160680" y="176174"/>
                </a:lnTo>
                <a:lnTo>
                  <a:pt x="138772" y="163169"/>
                </a:lnTo>
                <a:lnTo>
                  <a:pt x="117436" y="187642"/>
                </a:lnTo>
                <a:lnTo>
                  <a:pt x="126301" y="193344"/>
                </a:lnTo>
                <a:lnTo>
                  <a:pt x="134581" y="198882"/>
                </a:lnTo>
                <a:lnTo>
                  <a:pt x="149440" y="208978"/>
                </a:lnTo>
                <a:lnTo>
                  <a:pt x="136321" y="215836"/>
                </a:lnTo>
                <a:lnTo>
                  <a:pt x="122199" y="222694"/>
                </a:lnTo>
                <a:lnTo>
                  <a:pt x="107226" y="229552"/>
                </a:lnTo>
                <a:lnTo>
                  <a:pt x="91528" y="236410"/>
                </a:lnTo>
                <a:lnTo>
                  <a:pt x="82080" y="232676"/>
                </a:lnTo>
                <a:lnTo>
                  <a:pt x="74193" y="228219"/>
                </a:lnTo>
                <a:lnTo>
                  <a:pt x="67703" y="222910"/>
                </a:lnTo>
                <a:lnTo>
                  <a:pt x="62484" y="216598"/>
                </a:lnTo>
                <a:lnTo>
                  <a:pt x="62484" y="100685"/>
                </a:lnTo>
                <a:lnTo>
                  <a:pt x="1524" y="100685"/>
                </a:lnTo>
                <a:lnTo>
                  <a:pt x="1524" y="138785"/>
                </a:lnTo>
                <a:lnTo>
                  <a:pt x="25908" y="138785"/>
                </a:lnTo>
                <a:lnTo>
                  <a:pt x="25908" y="216598"/>
                </a:lnTo>
                <a:lnTo>
                  <a:pt x="19075" y="223177"/>
                </a:lnTo>
                <a:lnTo>
                  <a:pt x="12382" y="229171"/>
                </a:lnTo>
                <a:lnTo>
                  <a:pt x="5981" y="234607"/>
                </a:lnTo>
                <a:lnTo>
                  <a:pt x="0" y="239458"/>
                </a:lnTo>
                <a:lnTo>
                  <a:pt x="15240" y="283756"/>
                </a:lnTo>
                <a:lnTo>
                  <a:pt x="47244" y="248602"/>
                </a:lnTo>
                <a:lnTo>
                  <a:pt x="59804" y="259765"/>
                </a:lnTo>
                <a:lnTo>
                  <a:pt x="74536" y="268084"/>
                </a:lnTo>
                <a:lnTo>
                  <a:pt x="91262" y="273545"/>
                </a:lnTo>
                <a:lnTo>
                  <a:pt x="109816" y="276136"/>
                </a:lnTo>
                <a:lnTo>
                  <a:pt x="135229" y="277012"/>
                </a:lnTo>
                <a:lnTo>
                  <a:pt x="214668" y="277634"/>
                </a:lnTo>
                <a:lnTo>
                  <a:pt x="268427" y="277634"/>
                </a:lnTo>
                <a:lnTo>
                  <a:pt x="268490" y="277469"/>
                </a:lnTo>
                <a:lnTo>
                  <a:pt x="279285" y="248602"/>
                </a:lnTo>
                <a:lnTo>
                  <a:pt x="281914" y="241554"/>
                </a:lnTo>
                <a:lnTo>
                  <a:pt x="282130" y="240982"/>
                </a:lnTo>
                <a:close/>
              </a:path>
              <a:path w="1159510" h="283844">
                <a:moveTo>
                  <a:pt x="375196" y="236410"/>
                </a:moveTo>
                <a:lnTo>
                  <a:pt x="340144" y="236410"/>
                </a:lnTo>
                <a:lnTo>
                  <a:pt x="340144" y="282232"/>
                </a:lnTo>
                <a:lnTo>
                  <a:pt x="375196" y="282232"/>
                </a:lnTo>
                <a:lnTo>
                  <a:pt x="375196" y="236410"/>
                </a:lnTo>
                <a:close/>
              </a:path>
              <a:path w="1159510" h="283844">
                <a:moveTo>
                  <a:pt x="561213" y="12192"/>
                </a:moveTo>
                <a:lnTo>
                  <a:pt x="526161" y="12192"/>
                </a:lnTo>
                <a:lnTo>
                  <a:pt x="526161" y="41148"/>
                </a:lnTo>
                <a:lnTo>
                  <a:pt x="526161" y="57912"/>
                </a:lnTo>
                <a:lnTo>
                  <a:pt x="445300" y="57912"/>
                </a:lnTo>
                <a:lnTo>
                  <a:pt x="445300" y="41148"/>
                </a:lnTo>
                <a:lnTo>
                  <a:pt x="526161" y="41148"/>
                </a:lnTo>
                <a:lnTo>
                  <a:pt x="526161" y="12192"/>
                </a:lnTo>
                <a:lnTo>
                  <a:pt x="410248" y="12192"/>
                </a:lnTo>
                <a:lnTo>
                  <a:pt x="410248" y="86969"/>
                </a:lnTo>
                <a:lnTo>
                  <a:pt x="561213" y="86969"/>
                </a:lnTo>
                <a:lnTo>
                  <a:pt x="561213" y="57912"/>
                </a:lnTo>
                <a:lnTo>
                  <a:pt x="561213" y="41148"/>
                </a:lnTo>
                <a:lnTo>
                  <a:pt x="561213" y="12192"/>
                </a:lnTo>
                <a:close/>
              </a:path>
              <a:path w="1159510" h="283844">
                <a:moveTo>
                  <a:pt x="574929" y="222694"/>
                </a:moveTo>
                <a:lnTo>
                  <a:pt x="555117" y="224218"/>
                </a:lnTo>
                <a:lnTo>
                  <a:pt x="555117" y="210502"/>
                </a:lnTo>
                <a:lnTo>
                  <a:pt x="555117" y="186118"/>
                </a:lnTo>
                <a:lnTo>
                  <a:pt x="555117" y="169265"/>
                </a:lnTo>
                <a:lnTo>
                  <a:pt x="555117" y="144881"/>
                </a:lnTo>
                <a:lnTo>
                  <a:pt x="555117" y="128117"/>
                </a:lnTo>
                <a:lnTo>
                  <a:pt x="573405" y="128117"/>
                </a:lnTo>
                <a:lnTo>
                  <a:pt x="573405" y="99161"/>
                </a:lnTo>
                <a:lnTo>
                  <a:pt x="518541" y="99161"/>
                </a:lnTo>
                <a:lnTo>
                  <a:pt x="518541" y="128117"/>
                </a:lnTo>
                <a:lnTo>
                  <a:pt x="518541" y="144881"/>
                </a:lnTo>
                <a:lnTo>
                  <a:pt x="518541" y="169265"/>
                </a:lnTo>
                <a:lnTo>
                  <a:pt x="518541" y="186118"/>
                </a:lnTo>
                <a:lnTo>
                  <a:pt x="518541" y="210502"/>
                </a:lnTo>
                <a:lnTo>
                  <a:pt x="518541" y="225742"/>
                </a:lnTo>
                <a:lnTo>
                  <a:pt x="449872" y="227266"/>
                </a:lnTo>
                <a:lnTo>
                  <a:pt x="449872" y="210502"/>
                </a:lnTo>
                <a:lnTo>
                  <a:pt x="518541" y="210502"/>
                </a:lnTo>
                <a:lnTo>
                  <a:pt x="518541" y="186118"/>
                </a:lnTo>
                <a:lnTo>
                  <a:pt x="449872" y="186118"/>
                </a:lnTo>
                <a:lnTo>
                  <a:pt x="449872" y="169265"/>
                </a:lnTo>
                <a:lnTo>
                  <a:pt x="518541" y="169265"/>
                </a:lnTo>
                <a:lnTo>
                  <a:pt x="518541" y="144881"/>
                </a:lnTo>
                <a:lnTo>
                  <a:pt x="449872" y="144881"/>
                </a:lnTo>
                <a:lnTo>
                  <a:pt x="449872" y="128117"/>
                </a:lnTo>
                <a:lnTo>
                  <a:pt x="518541" y="128117"/>
                </a:lnTo>
                <a:lnTo>
                  <a:pt x="518541" y="99161"/>
                </a:lnTo>
                <a:lnTo>
                  <a:pt x="395008" y="99161"/>
                </a:lnTo>
                <a:lnTo>
                  <a:pt x="395008" y="128117"/>
                </a:lnTo>
                <a:lnTo>
                  <a:pt x="413296" y="128117"/>
                </a:lnTo>
                <a:lnTo>
                  <a:pt x="413296" y="227266"/>
                </a:lnTo>
                <a:lnTo>
                  <a:pt x="408724" y="227266"/>
                </a:lnTo>
                <a:lnTo>
                  <a:pt x="405676" y="228790"/>
                </a:lnTo>
                <a:lnTo>
                  <a:pt x="401104" y="228790"/>
                </a:lnTo>
                <a:lnTo>
                  <a:pt x="401104" y="196786"/>
                </a:lnTo>
                <a:lnTo>
                  <a:pt x="401104" y="195262"/>
                </a:lnTo>
                <a:lnTo>
                  <a:pt x="375196" y="196786"/>
                </a:lnTo>
                <a:lnTo>
                  <a:pt x="375196" y="172313"/>
                </a:lnTo>
                <a:lnTo>
                  <a:pt x="398056" y="172313"/>
                </a:lnTo>
                <a:lnTo>
                  <a:pt x="398056" y="137261"/>
                </a:lnTo>
                <a:lnTo>
                  <a:pt x="375196" y="137261"/>
                </a:lnTo>
                <a:lnTo>
                  <a:pt x="375196" y="90017"/>
                </a:lnTo>
                <a:lnTo>
                  <a:pt x="340144" y="90017"/>
                </a:lnTo>
                <a:lnTo>
                  <a:pt x="340144" y="137261"/>
                </a:lnTo>
                <a:lnTo>
                  <a:pt x="324802" y="137261"/>
                </a:lnTo>
                <a:lnTo>
                  <a:pt x="329374" y="122085"/>
                </a:lnTo>
                <a:lnTo>
                  <a:pt x="333959" y="106197"/>
                </a:lnTo>
                <a:lnTo>
                  <a:pt x="338556" y="89433"/>
                </a:lnTo>
                <a:lnTo>
                  <a:pt x="343192" y="71628"/>
                </a:lnTo>
                <a:lnTo>
                  <a:pt x="399580" y="71628"/>
                </a:lnTo>
                <a:lnTo>
                  <a:pt x="399580" y="36576"/>
                </a:lnTo>
                <a:lnTo>
                  <a:pt x="352336" y="36576"/>
                </a:lnTo>
                <a:lnTo>
                  <a:pt x="361480" y="4572"/>
                </a:lnTo>
                <a:lnTo>
                  <a:pt x="324802" y="1524"/>
                </a:lnTo>
                <a:lnTo>
                  <a:pt x="322757" y="10655"/>
                </a:lnTo>
                <a:lnTo>
                  <a:pt x="320992" y="19621"/>
                </a:lnTo>
                <a:lnTo>
                  <a:pt x="319227" y="28321"/>
                </a:lnTo>
                <a:lnTo>
                  <a:pt x="317182" y="36576"/>
                </a:lnTo>
                <a:lnTo>
                  <a:pt x="291274" y="36576"/>
                </a:lnTo>
                <a:lnTo>
                  <a:pt x="291274" y="71628"/>
                </a:lnTo>
                <a:lnTo>
                  <a:pt x="309562" y="71628"/>
                </a:lnTo>
                <a:lnTo>
                  <a:pt x="301180" y="103911"/>
                </a:lnTo>
                <a:lnTo>
                  <a:pt x="297129" y="118656"/>
                </a:lnTo>
                <a:lnTo>
                  <a:pt x="292798" y="132689"/>
                </a:lnTo>
                <a:lnTo>
                  <a:pt x="292798" y="172313"/>
                </a:lnTo>
                <a:lnTo>
                  <a:pt x="340144" y="172313"/>
                </a:lnTo>
                <a:lnTo>
                  <a:pt x="340144" y="198310"/>
                </a:lnTo>
                <a:lnTo>
                  <a:pt x="291274" y="199834"/>
                </a:lnTo>
                <a:lnTo>
                  <a:pt x="292608" y="231838"/>
                </a:lnTo>
                <a:lnTo>
                  <a:pt x="340144" y="231838"/>
                </a:lnTo>
                <a:lnTo>
                  <a:pt x="375196" y="231838"/>
                </a:lnTo>
                <a:lnTo>
                  <a:pt x="375196" y="230314"/>
                </a:lnTo>
                <a:lnTo>
                  <a:pt x="391960" y="228790"/>
                </a:lnTo>
                <a:lnTo>
                  <a:pt x="391960" y="260794"/>
                </a:lnTo>
                <a:lnTo>
                  <a:pt x="518541" y="254698"/>
                </a:lnTo>
                <a:lnTo>
                  <a:pt x="518541" y="282232"/>
                </a:lnTo>
                <a:lnTo>
                  <a:pt x="555117" y="282232"/>
                </a:lnTo>
                <a:lnTo>
                  <a:pt x="555117" y="254698"/>
                </a:lnTo>
                <a:lnTo>
                  <a:pt x="573405" y="254698"/>
                </a:lnTo>
                <a:lnTo>
                  <a:pt x="574776" y="224218"/>
                </a:lnTo>
                <a:lnTo>
                  <a:pt x="574929" y="222694"/>
                </a:lnTo>
                <a:close/>
              </a:path>
              <a:path w="1159510" h="283844">
                <a:moveTo>
                  <a:pt x="861631" y="230314"/>
                </a:moveTo>
                <a:lnTo>
                  <a:pt x="756475" y="230314"/>
                </a:lnTo>
                <a:lnTo>
                  <a:pt x="756475" y="181546"/>
                </a:lnTo>
                <a:lnTo>
                  <a:pt x="840295" y="181546"/>
                </a:lnTo>
                <a:lnTo>
                  <a:pt x="840295" y="143357"/>
                </a:lnTo>
                <a:lnTo>
                  <a:pt x="756475" y="143357"/>
                </a:lnTo>
                <a:lnTo>
                  <a:pt x="756475" y="96113"/>
                </a:lnTo>
                <a:lnTo>
                  <a:pt x="850963" y="96113"/>
                </a:lnTo>
                <a:lnTo>
                  <a:pt x="850963" y="57912"/>
                </a:lnTo>
                <a:lnTo>
                  <a:pt x="756475" y="57912"/>
                </a:lnTo>
                <a:lnTo>
                  <a:pt x="756475" y="1524"/>
                </a:lnTo>
                <a:lnTo>
                  <a:pt x="713714" y="1524"/>
                </a:lnTo>
                <a:lnTo>
                  <a:pt x="713714" y="57912"/>
                </a:lnTo>
                <a:lnTo>
                  <a:pt x="663422" y="57912"/>
                </a:lnTo>
                <a:lnTo>
                  <a:pt x="677138" y="22860"/>
                </a:lnTo>
                <a:lnTo>
                  <a:pt x="634466" y="12192"/>
                </a:lnTo>
                <a:lnTo>
                  <a:pt x="623582" y="42760"/>
                </a:lnTo>
                <a:lnTo>
                  <a:pt x="611555" y="70345"/>
                </a:lnTo>
                <a:lnTo>
                  <a:pt x="598373" y="94792"/>
                </a:lnTo>
                <a:lnTo>
                  <a:pt x="584073" y="115925"/>
                </a:lnTo>
                <a:lnTo>
                  <a:pt x="589521" y="128473"/>
                </a:lnTo>
                <a:lnTo>
                  <a:pt x="594550" y="140881"/>
                </a:lnTo>
                <a:lnTo>
                  <a:pt x="603885" y="164693"/>
                </a:lnTo>
                <a:lnTo>
                  <a:pt x="615086" y="148399"/>
                </a:lnTo>
                <a:lnTo>
                  <a:pt x="625690" y="131546"/>
                </a:lnTo>
                <a:lnTo>
                  <a:pt x="635698" y="114109"/>
                </a:lnTo>
                <a:lnTo>
                  <a:pt x="645134" y="96113"/>
                </a:lnTo>
                <a:lnTo>
                  <a:pt x="713714" y="96113"/>
                </a:lnTo>
                <a:lnTo>
                  <a:pt x="713714" y="143357"/>
                </a:lnTo>
                <a:lnTo>
                  <a:pt x="629894" y="143357"/>
                </a:lnTo>
                <a:lnTo>
                  <a:pt x="629894" y="181546"/>
                </a:lnTo>
                <a:lnTo>
                  <a:pt x="713714" y="181546"/>
                </a:lnTo>
                <a:lnTo>
                  <a:pt x="713714" y="230314"/>
                </a:lnTo>
                <a:lnTo>
                  <a:pt x="594741" y="230314"/>
                </a:lnTo>
                <a:lnTo>
                  <a:pt x="594741" y="270040"/>
                </a:lnTo>
                <a:lnTo>
                  <a:pt x="861631" y="270040"/>
                </a:lnTo>
                <a:lnTo>
                  <a:pt x="861631" y="230314"/>
                </a:lnTo>
                <a:close/>
              </a:path>
              <a:path w="1159510" h="283844">
                <a:moveTo>
                  <a:pt x="1159002" y="201358"/>
                </a:moveTo>
                <a:lnTo>
                  <a:pt x="1147495" y="196811"/>
                </a:lnTo>
                <a:lnTo>
                  <a:pt x="1137856" y="192405"/>
                </a:lnTo>
                <a:lnTo>
                  <a:pt x="1122426" y="184594"/>
                </a:lnTo>
                <a:lnTo>
                  <a:pt x="1122159" y="190842"/>
                </a:lnTo>
                <a:lnTo>
                  <a:pt x="1116330" y="230314"/>
                </a:lnTo>
                <a:lnTo>
                  <a:pt x="1111758" y="237934"/>
                </a:lnTo>
                <a:lnTo>
                  <a:pt x="1110234" y="237934"/>
                </a:lnTo>
                <a:lnTo>
                  <a:pt x="1105636" y="236220"/>
                </a:lnTo>
                <a:lnTo>
                  <a:pt x="1100899" y="231076"/>
                </a:lnTo>
                <a:lnTo>
                  <a:pt x="1095870" y="222504"/>
                </a:lnTo>
                <a:lnTo>
                  <a:pt x="1090422" y="210502"/>
                </a:lnTo>
                <a:lnTo>
                  <a:pt x="1105877" y="188175"/>
                </a:lnTo>
                <a:lnTo>
                  <a:pt x="1120330" y="164553"/>
                </a:lnTo>
                <a:lnTo>
                  <a:pt x="1133932" y="139496"/>
                </a:lnTo>
                <a:lnTo>
                  <a:pt x="1146810" y="112877"/>
                </a:lnTo>
                <a:lnTo>
                  <a:pt x="1111758" y="96113"/>
                </a:lnTo>
                <a:lnTo>
                  <a:pt x="1104379" y="112953"/>
                </a:lnTo>
                <a:lnTo>
                  <a:pt x="1096137" y="129070"/>
                </a:lnTo>
                <a:lnTo>
                  <a:pt x="1087323" y="144335"/>
                </a:lnTo>
                <a:lnTo>
                  <a:pt x="1078230" y="158597"/>
                </a:lnTo>
                <a:lnTo>
                  <a:pt x="1076210" y="141757"/>
                </a:lnTo>
                <a:lnTo>
                  <a:pt x="1074610" y="123355"/>
                </a:lnTo>
                <a:lnTo>
                  <a:pt x="1073302" y="103517"/>
                </a:lnTo>
                <a:lnTo>
                  <a:pt x="1072134" y="82397"/>
                </a:lnTo>
                <a:lnTo>
                  <a:pt x="1154430" y="82397"/>
                </a:lnTo>
                <a:lnTo>
                  <a:pt x="1154430" y="47244"/>
                </a:lnTo>
                <a:lnTo>
                  <a:pt x="1122426" y="47244"/>
                </a:lnTo>
                <a:lnTo>
                  <a:pt x="1145286" y="36576"/>
                </a:lnTo>
                <a:lnTo>
                  <a:pt x="1135837" y="25742"/>
                </a:lnTo>
                <a:lnTo>
                  <a:pt x="1127950" y="16192"/>
                </a:lnTo>
                <a:lnTo>
                  <a:pt x="1116330" y="1524"/>
                </a:lnTo>
                <a:lnTo>
                  <a:pt x="1085850" y="18288"/>
                </a:lnTo>
                <a:lnTo>
                  <a:pt x="1094155" y="27749"/>
                </a:lnTo>
                <a:lnTo>
                  <a:pt x="1106208" y="42087"/>
                </a:lnTo>
                <a:lnTo>
                  <a:pt x="1110234" y="47244"/>
                </a:lnTo>
                <a:lnTo>
                  <a:pt x="1072134" y="47244"/>
                </a:lnTo>
                <a:lnTo>
                  <a:pt x="1070610" y="1524"/>
                </a:lnTo>
                <a:lnTo>
                  <a:pt x="1030986" y="1524"/>
                </a:lnTo>
                <a:lnTo>
                  <a:pt x="1032510" y="47244"/>
                </a:lnTo>
                <a:lnTo>
                  <a:pt x="898296" y="47244"/>
                </a:lnTo>
                <a:lnTo>
                  <a:pt x="898296" y="144881"/>
                </a:lnTo>
                <a:lnTo>
                  <a:pt x="896835" y="178371"/>
                </a:lnTo>
                <a:lnTo>
                  <a:pt x="892352" y="207835"/>
                </a:lnTo>
                <a:lnTo>
                  <a:pt x="884720" y="233273"/>
                </a:lnTo>
                <a:lnTo>
                  <a:pt x="873823" y="254698"/>
                </a:lnTo>
                <a:lnTo>
                  <a:pt x="882726" y="261581"/>
                </a:lnTo>
                <a:lnTo>
                  <a:pt x="891209" y="268465"/>
                </a:lnTo>
                <a:lnTo>
                  <a:pt x="907440" y="282232"/>
                </a:lnTo>
                <a:lnTo>
                  <a:pt x="919467" y="257606"/>
                </a:lnTo>
                <a:lnTo>
                  <a:pt x="928204" y="227266"/>
                </a:lnTo>
                <a:lnTo>
                  <a:pt x="933805" y="191223"/>
                </a:lnTo>
                <a:lnTo>
                  <a:pt x="936396" y="149453"/>
                </a:lnTo>
                <a:lnTo>
                  <a:pt x="977544" y="149453"/>
                </a:lnTo>
                <a:lnTo>
                  <a:pt x="977290" y="161226"/>
                </a:lnTo>
                <a:lnTo>
                  <a:pt x="976591" y="171602"/>
                </a:lnTo>
                <a:lnTo>
                  <a:pt x="975626" y="180822"/>
                </a:lnTo>
                <a:lnTo>
                  <a:pt x="974496" y="189166"/>
                </a:lnTo>
                <a:lnTo>
                  <a:pt x="974496" y="199834"/>
                </a:lnTo>
                <a:lnTo>
                  <a:pt x="968400" y="204406"/>
                </a:lnTo>
                <a:lnTo>
                  <a:pt x="953160" y="204406"/>
                </a:lnTo>
                <a:lnTo>
                  <a:pt x="945540" y="202882"/>
                </a:lnTo>
                <a:lnTo>
                  <a:pt x="936396" y="201358"/>
                </a:lnTo>
                <a:lnTo>
                  <a:pt x="938453" y="210794"/>
                </a:lnTo>
                <a:lnTo>
                  <a:pt x="944016" y="242506"/>
                </a:lnTo>
                <a:lnTo>
                  <a:pt x="961504" y="243078"/>
                </a:lnTo>
                <a:lnTo>
                  <a:pt x="998880" y="233362"/>
                </a:lnTo>
                <a:lnTo>
                  <a:pt x="1014247" y="185343"/>
                </a:lnTo>
                <a:lnTo>
                  <a:pt x="1015885" y="145288"/>
                </a:lnTo>
                <a:lnTo>
                  <a:pt x="1016406" y="130594"/>
                </a:lnTo>
                <a:lnTo>
                  <a:pt x="1017168" y="115925"/>
                </a:lnTo>
                <a:lnTo>
                  <a:pt x="936396" y="115925"/>
                </a:lnTo>
                <a:lnTo>
                  <a:pt x="936396" y="82397"/>
                </a:lnTo>
                <a:lnTo>
                  <a:pt x="1034034" y="82397"/>
                </a:lnTo>
                <a:lnTo>
                  <a:pt x="1035748" y="118097"/>
                </a:lnTo>
                <a:lnTo>
                  <a:pt x="1038606" y="149656"/>
                </a:lnTo>
                <a:lnTo>
                  <a:pt x="1042606" y="176949"/>
                </a:lnTo>
                <a:lnTo>
                  <a:pt x="1047750" y="199834"/>
                </a:lnTo>
                <a:lnTo>
                  <a:pt x="1034618" y="214388"/>
                </a:lnTo>
                <a:lnTo>
                  <a:pt x="1020457" y="228219"/>
                </a:lnTo>
                <a:lnTo>
                  <a:pt x="1005446" y="241198"/>
                </a:lnTo>
                <a:lnTo>
                  <a:pt x="989736" y="253174"/>
                </a:lnTo>
                <a:lnTo>
                  <a:pt x="997724" y="259435"/>
                </a:lnTo>
                <a:lnTo>
                  <a:pt x="1005547" y="266560"/>
                </a:lnTo>
                <a:lnTo>
                  <a:pt x="1013104" y="274269"/>
                </a:lnTo>
                <a:lnTo>
                  <a:pt x="1020216" y="282232"/>
                </a:lnTo>
                <a:lnTo>
                  <a:pt x="1031443" y="273672"/>
                </a:lnTo>
                <a:lnTo>
                  <a:pt x="1042212" y="264083"/>
                </a:lnTo>
                <a:lnTo>
                  <a:pt x="1052677" y="253644"/>
                </a:lnTo>
                <a:lnTo>
                  <a:pt x="1062990" y="242506"/>
                </a:lnTo>
                <a:lnTo>
                  <a:pt x="1073873" y="259689"/>
                </a:lnTo>
                <a:lnTo>
                  <a:pt x="1086040" y="272122"/>
                </a:lnTo>
                <a:lnTo>
                  <a:pt x="1099642" y="279679"/>
                </a:lnTo>
                <a:lnTo>
                  <a:pt x="1114806" y="282232"/>
                </a:lnTo>
                <a:lnTo>
                  <a:pt x="1120902" y="282232"/>
                </a:lnTo>
                <a:lnTo>
                  <a:pt x="1147902" y="253961"/>
                </a:lnTo>
                <a:lnTo>
                  <a:pt x="1156335" y="219646"/>
                </a:lnTo>
                <a:lnTo>
                  <a:pt x="1159002" y="201358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388620" y="1481327"/>
            <a:ext cx="67310" cy="1347470"/>
          </a:xfrm>
          <a:custGeom>
            <a:avLst/>
            <a:gdLst/>
            <a:ahLst/>
            <a:cxnLst/>
            <a:rect l="l" t="t" r="r" b="b"/>
            <a:pathLst>
              <a:path w="67309" h="1347470">
                <a:moveTo>
                  <a:pt x="67056" y="1523"/>
                </a:moveTo>
                <a:lnTo>
                  <a:pt x="64008" y="0"/>
                </a:lnTo>
                <a:lnTo>
                  <a:pt x="67056" y="0"/>
                </a:lnTo>
                <a:lnTo>
                  <a:pt x="67056" y="1523"/>
                </a:lnTo>
                <a:close/>
              </a:path>
              <a:path w="67309" h="1347470">
                <a:moveTo>
                  <a:pt x="36576" y="1304544"/>
                </a:moveTo>
                <a:lnTo>
                  <a:pt x="4572" y="1304544"/>
                </a:lnTo>
                <a:lnTo>
                  <a:pt x="4572" y="1299972"/>
                </a:lnTo>
                <a:lnTo>
                  <a:pt x="3048" y="1299972"/>
                </a:lnTo>
                <a:lnTo>
                  <a:pt x="3048" y="1295399"/>
                </a:lnTo>
                <a:lnTo>
                  <a:pt x="1524" y="1295399"/>
                </a:lnTo>
                <a:lnTo>
                  <a:pt x="1524" y="1289304"/>
                </a:lnTo>
                <a:lnTo>
                  <a:pt x="0" y="1289304"/>
                </a:lnTo>
                <a:lnTo>
                  <a:pt x="0" y="59435"/>
                </a:lnTo>
                <a:lnTo>
                  <a:pt x="1524" y="51816"/>
                </a:lnTo>
                <a:lnTo>
                  <a:pt x="4572" y="42671"/>
                </a:lnTo>
                <a:lnTo>
                  <a:pt x="10667" y="30479"/>
                </a:lnTo>
                <a:lnTo>
                  <a:pt x="16764" y="24383"/>
                </a:lnTo>
                <a:lnTo>
                  <a:pt x="18288" y="21335"/>
                </a:lnTo>
                <a:lnTo>
                  <a:pt x="19812" y="19812"/>
                </a:lnTo>
                <a:lnTo>
                  <a:pt x="22860" y="18287"/>
                </a:lnTo>
                <a:lnTo>
                  <a:pt x="28956" y="12191"/>
                </a:lnTo>
                <a:lnTo>
                  <a:pt x="32004" y="10667"/>
                </a:lnTo>
                <a:lnTo>
                  <a:pt x="33528" y="9143"/>
                </a:lnTo>
                <a:lnTo>
                  <a:pt x="39624" y="6096"/>
                </a:lnTo>
                <a:lnTo>
                  <a:pt x="41148" y="4571"/>
                </a:lnTo>
                <a:lnTo>
                  <a:pt x="47243" y="3047"/>
                </a:lnTo>
                <a:lnTo>
                  <a:pt x="51816" y="1523"/>
                </a:lnTo>
                <a:lnTo>
                  <a:pt x="60960" y="1523"/>
                </a:lnTo>
                <a:lnTo>
                  <a:pt x="54864" y="4571"/>
                </a:lnTo>
                <a:lnTo>
                  <a:pt x="53340" y="7620"/>
                </a:lnTo>
                <a:lnTo>
                  <a:pt x="47243" y="13716"/>
                </a:lnTo>
                <a:lnTo>
                  <a:pt x="45719" y="16763"/>
                </a:lnTo>
                <a:lnTo>
                  <a:pt x="42672" y="19812"/>
                </a:lnTo>
                <a:lnTo>
                  <a:pt x="39624" y="28955"/>
                </a:lnTo>
                <a:lnTo>
                  <a:pt x="36576" y="44196"/>
                </a:lnTo>
                <a:lnTo>
                  <a:pt x="35052" y="50291"/>
                </a:lnTo>
                <a:lnTo>
                  <a:pt x="35052" y="1296923"/>
                </a:lnTo>
                <a:lnTo>
                  <a:pt x="36576" y="1296923"/>
                </a:lnTo>
                <a:lnTo>
                  <a:pt x="36576" y="1304544"/>
                </a:lnTo>
                <a:close/>
              </a:path>
              <a:path w="67309" h="1347470">
                <a:moveTo>
                  <a:pt x="39624" y="1318260"/>
                </a:moveTo>
                <a:lnTo>
                  <a:pt x="10667" y="1318260"/>
                </a:lnTo>
                <a:lnTo>
                  <a:pt x="10667" y="1313688"/>
                </a:lnTo>
                <a:lnTo>
                  <a:pt x="9143" y="1313688"/>
                </a:lnTo>
                <a:lnTo>
                  <a:pt x="9143" y="1310639"/>
                </a:lnTo>
                <a:lnTo>
                  <a:pt x="7619" y="1310639"/>
                </a:lnTo>
                <a:lnTo>
                  <a:pt x="7619" y="1307591"/>
                </a:lnTo>
                <a:lnTo>
                  <a:pt x="6096" y="1307591"/>
                </a:lnTo>
                <a:lnTo>
                  <a:pt x="6096" y="1304544"/>
                </a:lnTo>
                <a:lnTo>
                  <a:pt x="38100" y="1304544"/>
                </a:lnTo>
                <a:lnTo>
                  <a:pt x="38100" y="1312164"/>
                </a:lnTo>
                <a:lnTo>
                  <a:pt x="39624" y="1312164"/>
                </a:lnTo>
                <a:lnTo>
                  <a:pt x="39624" y="1318260"/>
                </a:lnTo>
                <a:close/>
              </a:path>
              <a:path w="67309" h="1347470">
                <a:moveTo>
                  <a:pt x="62484" y="1347215"/>
                </a:moveTo>
                <a:lnTo>
                  <a:pt x="44196" y="1342644"/>
                </a:lnTo>
                <a:lnTo>
                  <a:pt x="39624" y="1341120"/>
                </a:lnTo>
                <a:lnTo>
                  <a:pt x="38100" y="1339596"/>
                </a:lnTo>
                <a:lnTo>
                  <a:pt x="35052" y="1338072"/>
                </a:lnTo>
                <a:lnTo>
                  <a:pt x="33528" y="1336548"/>
                </a:lnTo>
                <a:lnTo>
                  <a:pt x="30480" y="1335023"/>
                </a:lnTo>
                <a:lnTo>
                  <a:pt x="27432" y="1331975"/>
                </a:lnTo>
                <a:lnTo>
                  <a:pt x="24384" y="1330452"/>
                </a:lnTo>
                <a:lnTo>
                  <a:pt x="12192" y="1318260"/>
                </a:lnTo>
                <a:lnTo>
                  <a:pt x="41148" y="1318260"/>
                </a:lnTo>
                <a:lnTo>
                  <a:pt x="41148" y="1322831"/>
                </a:lnTo>
                <a:lnTo>
                  <a:pt x="42672" y="1322831"/>
                </a:lnTo>
                <a:lnTo>
                  <a:pt x="42672" y="1327404"/>
                </a:lnTo>
                <a:lnTo>
                  <a:pt x="44196" y="1327404"/>
                </a:lnTo>
                <a:lnTo>
                  <a:pt x="45719" y="1328928"/>
                </a:lnTo>
                <a:lnTo>
                  <a:pt x="45719" y="1331975"/>
                </a:lnTo>
                <a:lnTo>
                  <a:pt x="47243" y="1331975"/>
                </a:lnTo>
                <a:lnTo>
                  <a:pt x="50292" y="1335023"/>
                </a:lnTo>
                <a:lnTo>
                  <a:pt x="50292" y="1338072"/>
                </a:lnTo>
                <a:lnTo>
                  <a:pt x="51816" y="1338072"/>
                </a:lnTo>
                <a:lnTo>
                  <a:pt x="56388" y="1342644"/>
                </a:lnTo>
                <a:lnTo>
                  <a:pt x="62484" y="1345691"/>
                </a:lnTo>
                <a:lnTo>
                  <a:pt x="62484" y="1347215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567118" y="1781651"/>
            <a:ext cx="401320" cy="107950"/>
            <a:chOff x="567118" y="1781651"/>
            <a:chExt cx="401320" cy="107950"/>
          </a:xfrm>
        </p:grpSpPr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118" y="1781651"/>
              <a:ext cx="152495" cy="10795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7045" y="1783080"/>
              <a:ext cx="102203" cy="103727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885825" y="1781657"/>
              <a:ext cx="31115" cy="107950"/>
            </a:xfrm>
            <a:custGeom>
              <a:avLst/>
              <a:gdLst/>
              <a:ahLst/>
              <a:cxnLst/>
              <a:rect l="l" t="t" r="r" b="b"/>
              <a:pathLst>
                <a:path w="31115" h="107950">
                  <a:moveTo>
                    <a:pt x="30568" y="0"/>
                  </a:moveTo>
                  <a:lnTo>
                    <a:pt x="19900" y="0"/>
                  </a:lnTo>
                  <a:lnTo>
                    <a:pt x="19900" y="10160"/>
                  </a:lnTo>
                  <a:lnTo>
                    <a:pt x="19900" y="10566"/>
                  </a:lnTo>
                  <a:lnTo>
                    <a:pt x="19900" y="97536"/>
                  </a:lnTo>
                  <a:lnTo>
                    <a:pt x="19900" y="97790"/>
                  </a:lnTo>
                  <a:lnTo>
                    <a:pt x="16852" y="97790"/>
                  </a:lnTo>
                  <a:lnTo>
                    <a:pt x="16852" y="97536"/>
                  </a:lnTo>
                  <a:lnTo>
                    <a:pt x="19900" y="97536"/>
                  </a:lnTo>
                  <a:lnTo>
                    <a:pt x="19900" y="10566"/>
                  </a:lnTo>
                  <a:lnTo>
                    <a:pt x="16852" y="10566"/>
                  </a:lnTo>
                  <a:lnTo>
                    <a:pt x="16852" y="10160"/>
                  </a:lnTo>
                  <a:lnTo>
                    <a:pt x="19900" y="10160"/>
                  </a:lnTo>
                  <a:lnTo>
                    <a:pt x="19900" y="0"/>
                  </a:lnTo>
                  <a:lnTo>
                    <a:pt x="3136" y="0"/>
                  </a:lnTo>
                  <a:lnTo>
                    <a:pt x="3136" y="1270"/>
                  </a:lnTo>
                  <a:lnTo>
                    <a:pt x="3136" y="1422"/>
                  </a:lnTo>
                  <a:lnTo>
                    <a:pt x="1524" y="1422"/>
                  </a:lnTo>
                  <a:lnTo>
                    <a:pt x="1524" y="1270"/>
                  </a:lnTo>
                  <a:lnTo>
                    <a:pt x="3136" y="1270"/>
                  </a:lnTo>
                  <a:lnTo>
                    <a:pt x="3136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10160"/>
                  </a:lnTo>
                  <a:lnTo>
                    <a:pt x="0" y="12700"/>
                  </a:lnTo>
                  <a:lnTo>
                    <a:pt x="16852" y="12700"/>
                  </a:lnTo>
                  <a:lnTo>
                    <a:pt x="16852" y="96520"/>
                  </a:lnTo>
                  <a:lnTo>
                    <a:pt x="0" y="96520"/>
                  </a:lnTo>
                  <a:lnTo>
                    <a:pt x="0" y="97790"/>
                  </a:lnTo>
                  <a:lnTo>
                    <a:pt x="0" y="106680"/>
                  </a:lnTo>
                  <a:lnTo>
                    <a:pt x="0" y="107950"/>
                  </a:lnTo>
                  <a:lnTo>
                    <a:pt x="30568" y="107950"/>
                  </a:lnTo>
                  <a:lnTo>
                    <a:pt x="30568" y="106680"/>
                  </a:lnTo>
                  <a:lnTo>
                    <a:pt x="30568" y="1422"/>
                  </a:lnTo>
                  <a:lnTo>
                    <a:pt x="29044" y="1422"/>
                  </a:lnTo>
                  <a:lnTo>
                    <a:pt x="27520" y="1422"/>
                  </a:lnTo>
                  <a:lnTo>
                    <a:pt x="27520" y="8890"/>
                  </a:lnTo>
                  <a:lnTo>
                    <a:pt x="27520" y="9042"/>
                  </a:lnTo>
                  <a:lnTo>
                    <a:pt x="21424" y="9042"/>
                  </a:lnTo>
                  <a:lnTo>
                    <a:pt x="21424" y="8890"/>
                  </a:lnTo>
                  <a:lnTo>
                    <a:pt x="27520" y="8890"/>
                  </a:lnTo>
                  <a:lnTo>
                    <a:pt x="27520" y="1422"/>
                  </a:lnTo>
                  <a:lnTo>
                    <a:pt x="27520" y="1270"/>
                  </a:lnTo>
                  <a:lnTo>
                    <a:pt x="30568" y="1270"/>
                  </a:lnTo>
                  <a:lnTo>
                    <a:pt x="30568" y="0"/>
                  </a:lnTo>
                  <a:close/>
                </a:path>
              </a:pathLst>
            </a:custGeom>
            <a:solidFill>
              <a:srgbClr val="A3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51452" y="1836515"/>
              <a:ext cx="17145" cy="41275"/>
            </a:xfrm>
            <a:custGeom>
              <a:avLst/>
              <a:gdLst/>
              <a:ahLst/>
              <a:cxnLst/>
              <a:rect l="l" t="t" r="r" b="b"/>
              <a:pathLst>
                <a:path w="17144" h="41275">
                  <a:moveTo>
                    <a:pt x="12192" y="39624"/>
                  </a:moveTo>
                  <a:lnTo>
                    <a:pt x="4572" y="39624"/>
                  </a:lnTo>
                  <a:lnTo>
                    <a:pt x="1524" y="38100"/>
                  </a:lnTo>
                  <a:lnTo>
                    <a:pt x="1524" y="36576"/>
                  </a:lnTo>
                  <a:lnTo>
                    <a:pt x="0" y="33528"/>
                  </a:lnTo>
                  <a:lnTo>
                    <a:pt x="0" y="30480"/>
                  </a:lnTo>
                  <a:lnTo>
                    <a:pt x="1524" y="27432"/>
                  </a:lnTo>
                  <a:lnTo>
                    <a:pt x="3048" y="27432"/>
                  </a:lnTo>
                  <a:lnTo>
                    <a:pt x="4572" y="25908"/>
                  </a:lnTo>
                  <a:lnTo>
                    <a:pt x="12192" y="25908"/>
                  </a:lnTo>
                  <a:lnTo>
                    <a:pt x="16764" y="30480"/>
                  </a:lnTo>
                  <a:lnTo>
                    <a:pt x="15240" y="33528"/>
                  </a:lnTo>
                  <a:lnTo>
                    <a:pt x="15240" y="38100"/>
                  </a:lnTo>
                  <a:lnTo>
                    <a:pt x="12192" y="39624"/>
                  </a:lnTo>
                  <a:close/>
                </a:path>
                <a:path w="17144" h="41275">
                  <a:moveTo>
                    <a:pt x="9144" y="41148"/>
                  </a:moveTo>
                  <a:lnTo>
                    <a:pt x="7620" y="41148"/>
                  </a:lnTo>
                  <a:lnTo>
                    <a:pt x="6096" y="39624"/>
                  </a:lnTo>
                  <a:lnTo>
                    <a:pt x="10668" y="39624"/>
                  </a:lnTo>
                  <a:lnTo>
                    <a:pt x="9144" y="41148"/>
                  </a:lnTo>
                  <a:close/>
                </a:path>
                <a:path w="17144" h="41275">
                  <a:moveTo>
                    <a:pt x="13716" y="1524"/>
                  </a:moveTo>
                  <a:lnTo>
                    <a:pt x="4572" y="1524"/>
                  </a:lnTo>
                  <a:lnTo>
                    <a:pt x="6096" y="0"/>
                  </a:lnTo>
                  <a:lnTo>
                    <a:pt x="12192" y="0"/>
                  </a:lnTo>
                  <a:lnTo>
                    <a:pt x="13716" y="1524"/>
                  </a:lnTo>
                  <a:close/>
                </a:path>
                <a:path w="17144" h="41275">
                  <a:moveTo>
                    <a:pt x="9144" y="15240"/>
                  </a:moveTo>
                  <a:lnTo>
                    <a:pt x="6096" y="15240"/>
                  </a:lnTo>
                  <a:lnTo>
                    <a:pt x="0" y="9144"/>
                  </a:lnTo>
                  <a:lnTo>
                    <a:pt x="0" y="6096"/>
                  </a:lnTo>
                  <a:lnTo>
                    <a:pt x="1524" y="4572"/>
                  </a:lnTo>
                  <a:lnTo>
                    <a:pt x="1524" y="1524"/>
                  </a:lnTo>
                  <a:lnTo>
                    <a:pt x="15240" y="1524"/>
                  </a:lnTo>
                  <a:lnTo>
                    <a:pt x="16764" y="4572"/>
                  </a:lnTo>
                  <a:lnTo>
                    <a:pt x="16764" y="10668"/>
                  </a:lnTo>
                  <a:lnTo>
                    <a:pt x="13716" y="13716"/>
                  </a:lnTo>
                  <a:lnTo>
                    <a:pt x="10668" y="13716"/>
                  </a:lnTo>
                  <a:lnTo>
                    <a:pt x="9144" y="1524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/>
          <p:nvPr/>
        </p:nvSpPr>
        <p:spPr>
          <a:xfrm>
            <a:off x="556437" y="1949386"/>
            <a:ext cx="99695" cy="82550"/>
          </a:xfrm>
          <a:custGeom>
            <a:avLst/>
            <a:gdLst/>
            <a:ahLst/>
            <a:cxnLst/>
            <a:rect l="l" t="t" r="r" b="b"/>
            <a:pathLst>
              <a:path w="99695" h="82550">
                <a:moveTo>
                  <a:pt x="50292" y="71729"/>
                </a:moveTo>
                <a:lnTo>
                  <a:pt x="32004" y="71729"/>
                </a:lnTo>
                <a:lnTo>
                  <a:pt x="32004" y="0"/>
                </a:lnTo>
                <a:lnTo>
                  <a:pt x="18288" y="0"/>
                </a:lnTo>
                <a:lnTo>
                  <a:pt x="0" y="13716"/>
                </a:lnTo>
                <a:lnTo>
                  <a:pt x="0" y="24384"/>
                </a:lnTo>
                <a:lnTo>
                  <a:pt x="22860" y="7620"/>
                </a:lnTo>
                <a:lnTo>
                  <a:pt x="22860" y="71729"/>
                </a:lnTo>
                <a:lnTo>
                  <a:pt x="0" y="71729"/>
                </a:lnTo>
                <a:lnTo>
                  <a:pt x="0" y="80873"/>
                </a:lnTo>
                <a:lnTo>
                  <a:pt x="50292" y="80873"/>
                </a:lnTo>
                <a:lnTo>
                  <a:pt x="50292" y="71729"/>
                </a:lnTo>
                <a:close/>
              </a:path>
              <a:path w="99695" h="82550">
                <a:moveTo>
                  <a:pt x="99161" y="67157"/>
                </a:moveTo>
                <a:lnTo>
                  <a:pt x="96113" y="64109"/>
                </a:lnTo>
                <a:lnTo>
                  <a:pt x="93065" y="62585"/>
                </a:lnTo>
                <a:lnTo>
                  <a:pt x="86969" y="62585"/>
                </a:lnTo>
                <a:lnTo>
                  <a:pt x="82397" y="67157"/>
                </a:lnTo>
                <a:lnTo>
                  <a:pt x="80873" y="70205"/>
                </a:lnTo>
                <a:lnTo>
                  <a:pt x="80873" y="76301"/>
                </a:lnTo>
                <a:lnTo>
                  <a:pt x="86969" y="82397"/>
                </a:lnTo>
                <a:lnTo>
                  <a:pt x="90017" y="82397"/>
                </a:lnTo>
                <a:lnTo>
                  <a:pt x="93065" y="82397"/>
                </a:lnTo>
                <a:lnTo>
                  <a:pt x="96113" y="80873"/>
                </a:lnTo>
                <a:lnTo>
                  <a:pt x="99161" y="77825"/>
                </a:lnTo>
                <a:lnTo>
                  <a:pt x="99161" y="6715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54665" y="1938718"/>
            <a:ext cx="219646" cy="102203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64323" y="1949386"/>
            <a:ext cx="186023" cy="80867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554913" y="2111120"/>
            <a:ext cx="100965" cy="84455"/>
          </a:xfrm>
          <a:custGeom>
            <a:avLst/>
            <a:gdLst/>
            <a:ahLst/>
            <a:cxnLst/>
            <a:rect l="l" t="t" r="r" b="b"/>
            <a:pathLst>
              <a:path w="100965" h="84455">
                <a:moveTo>
                  <a:pt x="50292" y="73152"/>
                </a:moveTo>
                <a:lnTo>
                  <a:pt x="13716" y="73152"/>
                </a:lnTo>
                <a:lnTo>
                  <a:pt x="33528" y="51816"/>
                </a:lnTo>
                <a:lnTo>
                  <a:pt x="38100" y="45720"/>
                </a:lnTo>
                <a:lnTo>
                  <a:pt x="42672" y="41148"/>
                </a:lnTo>
                <a:lnTo>
                  <a:pt x="45720" y="36576"/>
                </a:lnTo>
                <a:lnTo>
                  <a:pt x="48768" y="27432"/>
                </a:lnTo>
                <a:lnTo>
                  <a:pt x="48768" y="18288"/>
                </a:lnTo>
                <a:lnTo>
                  <a:pt x="47244" y="13716"/>
                </a:lnTo>
                <a:lnTo>
                  <a:pt x="44196" y="7620"/>
                </a:lnTo>
                <a:lnTo>
                  <a:pt x="41148" y="4572"/>
                </a:lnTo>
                <a:lnTo>
                  <a:pt x="38100" y="3048"/>
                </a:lnTo>
                <a:lnTo>
                  <a:pt x="33528" y="0"/>
                </a:lnTo>
                <a:lnTo>
                  <a:pt x="15240" y="0"/>
                </a:lnTo>
                <a:lnTo>
                  <a:pt x="12192" y="3048"/>
                </a:lnTo>
                <a:lnTo>
                  <a:pt x="7620" y="4572"/>
                </a:lnTo>
                <a:lnTo>
                  <a:pt x="4572" y="7620"/>
                </a:lnTo>
                <a:lnTo>
                  <a:pt x="1524" y="13716"/>
                </a:lnTo>
                <a:lnTo>
                  <a:pt x="0" y="18288"/>
                </a:lnTo>
                <a:lnTo>
                  <a:pt x="0" y="22860"/>
                </a:lnTo>
                <a:lnTo>
                  <a:pt x="9144" y="22860"/>
                </a:lnTo>
                <a:lnTo>
                  <a:pt x="9144" y="18288"/>
                </a:lnTo>
                <a:lnTo>
                  <a:pt x="10668" y="15240"/>
                </a:lnTo>
                <a:lnTo>
                  <a:pt x="16764" y="9144"/>
                </a:lnTo>
                <a:lnTo>
                  <a:pt x="32004" y="9144"/>
                </a:lnTo>
                <a:lnTo>
                  <a:pt x="38100" y="15240"/>
                </a:lnTo>
                <a:lnTo>
                  <a:pt x="39624" y="18288"/>
                </a:lnTo>
                <a:lnTo>
                  <a:pt x="39624" y="25908"/>
                </a:lnTo>
                <a:lnTo>
                  <a:pt x="38100" y="28956"/>
                </a:lnTo>
                <a:lnTo>
                  <a:pt x="36576" y="33528"/>
                </a:lnTo>
                <a:lnTo>
                  <a:pt x="33528" y="36576"/>
                </a:lnTo>
                <a:lnTo>
                  <a:pt x="27432" y="45720"/>
                </a:lnTo>
                <a:lnTo>
                  <a:pt x="1524" y="71628"/>
                </a:lnTo>
                <a:lnTo>
                  <a:pt x="1524" y="82397"/>
                </a:lnTo>
                <a:lnTo>
                  <a:pt x="50292" y="82397"/>
                </a:lnTo>
                <a:lnTo>
                  <a:pt x="50292" y="73152"/>
                </a:lnTo>
                <a:close/>
              </a:path>
              <a:path w="100965" h="84455">
                <a:moveTo>
                  <a:pt x="100685" y="68580"/>
                </a:moveTo>
                <a:lnTo>
                  <a:pt x="97637" y="65532"/>
                </a:lnTo>
                <a:lnTo>
                  <a:pt x="94589" y="64008"/>
                </a:lnTo>
                <a:lnTo>
                  <a:pt x="88493" y="64008"/>
                </a:lnTo>
                <a:lnTo>
                  <a:pt x="83921" y="68580"/>
                </a:lnTo>
                <a:lnTo>
                  <a:pt x="82397" y="71628"/>
                </a:lnTo>
                <a:lnTo>
                  <a:pt x="82397" y="76301"/>
                </a:lnTo>
                <a:lnTo>
                  <a:pt x="83921" y="79349"/>
                </a:lnTo>
                <a:lnTo>
                  <a:pt x="88493" y="83921"/>
                </a:lnTo>
                <a:lnTo>
                  <a:pt x="91541" y="83921"/>
                </a:lnTo>
                <a:lnTo>
                  <a:pt x="94589" y="83921"/>
                </a:lnTo>
                <a:lnTo>
                  <a:pt x="97637" y="82397"/>
                </a:lnTo>
                <a:lnTo>
                  <a:pt x="100685" y="79349"/>
                </a:lnTo>
                <a:lnTo>
                  <a:pt x="100685" y="6858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object 2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51617" y="2105025"/>
            <a:ext cx="222694" cy="97631"/>
          </a:xfrm>
          <a:prstGeom prst="rect">
            <a:avLst/>
          </a:prstGeom>
        </p:spPr>
      </p:pic>
      <p:grpSp>
        <p:nvGrpSpPr>
          <p:cNvPr id="23" name="object 23" descr=""/>
          <p:cNvGrpSpPr/>
          <p:nvPr/>
        </p:nvGrpSpPr>
        <p:grpSpPr>
          <a:xfrm>
            <a:off x="1065847" y="1938718"/>
            <a:ext cx="2165985" cy="266065"/>
            <a:chOff x="1065847" y="1938718"/>
            <a:chExt cx="2165985" cy="266065"/>
          </a:xfrm>
        </p:grpSpPr>
        <p:sp>
          <p:nvSpPr>
            <p:cNvPr id="24" name="object 24" descr=""/>
            <p:cNvSpPr/>
            <p:nvPr/>
          </p:nvSpPr>
          <p:spPr>
            <a:xfrm>
              <a:off x="1065847" y="2111120"/>
              <a:ext cx="44450" cy="82550"/>
            </a:xfrm>
            <a:custGeom>
              <a:avLst/>
              <a:gdLst/>
              <a:ahLst/>
              <a:cxnLst/>
              <a:rect l="l" t="t" r="r" b="b"/>
              <a:pathLst>
                <a:path w="44450" h="82550">
                  <a:moveTo>
                    <a:pt x="44195" y="82391"/>
                  </a:moveTo>
                  <a:lnTo>
                    <a:pt x="0" y="82391"/>
                  </a:lnTo>
                  <a:lnTo>
                    <a:pt x="0" y="73247"/>
                  </a:lnTo>
                  <a:lnTo>
                    <a:pt x="16764" y="73247"/>
                  </a:lnTo>
                  <a:lnTo>
                    <a:pt x="16764" y="9144"/>
                  </a:lnTo>
                  <a:lnTo>
                    <a:pt x="0" y="9144"/>
                  </a:lnTo>
                  <a:lnTo>
                    <a:pt x="0" y="0"/>
                  </a:lnTo>
                  <a:lnTo>
                    <a:pt x="44195" y="0"/>
                  </a:lnTo>
                  <a:lnTo>
                    <a:pt x="44195" y="9144"/>
                  </a:lnTo>
                  <a:lnTo>
                    <a:pt x="27432" y="9144"/>
                  </a:lnTo>
                  <a:lnTo>
                    <a:pt x="27432" y="73247"/>
                  </a:lnTo>
                  <a:lnTo>
                    <a:pt x="44195" y="73247"/>
                  </a:lnTo>
                  <a:lnTo>
                    <a:pt x="44195" y="82391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31379" y="2111120"/>
              <a:ext cx="181546" cy="83915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26641" y="1938718"/>
              <a:ext cx="1904714" cy="265461"/>
            </a:xfrm>
            <a:prstGeom prst="rect">
              <a:avLst/>
            </a:prstGeom>
          </p:spPr>
        </p:pic>
      </p:grpSp>
      <p:grpSp>
        <p:nvGrpSpPr>
          <p:cNvPr id="27" name="object 27" descr=""/>
          <p:cNvGrpSpPr/>
          <p:nvPr/>
        </p:nvGrpSpPr>
        <p:grpSpPr>
          <a:xfrm>
            <a:off x="567118" y="2253043"/>
            <a:ext cx="401320" cy="107950"/>
            <a:chOff x="567118" y="2253043"/>
            <a:chExt cx="401320" cy="107950"/>
          </a:xfrm>
        </p:grpSpPr>
        <p:sp>
          <p:nvSpPr>
            <p:cNvPr id="28" name="object 28" descr=""/>
            <p:cNvSpPr/>
            <p:nvPr/>
          </p:nvSpPr>
          <p:spPr>
            <a:xfrm>
              <a:off x="567118" y="2253043"/>
              <a:ext cx="32384" cy="107950"/>
            </a:xfrm>
            <a:custGeom>
              <a:avLst/>
              <a:gdLst/>
              <a:ahLst/>
              <a:cxnLst/>
              <a:rect l="l" t="t" r="r" b="b"/>
              <a:pathLst>
                <a:path w="32384" h="107950">
                  <a:moveTo>
                    <a:pt x="32004" y="0"/>
                  </a:moveTo>
                  <a:lnTo>
                    <a:pt x="28956" y="0"/>
                  </a:lnTo>
                  <a:lnTo>
                    <a:pt x="28956" y="1270"/>
                  </a:lnTo>
                  <a:lnTo>
                    <a:pt x="28956" y="1435"/>
                  </a:lnTo>
                  <a:lnTo>
                    <a:pt x="27432" y="1435"/>
                  </a:lnTo>
                  <a:lnTo>
                    <a:pt x="27432" y="1270"/>
                  </a:lnTo>
                  <a:lnTo>
                    <a:pt x="28956" y="1270"/>
                  </a:lnTo>
                  <a:lnTo>
                    <a:pt x="28956" y="0"/>
                  </a:lnTo>
                  <a:lnTo>
                    <a:pt x="13716" y="0"/>
                  </a:lnTo>
                  <a:lnTo>
                    <a:pt x="13716" y="10160"/>
                  </a:lnTo>
                  <a:lnTo>
                    <a:pt x="13716" y="10579"/>
                  </a:lnTo>
                  <a:lnTo>
                    <a:pt x="12192" y="10579"/>
                  </a:lnTo>
                  <a:lnTo>
                    <a:pt x="12192" y="10160"/>
                  </a:lnTo>
                  <a:lnTo>
                    <a:pt x="13716" y="10160"/>
                  </a:lnTo>
                  <a:lnTo>
                    <a:pt x="13716" y="0"/>
                  </a:lnTo>
                  <a:lnTo>
                    <a:pt x="4572" y="0"/>
                  </a:lnTo>
                  <a:lnTo>
                    <a:pt x="4572" y="1270"/>
                  </a:lnTo>
                  <a:lnTo>
                    <a:pt x="4572" y="1435"/>
                  </a:lnTo>
                  <a:lnTo>
                    <a:pt x="1524" y="1435"/>
                  </a:lnTo>
                  <a:lnTo>
                    <a:pt x="1524" y="1270"/>
                  </a:lnTo>
                  <a:lnTo>
                    <a:pt x="4572" y="1270"/>
                  </a:lnTo>
                  <a:lnTo>
                    <a:pt x="4572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106680"/>
                  </a:lnTo>
                  <a:lnTo>
                    <a:pt x="0" y="107950"/>
                  </a:lnTo>
                  <a:lnTo>
                    <a:pt x="32004" y="107950"/>
                  </a:lnTo>
                  <a:lnTo>
                    <a:pt x="32004" y="106680"/>
                  </a:lnTo>
                  <a:lnTo>
                    <a:pt x="32004" y="97790"/>
                  </a:lnTo>
                  <a:lnTo>
                    <a:pt x="32004" y="96520"/>
                  </a:lnTo>
                  <a:lnTo>
                    <a:pt x="13716" y="96520"/>
                  </a:lnTo>
                  <a:lnTo>
                    <a:pt x="13716" y="97536"/>
                  </a:lnTo>
                  <a:lnTo>
                    <a:pt x="13716" y="97790"/>
                  </a:lnTo>
                  <a:lnTo>
                    <a:pt x="12192" y="97790"/>
                  </a:lnTo>
                  <a:lnTo>
                    <a:pt x="12192" y="97536"/>
                  </a:lnTo>
                  <a:lnTo>
                    <a:pt x="13716" y="97536"/>
                  </a:lnTo>
                  <a:lnTo>
                    <a:pt x="13716" y="96520"/>
                  </a:lnTo>
                  <a:lnTo>
                    <a:pt x="13716" y="12700"/>
                  </a:lnTo>
                  <a:lnTo>
                    <a:pt x="32004" y="12700"/>
                  </a:lnTo>
                  <a:lnTo>
                    <a:pt x="32004" y="10160"/>
                  </a:lnTo>
                  <a:lnTo>
                    <a:pt x="32004" y="1270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A3494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0458" y="2257520"/>
              <a:ext cx="94583" cy="97631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7045" y="2255996"/>
              <a:ext cx="100679" cy="102203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885825" y="2253043"/>
              <a:ext cx="31115" cy="107950"/>
            </a:xfrm>
            <a:custGeom>
              <a:avLst/>
              <a:gdLst/>
              <a:ahLst/>
              <a:cxnLst/>
              <a:rect l="l" t="t" r="r" b="b"/>
              <a:pathLst>
                <a:path w="31115" h="107950">
                  <a:moveTo>
                    <a:pt x="30568" y="0"/>
                  </a:moveTo>
                  <a:lnTo>
                    <a:pt x="19900" y="0"/>
                  </a:lnTo>
                  <a:lnTo>
                    <a:pt x="19900" y="10160"/>
                  </a:lnTo>
                  <a:lnTo>
                    <a:pt x="19900" y="10579"/>
                  </a:lnTo>
                  <a:lnTo>
                    <a:pt x="19900" y="97536"/>
                  </a:lnTo>
                  <a:lnTo>
                    <a:pt x="19900" y="97790"/>
                  </a:lnTo>
                  <a:lnTo>
                    <a:pt x="16852" y="97790"/>
                  </a:lnTo>
                  <a:lnTo>
                    <a:pt x="16852" y="97536"/>
                  </a:lnTo>
                  <a:lnTo>
                    <a:pt x="19900" y="97536"/>
                  </a:lnTo>
                  <a:lnTo>
                    <a:pt x="19900" y="10579"/>
                  </a:lnTo>
                  <a:lnTo>
                    <a:pt x="16852" y="10579"/>
                  </a:lnTo>
                  <a:lnTo>
                    <a:pt x="16852" y="10160"/>
                  </a:lnTo>
                  <a:lnTo>
                    <a:pt x="19900" y="10160"/>
                  </a:lnTo>
                  <a:lnTo>
                    <a:pt x="19900" y="0"/>
                  </a:lnTo>
                  <a:lnTo>
                    <a:pt x="3136" y="0"/>
                  </a:lnTo>
                  <a:lnTo>
                    <a:pt x="3136" y="1270"/>
                  </a:lnTo>
                  <a:lnTo>
                    <a:pt x="3136" y="1435"/>
                  </a:lnTo>
                  <a:lnTo>
                    <a:pt x="1524" y="1435"/>
                  </a:lnTo>
                  <a:lnTo>
                    <a:pt x="1524" y="1270"/>
                  </a:lnTo>
                  <a:lnTo>
                    <a:pt x="3136" y="1270"/>
                  </a:lnTo>
                  <a:lnTo>
                    <a:pt x="3136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10160"/>
                  </a:lnTo>
                  <a:lnTo>
                    <a:pt x="0" y="12700"/>
                  </a:lnTo>
                  <a:lnTo>
                    <a:pt x="16852" y="12700"/>
                  </a:lnTo>
                  <a:lnTo>
                    <a:pt x="16852" y="96520"/>
                  </a:lnTo>
                  <a:lnTo>
                    <a:pt x="0" y="96520"/>
                  </a:lnTo>
                  <a:lnTo>
                    <a:pt x="0" y="97790"/>
                  </a:lnTo>
                  <a:lnTo>
                    <a:pt x="0" y="106680"/>
                  </a:lnTo>
                  <a:lnTo>
                    <a:pt x="0" y="107950"/>
                  </a:lnTo>
                  <a:lnTo>
                    <a:pt x="30568" y="107950"/>
                  </a:lnTo>
                  <a:lnTo>
                    <a:pt x="30568" y="106680"/>
                  </a:lnTo>
                  <a:lnTo>
                    <a:pt x="30568" y="1435"/>
                  </a:lnTo>
                  <a:lnTo>
                    <a:pt x="29044" y="1435"/>
                  </a:lnTo>
                  <a:lnTo>
                    <a:pt x="27520" y="1435"/>
                  </a:lnTo>
                  <a:lnTo>
                    <a:pt x="27520" y="8890"/>
                  </a:lnTo>
                  <a:lnTo>
                    <a:pt x="27520" y="9055"/>
                  </a:lnTo>
                  <a:lnTo>
                    <a:pt x="21424" y="9055"/>
                  </a:lnTo>
                  <a:lnTo>
                    <a:pt x="21424" y="8890"/>
                  </a:lnTo>
                  <a:lnTo>
                    <a:pt x="27520" y="8890"/>
                  </a:lnTo>
                  <a:lnTo>
                    <a:pt x="27520" y="1435"/>
                  </a:lnTo>
                  <a:lnTo>
                    <a:pt x="27520" y="1270"/>
                  </a:lnTo>
                  <a:lnTo>
                    <a:pt x="30568" y="1270"/>
                  </a:lnTo>
                  <a:lnTo>
                    <a:pt x="30568" y="0"/>
                  </a:lnTo>
                  <a:close/>
                </a:path>
              </a:pathLst>
            </a:custGeom>
            <a:solidFill>
              <a:srgbClr val="A3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951452" y="2307907"/>
              <a:ext cx="17145" cy="41275"/>
            </a:xfrm>
            <a:custGeom>
              <a:avLst/>
              <a:gdLst/>
              <a:ahLst/>
              <a:cxnLst/>
              <a:rect l="l" t="t" r="r" b="b"/>
              <a:pathLst>
                <a:path w="17144" h="41275">
                  <a:moveTo>
                    <a:pt x="12192" y="27432"/>
                  </a:moveTo>
                  <a:lnTo>
                    <a:pt x="4572" y="27432"/>
                  </a:lnTo>
                  <a:lnTo>
                    <a:pt x="6096" y="25908"/>
                  </a:lnTo>
                  <a:lnTo>
                    <a:pt x="10668" y="25908"/>
                  </a:lnTo>
                  <a:lnTo>
                    <a:pt x="12192" y="27432"/>
                  </a:lnTo>
                  <a:close/>
                </a:path>
                <a:path w="17144" h="41275">
                  <a:moveTo>
                    <a:pt x="10668" y="41148"/>
                  </a:moveTo>
                  <a:lnTo>
                    <a:pt x="6096" y="41148"/>
                  </a:lnTo>
                  <a:lnTo>
                    <a:pt x="4572" y="39624"/>
                  </a:lnTo>
                  <a:lnTo>
                    <a:pt x="1524" y="38100"/>
                  </a:lnTo>
                  <a:lnTo>
                    <a:pt x="1524" y="36576"/>
                  </a:lnTo>
                  <a:lnTo>
                    <a:pt x="0" y="33528"/>
                  </a:lnTo>
                  <a:lnTo>
                    <a:pt x="0" y="30480"/>
                  </a:lnTo>
                  <a:lnTo>
                    <a:pt x="3048" y="27432"/>
                  </a:lnTo>
                  <a:lnTo>
                    <a:pt x="13716" y="27432"/>
                  </a:lnTo>
                  <a:lnTo>
                    <a:pt x="16764" y="30480"/>
                  </a:lnTo>
                  <a:lnTo>
                    <a:pt x="15240" y="33528"/>
                  </a:lnTo>
                  <a:lnTo>
                    <a:pt x="15240" y="38100"/>
                  </a:lnTo>
                  <a:lnTo>
                    <a:pt x="12192" y="39624"/>
                  </a:lnTo>
                  <a:lnTo>
                    <a:pt x="10668" y="41148"/>
                  </a:lnTo>
                  <a:close/>
                </a:path>
                <a:path w="17144" h="41275">
                  <a:moveTo>
                    <a:pt x="10668" y="15240"/>
                  </a:moveTo>
                  <a:lnTo>
                    <a:pt x="4572" y="15240"/>
                  </a:lnTo>
                  <a:lnTo>
                    <a:pt x="0" y="10668"/>
                  </a:lnTo>
                  <a:lnTo>
                    <a:pt x="0" y="7620"/>
                  </a:lnTo>
                  <a:lnTo>
                    <a:pt x="1524" y="4572"/>
                  </a:lnTo>
                  <a:lnTo>
                    <a:pt x="1524" y="3048"/>
                  </a:lnTo>
                  <a:lnTo>
                    <a:pt x="4572" y="1524"/>
                  </a:lnTo>
                  <a:lnTo>
                    <a:pt x="6096" y="0"/>
                  </a:lnTo>
                  <a:lnTo>
                    <a:pt x="12192" y="0"/>
                  </a:lnTo>
                  <a:lnTo>
                    <a:pt x="16764" y="4572"/>
                  </a:lnTo>
                  <a:lnTo>
                    <a:pt x="16764" y="10668"/>
                  </a:lnTo>
                  <a:lnTo>
                    <a:pt x="13716" y="13716"/>
                  </a:lnTo>
                  <a:lnTo>
                    <a:pt x="10668" y="1524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/>
          <p:nvPr/>
        </p:nvSpPr>
        <p:spPr>
          <a:xfrm>
            <a:off x="560831" y="2459735"/>
            <a:ext cx="36830" cy="10795"/>
          </a:xfrm>
          <a:custGeom>
            <a:avLst/>
            <a:gdLst/>
            <a:ahLst/>
            <a:cxnLst/>
            <a:rect l="l" t="t" r="r" b="b"/>
            <a:pathLst>
              <a:path w="36829" h="10794">
                <a:moveTo>
                  <a:pt x="36576" y="10667"/>
                </a:moveTo>
                <a:lnTo>
                  <a:pt x="0" y="10667"/>
                </a:lnTo>
                <a:lnTo>
                  <a:pt x="0" y="0"/>
                </a:lnTo>
                <a:lnTo>
                  <a:pt x="36576" y="0"/>
                </a:lnTo>
                <a:lnTo>
                  <a:pt x="36576" y="1066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4" name="object 34" descr=""/>
          <p:cNvGrpSpPr/>
          <p:nvPr/>
        </p:nvGrpSpPr>
        <p:grpSpPr>
          <a:xfrm>
            <a:off x="684561" y="2410110"/>
            <a:ext cx="581025" cy="104139"/>
            <a:chOff x="684561" y="2410110"/>
            <a:chExt cx="581025" cy="104139"/>
          </a:xfrm>
        </p:grpSpPr>
        <p:pic>
          <p:nvPicPr>
            <p:cNvPr id="35" name="object 3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84561" y="2411634"/>
              <a:ext cx="100679" cy="100679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05053" y="2410110"/>
              <a:ext cx="100679" cy="103727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25544" y="2413158"/>
              <a:ext cx="92964" cy="99155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44511" y="2410110"/>
              <a:ext cx="100584" cy="102203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64907" y="2413158"/>
              <a:ext cx="100679" cy="100679"/>
            </a:xfrm>
            <a:prstGeom prst="rect">
              <a:avLst/>
            </a:prstGeom>
          </p:spPr>
        </p:pic>
      </p:grpSp>
      <p:sp>
        <p:nvSpPr>
          <p:cNvPr id="40" name="object 40" descr=""/>
          <p:cNvSpPr/>
          <p:nvPr/>
        </p:nvSpPr>
        <p:spPr>
          <a:xfrm>
            <a:off x="1360170" y="2420784"/>
            <a:ext cx="114935" cy="81280"/>
          </a:xfrm>
          <a:custGeom>
            <a:avLst/>
            <a:gdLst/>
            <a:ahLst/>
            <a:cxnLst/>
            <a:rect l="l" t="t" r="r" b="b"/>
            <a:pathLst>
              <a:path w="114934" h="81280">
                <a:moveTo>
                  <a:pt x="47231" y="71716"/>
                </a:moveTo>
                <a:lnTo>
                  <a:pt x="10655" y="71716"/>
                </a:lnTo>
                <a:lnTo>
                  <a:pt x="10655" y="0"/>
                </a:lnTo>
                <a:lnTo>
                  <a:pt x="0" y="0"/>
                </a:lnTo>
                <a:lnTo>
                  <a:pt x="0" y="80873"/>
                </a:lnTo>
                <a:lnTo>
                  <a:pt x="47231" y="80873"/>
                </a:lnTo>
                <a:lnTo>
                  <a:pt x="47231" y="71716"/>
                </a:lnTo>
                <a:close/>
              </a:path>
              <a:path w="114934" h="81280">
                <a:moveTo>
                  <a:pt x="114388" y="71716"/>
                </a:moveTo>
                <a:lnTo>
                  <a:pt x="77724" y="71716"/>
                </a:lnTo>
                <a:lnTo>
                  <a:pt x="77724" y="0"/>
                </a:lnTo>
                <a:lnTo>
                  <a:pt x="67043" y="0"/>
                </a:lnTo>
                <a:lnTo>
                  <a:pt x="67043" y="80873"/>
                </a:lnTo>
                <a:lnTo>
                  <a:pt x="114388" y="80873"/>
                </a:lnTo>
                <a:lnTo>
                  <a:pt x="114388" y="7171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1" name="object 41" descr=""/>
          <p:cNvGrpSpPr/>
          <p:nvPr/>
        </p:nvGrpSpPr>
        <p:grpSpPr>
          <a:xfrm>
            <a:off x="1553813" y="2410110"/>
            <a:ext cx="146685" cy="104139"/>
            <a:chOff x="1553813" y="2410110"/>
            <a:chExt cx="146685" cy="104139"/>
          </a:xfrm>
        </p:grpSpPr>
        <p:pic>
          <p:nvPicPr>
            <p:cNvPr id="42" name="object 4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53813" y="2410110"/>
              <a:ext cx="99155" cy="103727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1681924" y="2475738"/>
              <a:ext cx="18415" cy="30480"/>
            </a:xfrm>
            <a:custGeom>
              <a:avLst/>
              <a:gdLst/>
              <a:ahLst/>
              <a:cxnLst/>
              <a:rect l="l" t="t" r="r" b="b"/>
              <a:pathLst>
                <a:path w="18414" h="30480">
                  <a:moveTo>
                    <a:pt x="12192" y="1524"/>
                  </a:moveTo>
                  <a:lnTo>
                    <a:pt x="7620" y="1524"/>
                  </a:lnTo>
                  <a:lnTo>
                    <a:pt x="9144" y="0"/>
                  </a:lnTo>
                  <a:lnTo>
                    <a:pt x="12192" y="1524"/>
                  </a:lnTo>
                  <a:close/>
                </a:path>
                <a:path w="18414" h="30480">
                  <a:moveTo>
                    <a:pt x="4572" y="30480"/>
                  </a:moveTo>
                  <a:lnTo>
                    <a:pt x="0" y="30480"/>
                  </a:lnTo>
                  <a:lnTo>
                    <a:pt x="4572" y="25908"/>
                  </a:lnTo>
                  <a:lnTo>
                    <a:pt x="7620" y="24384"/>
                  </a:lnTo>
                  <a:lnTo>
                    <a:pt x="9144" y="21336"/>
                  </a:lnTo>
                  <a:lnTo>
                    <a:pt x="9144" y="18288"/>
                  </a:lnTo>
                  <a:lnTo>
                    <a:pt x="10668" y="15240"/>
                  </a:lnTo>
                  <a:lnTo>
                    <a:pt x="6096" y="15240"/>
                  </a:lnTo>
                  <a:lnTo>
                    <a:pt x="6096" y="13716"/>
                  </a:lnTo>
                  <a:lnTo>
                    <a:pt x="4572" y="12192"/>
                  </a:lnTo>
                  <a:lnTo>
                    <a:pt x="3048" y="12192"/>
                  </a:lnTo>
                  <a:lnTo>
                    <a:pt x="3048" y="4572"/>
                  </a:lnTo>
                  <a:lnTo>
                    <a:pt x="6096" y="1524"/>
                  </a:lnTo>
                  <a:lnTo>
                    <a:pt x="15240" y="1524"/>
                  </a:lnTo>
                  <a:lnTo>
                    <a:pt x="16764" y="3048"/>
                  </a:lnTo>
                  <a:lnTo>
                    <a:pt x="16764" y="4572"/>
                  </a:lnTo>
                  <a:lnTo>
                    <a:pt x="18288" y="6096"/>
                  </a:lnTo>
                  <a:lnTo>
                    <a:pt x="18288" y="13716"/>
                  </a:lnTo>
                  <a:lnTo>
                    <a:pt x="16764" y="15240"/>
                  </a:lnTo>
                  <a:lnTo>
                    <a:pt x="13716" y="21336"/>
                  </a:lnTo>
                  <a:lnTo>
                    <a:pt x="10668" y="24384"/>
                  </a:lnTo>
                  <a:lnTo>
                    <a:pt x="7620" y="28956"/>
                  </a:lnTo>
                  <a:lnTo>
                    <a:pt x="4572" y="3048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" name="object 44" descr=""/>
          <p:cNvGrpSpPr/>
          <p:nvPr/>
        </p:nvGrpSpPr>
        <p:grpSpPr>
          <a:xfrm>
            <a:off x="2706814" y="2420778"/>
            <a:ext cx="230504" cy="82550"/>
            <a:chOff x="2706814" y="2420778"/>
            <a:chExt cx="230504" cy="82550"/>
          </a:xfrm>
        </p:grpSpPr>
        <p:pic>
          <p:nvPicPr>
            <p:cNvPr id="45" name="object 4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706814" y="2420778"/>
              <a:ext cx="184499" cy="80867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2912649" y="2478786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18288" y="1524"/>
                  </a:moveTo>
                  <a:lnTo>
                    <a:pt x="7620" y="1524"/>
                  </a:lnTo>
                  <a:lnTo>
                    <a:pt x="9144" y="0"/>
                  </a:lnTo>
                  <a:lnTo>
                    <a:pt x="16764" y="0"/>
                  </a:lnTo>
                  <a:lnTo>
                    <a:pt x="18288" y="1524"/>
                  </a:lnTo>
                  <a:close/>
                </a:path>
                <a:path w="24764" h="24764">
                  <a:moveTo>
                    <a:pt x="15240" y="24384"/>
                  </a:moveTo>
                  <a:lnTo>
                    <a:pt x="9144" y="24384"/>
                  </a:lnTo>
                  <a:lnTo>
                    <a:pt x="6096" y="22860"/>
                  </a:lnTo>
                  <a:lnTo>
                    <a:pt x="4572" y="19812"/>
                  </a:lnTo>
                  <a:lnTo>
                    <a:pt x="1524" y="18288"/>
                  </a:lnTo>
                  <a:lnTo>
                    <a:pt x="1524" y="15240"/>
                  </a:lnTo>
                  <a:lnTo>
                    <a:pt x="0" y="12192"/>
                  </a:lnTo>
                  <a:lnTo>
                    <a:pt x="0" y="10668"/>
                  </a:lnTo>
                  <a:lnTo>
                    <a:pt x="3048" y="4572"/>
                  </a:lnTo>
                  <a:lnTo>
                    <a:pt x="3048" y="3048"/>
                  </a:lnTo>
                  <a:lnTo>
                    <a:pt x="6096" y="1524"/>
                  </a:lnTo>
                  <a:lnTo>
                    <a:pt x="21336" y="1524"/>
                  </a:lnTo>
                  <a:lnTo>
                    <a:pt x="22860" y="3048"/>
                  </a:lnTo>
                  <a:lnTo>
                    <a:pt x="10668" y="3048"/>
                  </a:lnTo>
                  <a:lnTo>
                    <a:pt x="9144" y="4572"/>
                  </a:lnTo>
                  <a:lnTo>
                    <a:pt x="7620" y="4572"/>
                  </a:lnTo>
                  <a:lnTo>
                    <a:pt x="6096" y="6096"/>
                  </a:lnTo>
                  <a:lnTo>
                    <a:pt x="4572" y="9144"/>
                  </a:lnTo>
                  <a:lnTo>
                    <a:pt x="4572" y="15240"/>
                  </a:lnTo>
                  <a:lnTo>
                    <a:pt x="9144" y="19812"/>
                  </a:lnTo>
                  <a:lnTo>
                    <a:pt x="21336" y="19812"/>
                  </a:lnTo>
                  <a:lnTo>
                    <a:pt x="18288" y="22860"/>
                  </a:lnTo>
                  <a:lnTo>
                    <a:pt x="15240" y="24384"/>
                  </a:lnTo>
                  <a:close/>
                </a:path>
                <a:path w="24764" h="24764">
                  <a:moveTo>
                    <a:pt x="21336" y="19812"/>
                  </a:moveTo>
                  <a:lnTo>
                    <a:pt x="16764" y="19812"/>
                  </a:lnTo>
                  <a:lnTo>
                    <a:pt x="21336" y="15240"/>
                  </a:lnTo>
                  <a:lnTo>
                    <a:pt x="21336" y="7620"/>
                  </a:lnTo>
                  <a:lnTo>
                    <a:pt x="18288" y="4572"/>
                  </a:lnTo>
                  <a:lnTo>
                    <a:pt x="15240" y="4572"/>
                  </a:lnTo>
                  <a:lnTo>
                    <a:pt x="13716" y="3048"/>
                  </a:lnTo>
                  <a:lnTo>
                    <a:pt x="22860" y="3048"/>
                  </a:lnTo>
                  <a:lnTo>
                    <a:pt x="22860" y="6096"/>
                  </a:lnTo>
                  <a:lnTo>
                    <a:pt x="24384" y="9144"/>
                  </a:lnTo>
                  <a:lnTo>
                    <a:pt x="24384" y="16764"/>
                  </a:lnTo>
                  <a:lnTo>
                    <a:pt x="21336" y="19812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7" name="object 47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793271" y="2410110"/>
            <a:ext cx="822007" cy="257841"/>
          </a:xfrm>
          <a:prstGeom prst="rect">
            <a:avLst/>
          </a:prstGeom>
        </p:spPr>
      </p:pic>
      <p:sp>
        <p:nvSpPr>
          <p:cNvPr id="48" name="object 48" descr=""/>
          <p:cNvSpPr/>
          <p:nvPr/>
        </p:nvSpPr>
        <p:spPr>
          <a:xfrm>
            <a:off x="560831" y="2615183"/>
            <a:ext cx="36830" cy="9525"/>
          </a:xfrm>
          <a:custGeom>
            <a:avLst/>
            <a:gdLst/>
            <a:ahLst/>
            <a:cxnLst/>
            <a:rect l="l" t="t" r="r" b="b"/>
            <a:pathLst>
              <a:path w="36829" h="9525">
                <a:moveTo>
                  <a:pt x="36576" y="9143"/>
                </a:moveTo>
                <a:lnTo>
                  <a:pt x="0" y="9143"/>
                </a:lnTo>
                <a:lnTo>
                  <a:pt x="0" y="0"/>
                </a:lnTo>
                <a:lnTo>
                  <a:pt x="36576" y="0"/>
                </a:lnTo>
                <a:lnTo>
                  <a:pt x="36576" y="914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9" name="object 49" descr=""/>
          <p:cNvGrpSpPr/>
          <p:nvPr/>
        </p:nvGrpSpPr>
        <p:grpSpPr>
          <a:xfrm>
            <a:off x="686085" y="2565749"/>
            <a:ext cx="821055" cy="102235"/>
            <a:chOff x="686085" y="2565749"/>
            <a:chExt cx="821055" cy="102235"/>
          </a:xfrm>
        </p:grpSpPr>
        <p:pic>
          <p:nvPicPr>
            <p:cNvPr id="50" name="object 5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86085" y="2565749"/>
              <a:ext cx="219646" cy="102203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27068" y="2565749"/>
              <a:ext cx="218027" cy="102203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74146" y="2568797"/>
              <a:ext cx="88392" cy="96107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286922" y="2568797"/>
              <a:ext cx="96107" cy="93059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407414" y="2565749"/>
              <a:ext cx="99155" cy="102203"/>
            </a:xfrm>
            <a:prstGeom prst="rect">
              <a:avLst/>
            </a:prstGeom>
          </p:spPr>
        </p:pic>
      </p:grpSp>
      <p:pic>
        <p:nvPicPr>
          <p:cNvPr id="55" name="object 55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596580" y="2573369"/>
            <a:ext cx="117348" cy="83915"/>
          </a:xfrm>
          <a:prstGeom prst="rect">
            <a:avLst/>
          </a:prstGeom>
        </p:spPr>
      </p:pic>
      <p:grpSp>
        <p:nvGrpSpPr>
          <p:cNvPr id="56" name="object 56" descr=""/>
          <p:cNvGrpSpPr/>
          <p:nvPr/>
        </p:nvGrpSpPr>
        <p:grpSpPr>
          <a:xfrm>
            <a:off x="5419344" y="1450848"/>
            <a:ext cx="4921250" cy="2159635"/>
            <a:chOff x="5419344" y="1450848"/>
            <a:chExt cx="4921250" cy="2159635"/>
          </a:xfrm>
        </p:grpSpPr>
        <p:pic>
          <p:nvPicPr>
            <p:cNvPr id="57" name="object 57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419344" y="1450848"/>
              <a:ext cx="4920995" cy="2159475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5490019" y="1485614"/>
              <a:ext cx="4831715" cy="2068830"/>
            </a:xfrm>
            <a:custGeom>
              <a:avLst/>
              <a:gdLst/>
              <a:ahLst/>
              <a:cxnLst/>
              <a:rect l="l" t="t" r="r" b="b"/>
              <a:pathLst>
                <a:path w="4831715" h="2068829">
                  <a:moveTo>
                    <a:pt x="4738306" y="2068639"/>
                  </a:moveTo>
                  <a:lnTo>
                    <a:pt x="91439" y="2068639"/>
                  </a:lnTo>
                  <a:lnTo>
                    <a:pt x="60960" y="2061019"/>
                  </a:lnTo>
                  <a:lnTo>
                    <a:pt x="42672" y="2051875"/>
                  </a:lnTo>
                  <a:lnTo>
                    <a:pt x="38100" y="2047303"/>
                  </a:lnTo>
                  <a:lnTo>
                    <a:pt x="33528" y="2044255"/>
                  </a:lnTo>
                  <a:lnTo>
                    <a:pt x="24384" y="2035111"/>
                  </a:lnTo>
                  <a:lnTo>
                    <a:pt x="19812" y="2029015"/>
                  </a:lnTo>
                  <a:lnTo>
                    <a:pt x="16764" y="2024443"/>
                  </a:lnTo>
                  <a:lnTo>
                    <a:pt x="12192" y="2018347"/>
                  </a:lnTo>
                  <a:lnTo>
                    <a:pt x="9144" y="2012251"/>
                  </a:lnTo>
                  <a:lnTo>
                    <a:pt x="7620" y="2007679"/>
                  </a:lnTo>
                  <a:lnTo>
                    <a:pt x="4572" y="2001488"/>
                  </a:lnTo>
                  <a:lnTo>
                    <a:pt x="3048" y="1995392"/>
                  </a:lnTo>
                  <a:lnTo>
                    <a:pt x="1524" y="1987772"/>
                  </a:lnTo>
                  <a:lnTo>
                    <a:pt x="0" y="1981676"/>
                  </a:lnTo>
                  <a:lnTo>
                    <a:pt x="0" y="1969484"/>
                  </a:lnTo>
                  <a:lnTo>
                    <a:pt x="0" y="85439"/>
                  </a:lnTo>
                  <a:lnTo>
                    <a:pt x="4572" y="67151"/>
                  </a:lnTo>
                  <a:lnTo>
                    <a:pt x="7620" y="61055"/>
                  </a:lnTo>
                  <a:lnTo>
                    <a:pt x="9144" y="54959"/>
                  </a:lnTo>
                  <a:lnTo>
                    <a:pt x="12192" y="48768"/>
                  </a:lnTo>
                  <a:lnTo>
                    <a:pt x="16764" y="42672"/>
                  </a:lnTo>
                  <a:lnTo>
                    <a:pt x="19812" y="38100"/>
                  </a:lnTo>
                  <a:lnTo>
                    <a:pt x="38100" y="19812"/>
                  </a:lnTo>
                  <a:lnTo>
                    <a:pt x="42672" y="16764"/>
                  </a:lnTo>
                  <a:lnTo>
                    <a:pt x="48768" y="12191"/>
                  </a:lnTo>
                  <a:lnTo>
                    <a:pt x="54864" y="9144"/>
                  </a:lnTo>
                  <a:lnTo>
                    <a:pt x="60960" y="7620"/>
                  </a:lnTo>
                  <a:lnTo>
                    <a:pt x="67056" y="4572"/>
                  </a:lnTo>
                  <a:lnTo>
                    <a:pt x="85344" y="0"/>
                  </a:lnTo>
                  <a:lnTo>
                    <a:pt x="4745926" y="0"/>
                  </a:lnTo>
                  <a:lnTo>
                    <a:pt x="4764214" y="4572"/>
                  </a:lnTo>
                  <a:lnTo>
                    <a:pt x="4770310" y="7620"/>
                  </a:lnTo>
                  <a:lnTo>
                    <a:pt x="4776406" y="9144"/>
                  </a:lnTo>
                  <a:lnTo>
                    <a:pt x="4782502" y="12191"/>
                  </a:lnTo>
                  <a:lnTo>
                    <a:pt x="4787074" y="16764"/>
                  </a:lnTo>
                  <a:lnTo>
                    <a:pt x="4793265" y="19812"/>
                  </a:lnTo>
                  <a:lnTo>
                    <a:pt x="4811553" y="38100"/>
                  </a:lnTo>
                  <a:lnTo>
                    <a:pt x="4814601" y="42672"/>
                  </a:lnTo>
                  <a:lnTo>
                    <a:pt x="4826793" y="67151"/>
                  </a:lnTo>
                  <a:lnTo>
                    <a:pt x="4829841" y="79343"/>
                  </a:lnTo>
                  <a:lnTo>
                    <a:pt x="4829841" y="85439"/>
                  </a:lnTo>
                  <a:lnTo>
                    <a:pt x="4831365" y="91535"/>
                  </a:lnTo>
                  <a:lnTo>
                    <a:pt x="4831365" y="1975580"/>
                  </a:lnTo>
                  <a:lnTo>
                    <a:pt x="4829841" y="1981676"/>
                  </a:lnTo>
                  <a:lnTo>
                    <a:pt x="4829841" y="1987772"/>
                  </a:lnTo>
                  <a:lnTo>
                    <a:pt x="4828317" y="1995392"/>
                  </a:lnTo>
                  <a:lnTo>
                    <a:pt x="4826793" y="2001488"/>
                  </a:lnTo>
                  <a:lnTo>
                    <a:pt x="4823745" y="2007679"/>
                  </a:lnTo>
                  <a:lnTo>
                    <a:pt x="4820697" y="2012251"/>
                  </a:lnTo>
                  <a:lnTo>
                    <a:pt x="4814601" y="2024443"/>
                  </a:lnTo>
                  <a:lnTo>
                    <a:pt x="4811553" y="2029015"/>
                  </a:lnTo>
                  <a:lnTo>
                    <a:pt x="4806981" y="2035111"/>
                  </a:lnTo>
                  <a:lnTo>
                    <a:pt x="4797837" y="2044255"/>
                  </a:lnTo>
                  <a:lnTo>
                    <a:pt x="4793265" y="2047303"/>
                  </a:lnTo>
                  <a:lnTo>
                    <a:pt x="4787074" y="2051875"/>
                  </a:lnTo>
                  <a:lnTo>
                    <a:pt x="4782502" y="2054923"/>
                  </a:lnTo>
                  <a:lnTo>
                    <a:pt x="4770310" y="2061019"/>
                  </a:lnTo>
                  <a:lnTo>
                    <a:pt x="4745926" y="2067115"/>
                  </a:lnTo>
                  <a:lnTo>
                    <a:pt x="4738306" y="20686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5490019" y="1485614"/>
              <a:ext cx="4831715" cy="2068830"/>
            </a:xfrm>
            <a:custGeom>
              <a:avLst/>
              <a:gdLst/>
              <a:ahLst/>
              <a:cxnLst/>
              <a:rect l="l" t="t" r="r" b="b"/>
              <a:pathLst>
                <a:path w="4831715" h="2068829">
                  <a:moveTo>
                    <a:pt x="0" y="1969484"/>
                  </a:moveTo>
                  <a:lnTo>
                    <a:pt x="0" y="97631"/>
                  </a:lnTo>
                  <a:lnTo>
                    <a:pt x="0" y="91535"/>
                  </a:lnTo>
                  <a:lnTo>
                    <a:pt x="0" y="85439"/>
                  </a:lnTo>
                  <a:lnTo>
                    <a:pt x="1524" y="79343"/>
                  </a:lnTo>
                  <a:lnTo>
                    <a:pt x="3048" y="73247"/>
                  </a:lnTo>
                  <a:lnTo>
                    <a:pt x="4572" y="67151"/>
                  </a:lnTo>
                  <a:lnTo>
                    <a:pt x="7620" y="61055"/>
                  </a:lnTo>
                  <a:lnTo>
                    <a:pt x="9144" y="54959"/>
                  </a:lnTo>
                  <a:lnTo>
                    <a:pt x="12192" y="48768"/>
                  </a:lnTo>
                  <a:lnTo>
                    <a:pt x="16764" y="42672"/>
                  </a:lnTo>
                  <a:lnTo>
                    <a:pt x="19812" y="38100"/>
                  </a:lnTo>
                  <a:lnTo>
                    <a:pt x="24384" y="33528"/>
                  </a:lnTo>
                  <a:lnTo>
                    <a:pt x="28956" y="28956"/>
                  </a:lnTo>
                  <a:lnTo>
                    <a:pt x="33528" y="24383"/>
                  </a:lnTo>
                  <a:lnTo>
                    <a:pt x="38100" y="19812"/>
                  </a:lnTo>
                  <a:lnTo>
                    <a:pt x="42672" y="16764"/>
                  </a:lnTo>
                  <a:lnTo>
                    <a:pt x="48768" y="12191"/>
                  </a:lnTo>
                  <a:lnTo>
                    <a:pt x="54864" y="9144"/>
                  </a:lnTo>
                  <a:lnTo>
                    <a:pt x="60960" y="7620"/>
                  </a:lnTo>
                  <a:lnTo>
                    <a:pt x="67056" y="4572"/>
                  </a:lnTo>
                  <a:lnTo>
                    <a:pt x="73152" y="3048"/>
                  </a:lnTo>
                  <a:lnTo>
                    <a:pt x="79248" y="1524"/>
                  </a:lnTo>
                  <a:lnTo>
                    <a:pt x="85344" y="0"/>
                  </a:lnTo>
                  <a:lnTo>
                    <a:pt x="91439" y="0"/>
                  </a:lnTo>
                  <a:lnTo>
                    <a:pt x="97536" y="0"/>
                  </a:lnTo>
                  <a:lnTo>
                    <a:pt x="4732210" y="0"/>
                  </a:lnTo>
                  <a:lnTo>
                    <a:pt x="4738306" y="0"/>
                  </a:lnTo>
                  <a:lnTo>
                    <a:pt x="4745926" y="0"/>
                  </a:lnTo>
                  <a:lnTo>
                    <a:pt x="4752022" y="1524"/>
                  </a:lnTo>
                  <a:lnTo>
                    <a:pt x="4758118" y="3048"/>
                  </a:lnTo>
                  <a:lnTo>
                    <a:pt x="4764214" y="4572"/>
                  </a:lnTo>
                  <a:lnTo>
                    <a:pt x="4770310" y="7620"/>
                  </a:lnTo>
                  <a:lnTo>
                    <a:pt x="4776406" y="9144"/>
                  </a:lnTo>
                  <a:lnTo>
                    <a:pt x="4782502" y="12191"/>
                  </a:lnTo>
                  <a:lnTo>
                    <a:pt x="4787074" y="16764"/>
                  </a:lnTo>
                  <a:lnTo>
                    <a:pt x="4793265" y="19812"/>
                  </a:lnTo>
                  <a:lnTo>
                    <a:pt x="4797837" y="24383"/>
                  </a:lnTo>
                  <a:lnTo>
                    <a:pt x="4802409" y="28956"/>
                  </a:lnTo>
                  <a:lnTo>
                    <a:pt x="4806981" y="33528"/>
                  </a:lnTo>
                  <a:lnTo>
                    <a:pt x="4811553" y="38100"/>
                  </a:lnTo>
                  <a:lnTo>
                    <a:pt x="4814601" y="42672"/>
                  </a:lnTo>
                  <a:lnTo>
                    <a:pt x="4817649" y="48768"/>
                  </a:lnTo>
                  <a:lnTo>
                    <a:pt x="4820697" y="54959"/>
                  </a:lnTo>
                  <a:lnTo>
                    <a:pt x="4823745" y="61055"/>
                  </a:lnTo>
                  <a:lnTo>
                    <a:pt x="4826793" y="67151"/>
                  </a:lnTo>
                  <a:lnTo>
                    <a:pt x="4828317" y="73247"/>
                  </a:lnTo>
                  <a:lnTo>
                    <a:pt x="4829841" y="79343"/>
                  </a:lnTo>
                  <a:lnTo>
                    <a:pt x="4829841" y="85439"/>
                  </a:lnTo>
                  <a:lnTo>
                    <a:pt x="4831365" y="91535"/>
                  </a:lnTo>
                  <a:lnTo>
                    <a:pt x="4831365" y="97631"/>
                  </a:lnTo>
                  <a:lnTo>
                    <a:pt x="4831365" y="1969484"/>
                  </a:lnTo>
                  <a:lnTo>
                    <a:pt x="4831365" y="1975580"/>
                  </a:lnTo>
                  <a:lnTo>
                    <a:pt x="4829841" y="1981676"/>
                  </a:lnTo>
                  <a:lnTo>
                    <a:pt x="4829841" y="1987772"/>
                  </a:lnTo>
                  <a:lnTo>
                    <a:pt x="4828317" y="1995392"/>
                  </a:lnTo>
                  <a:lnTo>
                    <a:pt x="4826793" y="2001488"/>
                  </a:lnTo>
                  <a:lnTo>
                    <a:pt x="4823745" y="2007679"/>
                  </a:lnTo>
                  <a:lnTo>
                    <a:pt x="4820697" y="2012251"/>
                  </a:lnTo>
                  <a:lnTo>
                    <a:pt x="4817649" y="2018347"/>
                  </a:lnTo>
                  <a:lnTo>
                    <a:pt x="4814601" y="2024443"/>
                  </a:lnTo>
                  <a:lnTo>
                    <a:pt x="4811553" y="2029015"/>
                  </a:lnTo>
                  <a:lnTo>
                    <a:pt x="4806981" y="2035111"/>
                  </a:lnTo>
                  <a:lnTo>
                    <a:pt x="4802409" y="2039683"/>
                  </a:lnTo>
                  <a:lnTo>
                    <a:pt x="4797837" y="2044255"/>
                  </a:lnTo>
                  <a:lnTo>
                    <a:pt x="4793265" y="2047303"/>
                  </a:lnTo>
                  <a:lnTo>
                    <a:pt x="4787074" y="2051875"/>
                  </a:lnTo>
                  <a:lnTo>
                    <a:pt x="4782502" y="2054923"/>
                  </a:lnTo>
                  <a:lnTo>
                    <a:pt x="4776406" y="2057971"/>
                  </a:lnTo>
                  <a:lnTo>
                    <a:pt x="4770310" y="2061019"/>
                  </a:lnTo>
                  <a:lnTo>
                    <a:pt x="4764214" y="2062543"/>
                  </a:lnTo>
                  <a:lnTo>
                    <a:pt x="4758118" y="2064067"/>
                  </a:lnTo>
                  <a:lnTo>
                    <a:pt x="4752022" y="2065591"/>
                  </a:lnTo>
                  <a:lnTo>
                    <a:pt x="4745926" y="2067115"/>
                  </a:lnTo>
                  <a:lnTo>
                    <a:pt x="4738306" y="2068639"/>
                  </a:lnTo>
                  <a:lnTo>
                    <a:pt x="4732210" y="2068639"/>
                  </a:lnTo>
                  <a:lnTo>
                    <a:pt x="97536" y="2068639"/>
                  </a:lnTo>
                  <a:lnTo>
                    <a:pt x="91439" y="2068639"/>
                  </a:lnTo>
                  <a:lnTo>
                    <a:pt x="85344" y="2067115"/>
                  </a:lnTo>
                  <a:lnTo>
                    <a:pt x="79248" y="2065591"/>
                  </a:lnTo>
                  <a:lnTo>
                    <a:pt x="73152" y="2064067"/>
                  </a:lnTo>
                  <a:lnTo>
                    <a:pt x="67056" y="2062543"/>
                  </a:lnTo>
                  <a:lnTo>
                    <a:pt x="60960" y="2061019"/>
                  </a:lnTo>
                  <a:lnTo>
                    <a:pt x="54864" y="2057971"/>
                  </a:lnTo>
                  <a:lnTo>
                    <a:pt x="48768" y="2054923"/>
                  </a:lnTo>
                  <a:lnTo>
                    <a:pt x="42672" y="2051875"/>
                  </a:lnTo>
                  <a:lnTo>
                    <a:pt x="38100" y="2047303"/>
                  </a:lnTo>
                  <a:lnTo>
                    <a:pt x="33528" y="2044255"/>
                  </a:lnTo>
                  <a:lnTo>
                    <a:pt x="28956" y="2039683"/>
                  </a:lnTo>
                  <a:lnTo>
                    <a:pt x="24384" y="2035111"/>
                  </a:lnTo>
                  <a:lnTo>
                    <a:pt x="19812" y="2029015"/>
                  </a:lnTo>
                  <a:lnTo>
                    <a:pt x="16764" y="2024443"/>
                  </a:lnTo>
                  <a:lnTo>
                    <a:pt x="12192" y="2018347"/>
                  </a:lnTo>
                  <a:lnTo>
                    <a:pt x="9144" y="2012251"/>
                  </a:lnTo>
                  <a:lnTo>
                    <a:pt x="7620" y="2007679"/>
                  </a:lnTo>
                  <a:lnTo>
                    <a:pt x="4572" y="2001488"/>
                  </a:lnTo>
                  <a:lnTo>
                    <a:pt x="3048" y="1995392"/>
                  </a:lnTo>
                  <a:lnTo>
                    <a:pt x="1524" y="1987772"/>
                  </a:lnTo>
                  <a:lnTo>
                    <a:pt x="0" y="1981676"/>
                  </a:lnTo>
                  <a:lnTo>
                    <a:pt x="0" y="1975580"/>
                  </a:lnTo>
                  <a:lnTo>
                    <a:pt x="0" y="1969484"/>
                  </a:lnTo>
                  <a:close/>
                </a:path>
              </a:pathLst>
            </a:custGeom>
            <a:ln w="9153">
              <a:solidFill>
                <a:srgbClr val="E2E8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5665368" y="1909762"/>
              <a:ext cx="1229360" cy="200025"/>
            </a:xfrm>
            <a:custGeom>
              <a:avLst/>
              <a:gdLst/>
              <a:ahLst/>
              <a:cxnLst/>
              <a:rect l="l" t="t" r="r" b="b"/>
              <a:pathLst>
                <a:path w="1229359" h="200025">
                  <a:moveTo>
                    <a:pt x="195173" y="163169"/>
                  </a:moveTo>
                  <a:lnTo>
                    <a:pt x="122021" y="163169"/>
                  </a:lnTo>
                  <a:lnTo>
                    <a:pt x="122021" y="128117"/>
                  </a:lnTo>
                  <a:lnTo>
                    <a:pt x="181457" y="128117"/>
                  </a:lnTo>
                  <a:lnTo>
                    <a:pt x="181457" y="100685"/>
                  </a:lnTo>
                  <a:lnTo>
                    <a:pt x="122021" y="100685"/>
                  </a:lnTo>
                  <a:lnTo>
                    <a:pt x="122021" y="67056"/>
                  </a:lnTo>
                  <a:lnTo>
                    <a:pt x="189077" y="67056"/>
                  </a:lnTo>
                  <a:lnTo>
                    <a:pt x="189077" y="41148"/>
                  </a:lnTo>
                  <a:lnTo>
                    <a:pt x="122021" y="41148"/>
                  </a:lnTo>
                  <a:lnTo>
                    <a:pt x="122021" y="1524"/>
                  </a:lnTo>
                  <a:lnTo>
                    <a:pt x="91541" y="1524"/>
                  </a:lnTo>
                  <a:lnTo>
                    <a:pt x="91541" y="41148"/>
                  </a:lnTo>
                  <a:lnTo>
                    <a:pt x="54864" y="41148"/>
                  </a:lnTo>
                  <a:lnTo>
                    <a:pt x="58051" y="34531"/>
                  </a:lnTo>
                  <a:lnTo>
                    <a:pt x="60820" y="28194"/>
                  </a:lnTo>
                  <a:lnTo>
                    <a:pt x="63296" y="21869"/>
                  </a:lnTo>
                  <a:lnTo>
                    <a:pt x="65633" y="15240"/>
                  </a:lnTo>
                  <a:lnTo>
                    <a:pt x="35052" y="7620"/>
                  </a:lnTo>
                  <a:lnTo>
                    <a:pt x="27647" y="29362"/>
                  </a:lnTo>
                  <a:lnTo>
                    <a:pt x="19240" y="48958"/>
                  </a:lnTo>
                  <a:lnTo>
                    <a:pt x="9982" y="66560"/>
                  </a:lnTo>
                  <a:lnTo>
                    <a:pt x="0" y="82296"/>
                  </a:lnTo>
                  <a:lnTo>
                    <a:pt x="13716" y="115925"/>
                  </a:lnTo>
                  <a:lnTo>
                    <a:pt x="21666" y="104432"/>
                  </a:lnTo>
                  <a:lnTo>
                    <a:pt x="29337" y="92633"/>
                  </a:lnTo>
                  <a:lnTo>
                    <a:pt x="36436" y="80264"/>
                  </a:lnTo>
                  <a:lnTo>
                    <a:pt x="42672" y="67056"/>
                  </a:lnTo>
                  <a:lnTo>
                    <a:pt x="91541" y="67056"/>
                  </a:lnTo>
                  <a:lnTo>
                    <a:pt x="91541" y="100685"/>
                  </a:lnTo>
                  <a:lnTo>
                    <a:pt x="32004" y="100685"/>
                  </a:lnTo>
                  <a:lnTo>
                    <a:pt x="32004" y="128117"/>
                  </a:lnTo>
                  <a:lnTo>
                    <a:pt x="91541" y="128117"/>
                  </a:lnTo>
                  <a:lnTo>
                    <a:pt x="91541" y="163169"/>
                  </a:lnTo>
                  <a:lnTo>
                    <a:pt x="7620" y="163169"/>
                  </a:lnTo>
                  <a:lnTo>
                    <a:pt x="7620" y="190690"/>
                  </a:lnTo>
                  <a:lnTo>
                    <a:pt x="195173" y="190690"/>
                  </a:lnTo>
                  <a:lnTo>
                    <a:pt x="195173" y="163169"/>
                  </a:lnTo>
                  <a:close/>
                </a:path>
                <a:path w="1229359" h="200025">
                  <a:moveTo>
                    <a:pt x="405663" y="141833"/>
                  </a:moveTo>
                  <a:lnTo>
                    <a:pt x="390994" y="135737"/>
                  </a:lnTo>
                  <a:lnTo>
                    <a:pt x="384886" y="132829"/>
                  </a:lnTo>
                  <a:lnTo>
                    <a:pt x="379755" y="129641"/>
                  </a:lnTo>
                  <a:lnTo>
                    <a:pt x="379755" y="143357"/>
                  </a:lnTo>
                  <a:lnTo>
                    <a:pt x="376707" y="158597"/>
                  </a:lnTo>
                  <a:lnTo>
                    <a:pt x="375183" y="163169"/>
                  </a:lnTo>
                  <a:lnTo>
                    <a:pt x="375183" y="164693"/>
                  </a:lnTo>
                  <a:lnTo>
                    <a:pt x="372135" y="167741"/>
                  </a:lnTo>
                  <a:lnTo>
                    <a:pt x="366039" y="167741"/>
                  </a:lnTo>
                  <a:lnTo>
                    <a:pt x="361467" y="161645"/>
                  </a:lnTo>
                  <a:lnTo>
                    <a:pt x="356895" y="147929"/>
                  </a:lnTo>
                  <a:lnTo>
                    <a:pt x="368020" y="132499"/>
                  </a:lnTo>
                  <a:lnTo>
                    <a:pt x="378421" y="115912"/>
                  </a:lnTo>
                  <a:lnTo>
                    <a:pt x="387972" y="98171"/>
                  </a:lnTo>
                  <a:lnTo>
                    <a:pt x="396519" y="79248"/>
                  </a:lnTo>
                  <a:lnTo>
                    <a:pt x="372135" y="67056"/>
                  </a:lnTo>
                  <a:lnTo>
                    <a:pt x="367068" y="79336"/>
                  </a:lnTo>
                  <a:lnTo>
                    <a:pt x="361276" y="90919"/>
                  </a:lnTo>
                  <a:lnTo>
                    <a:pt x="355206" y="101650"/>
                  </a:lnTo>
                  <a:lnTo>
                    <a:pt x="349275" y="111353"/>
                  </a:lnTo>
                  <a:lnTo>
                    <a:pt x="347281" y="99580"/>
                  </a:lnTo>
                  <a:lnTo>
                    <a:pt x="345846" y="86918"/>
                  </a:lnTo>
                  <a:lnTo>
                    <a:pt x="344995" y="73126"/>
                  </a:lnTo>
                  <a:lnTo>
                    <a:pt x="344703" y="57912"/>
                  </a:lnTo>
                  <a:lnTo>
                    <a:pt x="402615" y="57912"/>
                  </a:lnTo>
                  <a:lnTo>
                    <a:pt x="402615" y="33528"/>
                  </a:lnTo>
                  <a:lnTo>
                    <a:pt x="379755" y="33528"/>
                  </a:lnTo>
                  <a:lnTo>
                    <a:pt x="394995" y="25908"/>
                  </a:lnTo>
                  <a:lnTo>
                    <a:pt x="389331" y="17602"/>
                  </a:lnTo>
                  <a:lnTo>
                    <a:pt x="383946" y="10858"/>
                  </a:lnTo>
                  <a:lnTo>
                    <a:pt x="379145" y="5549"/>
                  </a:lnTo>
                  <a:lnTo>
                    <a:pt x="375183" y="1524"/>
                  </a:lnTo>
                  <a:lnTo>
                    <a:pt x="353847" y="12192"/>
                  </a:lnTo>
                  <a:lnTo>
                    <a:pt x="359257" y="18745"/>
                  </a:lnTo>
                  <a:lnTo>
                    <a:pt x="367779" y="29552"/>
                  </a:lnTo>
                  <a:lnTo>
                    <a:pt x="370611" y="33528"/>
                  </a:lnTo>
                  <a:lnTo>
                    <a:pt x="343179" y="33528"/>
                  </a:lnTo>
                  <a:lnTo>
                    <a:pt x="343179" y="0"/>
                  </a:lnTo>
                  <a:lnTo>
                    <a:pt x="315658" y="0"/>
                  </a:lnTo>
                  <a:lnTo>
                    <a:pt x="315658" y="33528"/>
                  </a:lnTo>
                  <a:lnTo>
                    <a:pt x="221170" y="33528"/>
                  </a:lnTo>
                  <a:lnTo>
                    <a:pt x="221170" y="102209"/>
                  </a:lnTo>
                  <a:lnTo>
                    <a:pt x="220052" y="125920"/>
                  </a:lnTo>
                  <a:lnTo>
                    <a:pt x="216789" y="146786"/>
                  </a:lnTo>
                  <a:lnTo>
                    <a:pt x="211531" y="164782"/>
                  </a:lnTo>
                  <a:lnTo>
                    <a:pt x="204406" y="179933"/>
                  </a:lnTo>
                  <a:lnTo>
                    <a:pt x="210997" y="184581"/>
                  </a:lnTo>
                  <a:lnTo>
                    <a:pt x="217170" y="189357"/>
                  </a:lnTo>
                  <a:lnTo>
                    <a:pt x="223050" y="194386"/>
                  </a:lnTo>
                  <a:lnTo>
                    <a:pt x="228790" y="199834"/>
                  </a:lnTo>
                  <a:lnTo>
                    <a:pt x="237032" y="182016"/>
                  </a:lnTo>
                  <a:lnTo>
                    <a:pt x="243268" y="160515"/>
                  </a:lnTo>
                  <a:lnTo>
                    <a:pt x="247218" y="135026"/>
                  </a:lnTo>
                  <a:lnTo>
                    <a:pt x="248602" y="105257"/>
                  </a:lnTo>
                  <a:lnTo>
                    <a:pt x="277558" y="105257"/>
                  </a:lnTo>
                  <a:lnTo>
                    <a:pt x="277368" y="121259"/>
                  </a:lnTo>
                  <a:lnTo>
                    <a:pt x="276910" y="127546"/>
                  </a:lnTo>
                  <a:lnTo>
                    <a:pt x="274510" y="140309"/>
                  </a:lnTo>
                  <a:lnTo>
                    <a:pt x="271462" y="143357"/>
                  </a:lnTo>
                  <a:lnTo>
                    <a:pt x="254698" y="143357"/>
                  </a:lnTo>
                  <a:lnTo>
                    <a:pt x="248602" y="141833"/>
                  </a:lnTo>
                  <a:lnTo>
                    <a:pt x="253174" y="170789"/>
                  </a:lnTo>
                  <a:lnTo>
                    <a:pt x="265722" y="171386"/>
                  </a:lnTo>
                  <a:lnTo>
                    <a:pt x="275844" y="170980"/>
                  </a:lnTo>
                  <a:lnTo>
                    <a:pt x="283387" y="169722"/>
                  </a:lnTo>
                  <a:lnTo>
                    <a:pt x="303174" y="130479"/>
                  </a:lnTo>
                  <a:lnTo>
                    <a:pt x="303466" y="115925"/>
                  </a:lnTo>
                  <a:lnTo>
                    <a:pt x="304342" y="101879"/>
                  </a:lnTo>
                  <a:lnTo>
                    <a:pt x="304800" y="91681"/>
                  </a:lnTo>
                  <a:lnTo>
                    <a:pt x="304990" y="82296"/>
                  </a:lnTo>
                  <a:lnTo>
                    <a:pt x="248602" y="82296"/>
                  </a:lnTo>
                  <a:lnTo>
                    <a:pt x="248602" y="57912"/>
                  </a:lnTo>
                  <a:lnTo>
                    <a:pt x="317182" y="57912"/>
                  </a:lnTo>
                  <a:lnTo>
                    <a:pt x="318604" y="82854"/>
                  </a:lnTo>
                  <a:lnTo>
                    <a:pt x="320611" y="105054"/>
                  </a:lnTo>
                  <a:lnTo>
                    <a:pt x="323176" y="124663"/>
                  </a:lnTo>
                  <a:lnTo>
                    <a:pt x="326326" y="141833"/>
                  </a:lnTo>
                  <a:lnTo>
                    <a:pt x="317131" y="151828"/>
                  </a:lnTo>
                  <a:lnTo>
                    <a:pt x="307657" y="161264"/>
                  </a:lnTo>
                  <a:lnTo>
                    <a:pt x="297611" y="170116"/>
                  </a:lnTo>
                  <a:lnTo>
                    <a:pt x="286702" y="178409"/>
                  </a:lnTo>
                  <a:lnTo>
                    <a:pt x="292176" y="183299"/>
                  </a:lnTo>
                  <a:lnTo>
                    <a:pt x="308038" y="199834"/>
                  </a:lnTo>
                  <a:lnTo>
                    <a:pt x="315798" y="192938"/>
                  </a:lnTo>
                  <a:lnTo>
                    <a:pt x="323291" y="185889"/>
                  </a:lnTo>
                  <a:lnTo>
                    <a:pt x="338607" y="170789"/>
                  </a:lnTo>
                  <a:lnTo>
                    <a:pt x="346024" y="182841"/>
                  </a:lnTo>
                  <a:lnTo>
                    <a:pt x="354418" y="191452"/>
                  </a:lnTo>
                  <a:lnTo>
                    <a:pt x="363689" y="196596"/>
                  </a:lnTo>
                  <a:lnTo>
                    <a:pt x="373659" y="198310"/>
                  </a:lnTo>
                  <a:lnTo>
                    <a:pt x="379755" y="198310"/>
                  </a:lnTo>
                  <a:lnTo>
                    <a:pt x="403098" y="162191"/>
                  </a:lnTo>
                  <a:lnTo>
                    <a:pt x="405384" y="147853"/>
                  </a:lnTo>
                  <a:lnTo>
                    <a:pt x="405663" y="141833"/>
                  </a:lnTo>
                  <a:close/>
                </a:path>
                <a:path w="1229359" h="200025">
                  <a:moveTo>
                    <a:pt x="605409" y="27432"/>
                  </a:moveTo>
                  <a:lnTo>
                    <a:pt x="593217" y="3048"/>
                  </a:lnTo>
                  <a:lnTo>
                    <a:pt x="551205" y="6172"/>
                  </a:lnTo>
                  <a:lnTo>
                    <a:pt x="509765" y="8572"/>
                  </a:lnTo>
                  <a:lnTo>
                    <a:pt x="468871" y="10121"/>
                  </a:lnTo>
                  <a:lnTo>
                    <a:pt x="428523" y="10668"/>
                  </a:lnTo>
                  <a:lnTo>
                    <a:pt x="428459" y="97637"/>
                  </a:lnTo>
                  <a:lnTo>
                    <a:pt x="427380" y="121831"/>
                  </a:lnTo>
                  <a:lnTo>
                    <a:pt x="423951" y="144119"/>
                  </a:lnTo>
                  <a:lnTo>
                    <a:pt x="418236" y="162979"/>
                  </a:lnTo>
                  <a:lnTo>
                    <a:pt x="410235" y="178409"/>
                  </a:lnTo>
                  <a:lnTo>
                    <a:pt x="416814" y="184150"/>
                  </a:lnTo>
                  <a:lnTo>
                    <a:pt x="422808" y="189738"/>
                  </a:lnTo>
                  <a:lnTo>
                    <a:pt x="428244" y="195008"/>
                  </a:lnTo>
                  <a:lnTo>
                    <a:pt x="433095" y="199834"/>
                  </a:lnTo>
                  <a:lnTo>
                    <a:pt x="442861" y="180619"/>
                  </a:lnTo>
                  <a:lnTo>
                    <a:pt x="453250" y="129667"/>
                  </a:lnTo>
                  <a:lnTo>
                    <a:pt x="454431" y="97637"/>
                  </a:lnTo>
                  <a:lnTo>
                    <a:pt x="454431" y="35052"/>
                  </a:lnTo>
                  <a:lnTo>
                    <a:pt x="469569" y="34823"/>
                  </a:lnTo>
                  <a:lnTo>
                    <a:pt x="501027" y="33769"/>
                  </a:lnTo>
                  <a:lnTo>
                    <a:pt x="517017" y="33528"/>
                  </a:lnTo>
                  <a:lnTo>
                    <a:pt x="517017" y="47244"/>
                  </a:lnTo>
                  <a:lnTo>
                    <a:pt x="462051" y="47244"/>
                  </a:lnTo>
                  <a:lnTo>
                    <a:pt x="462051" y="70104"/>
                  </a:lnTo>
                  <a:lnTo>
                    <a:pt x="517017" y="70104"/>
                  </a:lnTo>
                  <a:lnTo>
                    <a:pt x="517017" y="83820"/>
                  </a:lnTo>
                  <a:lnTo>
                    <a:pt x="468147" y="83820"/>
                  </a:lnTo>
                  <a:lnTo>
                    <a:pt x="468147" y="154025"/>
                  </a:lnTo>
                  <a:lnTo>
                    <a:pt x="494157" y="154025"/>
                  </a:lnTo>
                  <a:lnTo>
                    <a:pt x="494157" y="106781"/>
                  </a:lnTo>
                  <a:lnTo>
                    <a:pt x="568833" y="106781"/>
                  </a:lnTo>
                  <a:lnTo>
                    <a:pt x="568833" y="154025"/>
                  </a:lnTo>
                  <a:lnTo>
                    <a:pt x="594741" y="154025"/>
                  </a:lnTo>
                  <a:lnTo>
                    <a:pt x="594741" y="106781"/>
                  </a:lnTo>
                  <a:lnTo>
                    <a:pt x="594741" y="83820"/>
                  </a:lnTo>
                  <a:lnTo>
                    <a:pt x="544449" y="83820"/>
                  </a:lnTo>
                  <a:lnTo>
                    <a:pt x="544449" y="70104"/>
                  </a:lnTo>
                  <a:lnTo>
                    <a:pt x="602361" y="70104"/>
                  </a:lnTo>
                  <a:lnTo>
                    <a:pt x="602361" y="47244"/>
                  </a:lnTo>
                  <a:lnTo>
                    <a:pt x="544449" y="47244"/>
                  </a:lnTo>
                  <a:lnTo>
                    <a:pt x="544449" y="33528"/>
                  </a:lnTo>
                  <a:lnTo>
                    <a:pt x="544449" y="32004"/>
                  </a:lnTo>
                  <a:lnTo>
                    <a:pt x="605409" y="27432"/>
                  </a:lnTo>
                  <a:close/>
                </a:path>
                <a:path w="1229359" h="200025">
                  <a:moveTo>
                    <a:pt x="609981" y="173837"/>
                  </a:moveTo>
                  <a:lnTo>
                    <a:pt x="591146" y="166116"/>
                  </a:lnTo>
                  <a:lnTo>
                    <a:pt x="542925" y="146405"/>
                  </a:lnTo>
                  <a:lnTo>
                    <a:pt x="544918" y="139255"/>
                  </a:lnTo>
                  <a:lnTo>
                    <a:pt x="546354" y="131546"/>
                  </a:lnTo>
                  <a:lnTo>
                    <a:pt x="547204" y="123253"/>
                  </a:lnTo>
                  <a:lnTo>
                    <a:pt x="547255" y="121831"/>
                  </a:lnTo>
                  <a:lnTo>
                    <a:pt x="547497" y="114401"/>
                  </a:lnTo>
                  <a:lnTo>
                    <a:pt x="520065" y="114401"/>
                  </a:lnTo>
                  <a:lnTo>
                    <a:pt x="518299" y="128358"/>
                  </a:lnTo>
                  <a:lnTo>
                    <a:pt x="515112" y="140309"/>
                  </a:lnTo>
                  <a:lnTo>
                    <a:pt x="482904" y="167360"/>
                  </a:lnTo>
                  <a:lnTo>
                    <a:pt x="449859" y="175361"/>
                  </a:lnTo>
                  <a:lnTo>
                    <a:pt x="453288" y="181152"/>
                  </a:lnTo>
                  <a:lnTo>
                    <a:pt x="456717" y="187071"/>
                  </a:lnTo>
                  <a:lnTo>
                    <a:pt x="460146" y="193243"/>
                  </a:lnTo>
                  <a:lnTo>
                    <a:pt x="463575" y="199834"/>
                  </a:lnTo>
                  <a:lnTo>
                    <a:pt x="486778" y="193509"/>
                  </a:lnTo>
                  <a:lnTo>
                    <a:pt x="505955" y="185889"/>
                  </a:lnTo>
                  <a:lnTo>
                    <a:pt x="521106" y="176834"/>
                  </a:lnTo>
                  <a:lnTo>
                    <a:pt x="532257" y="166217"/>
                  </a:lnTo>
                  <a:lnTo>
                    <a:pt x="593217" y="198310"/>
                  </a:lnTo>
                  <a:lnTo>
                    <a:pt x="609981" y="173837"/>
                  </a:lnTo>
                  <a:close/>
                </a:path>
                <a:path w="1229359" h="200025">
                  <a:moveTo>
                    <a:pt x="730465" y="125069"/>
                  </a:moveTo>
                  <a:lnTo>
                    <a:pt x="703033" y="125069"/>
                  </a:lnTo>
                  <a:lnTo>
                    <a:pt x="703033" y="134213"/>
                  </a:lnTo>
                  <a:lnTo>
                    <a:pt x="730465" y="134213"/>
                  </a:lnTo>
                  <a:lnTo>
                    <a:pt x="730465" y="125069"/>
                  </a:lnTo>
                  <a:close/>
                </a:path>
                <a:path w="1229359" h="200025">
                  <a:moveTo>
                    <a:pt x="796099" y="125069"/>
                  </a:moveTo>
                  <a:lnTo>
                    <a:pt x="770191" y="125069"/>
                  </a:lnTo>
                  <a:lnTo>
                    <a:pt x="770191" y="134213"/>
                  </a:lnTo>
                  <a:lnTo>
                    <a:pt x="796099" y="134213"/>
                  </a:lnTo>
                  <a:lnTo>
                    <a:pt x="796099" y="125069"/>
                  </a:lnTo>
                  <a:close/>
                </a:path>
                <a:path w="1229359" h="200025">
                  <a:moveTo>
                    <a:pt x="796099" y="7620"/>
                  </a:moveTo>
                  <a:lnTo>
                    <a:pt x="637501" y="7620"/>
                  </a:lnTo>
                  <a:lnTo>
                    <a:pt x="637501" y="21590"/>
                  </a:lnTo>
                  <a:lnTo>
                    <a:pt x="637501" y="29210"/>
                  </a:lnTo>
                  <a:lnTo>
                    <a:pt x="637501" y="40640"/>
                  </a:lnTo>
                  <a:lnTo>
                    <a:pt x="637501" y="46990"/>
                  </a:lnTo>
                  <a:lnTo>
                    <a:pt x="637501" y="62230"/>
                  </a:lnTo>
                  <a:lnTo>
                    <a:pt x="796099" y="62230"/>
                  </a:lnTo>
                  <a:lnTo>
                    <a:pt x="796099" y="47244"/>
                  </a:lnTo>
                  <a:lnTo>
                    <a:pt x="796099" y="46990"/>
                  </a:lnTo>
                  <a:lnTo>
                    <a:pt x="796099" y="41148"/>
                  </a:lnTo>
                  <a:lnTo>
                    <a:pt x="768667" y="41148"/>
                  </a:lnTo>
                  <a:lnTo>
                    <a:pt x="768667" y="46990"/>
                  </a:lnTo>
                  <a:lnTo>
                    <a:pt x="664933" y="46990"/>
                  </a:lnTo>
                  <a:lnTo>
                    <a:pt x="664933" y="40640"/>
                  </a:lnTo>
                  <a:lnTo>
                    <a:pt x="796099" y="40640"/>
                  </a:lnTo>
                  <a:lnTo>
                    <a:pt x="796099" y="29210"/>
                  </a:lnTo>
                  <a:lnTo>
                    <a:pt x="664933" y="29210"/>
                  </a:lnTo>
                  <a:lnTo>
                    <a:pt x="664933" y="21590"/>
                  </a:lnTo>
                  <a:lnTo>
                    <a:pt x="768667" y="21590"/>
                  </a:lnTo>
                  <a:lnTo>
                    <a:pt x="768667" y="28956"/>
                  </a:lnTo>
                  <a:lnTo>
                    <a:pt x="796099" y="28956"/>
                  </a:lnTo>
                  <a:lnTo>
                    <a:pt x="796099" y="21590"/>
                  </a:lnTo>
                  <a:lnTo>
                    <a:pt x="796099" y="21336"/>
                  </a:lnTo>
                  <a:lnTo>
                    <a:pt x="796099" y="7620"/>
                  </a:lnTo>
                  <a:close/>
                </a:path>
                <a:path w="1229359" h="200025">
                  <a:moveTo>
                    <a:pt x="815911" y="178409"/>
                  </a:moveTo>
                  <a:lnTo>
                    <a:pt x="730465" y="178409"/>
                  </a:lnTo>
                  <a:lnTo>
                    <a:pt x="730465" y="170789"/>
                  </a:lnTo>
                  <a:lnTo>
                    <a:pt x="803719" y="170789"/>
                  </a:lnTo>
                  <a:lnTo>
                    <a:pt x="803719" y="155549"/>
                  </a:lnTo>
                  <a:lnTo>
                    <a:pt x="730465" y="155549"/>
                  </a:lnTo>
                  <a:lnTo>
                    <a:pt x="730465" y="149860"/>
                  </a:lnTo>
                  <a:lnTo>
                    <a:pt x="796099" y="149860"/>
                  </a:lnTo>
                  <a:lnTo>
                    <a:pt x="796099" y="134620"/>
                  </a:lnTo>
                  <a:lnTo>
                    <a:pt x="661885" y="134620"/>
                  </a:lnTo>
                  <a:lnTo>
                    <a:pt x="661885" y="124460"/>
                  </a:lnTo>
                  <a:lnTo>
                    <a:pt x="796099" y="124460"/>
                  </a:lnTo>
                  <a:lnTo>
                    <a:pt x="796099" y="113030"/>
                  </a:lnTo>
                  <a:lnTo>
                    <a:pt x="661885" y="113030"/>
                  </a:lnTo>
                  <a:lnTo>
                    <a:pt x="661885" y="104140"/>
                  </a:lnTo>
                  <a:lnTo>
                    <a:pt x="703033" y="104140"/>
                  </a:lnTo>
                  <a:lnTo>
                    <a:pt x="703033" y="112877"/>
                  </a:lnTo>
                  <a:lnTo>
                    <a:pt x="730465" y="112877"/>
                  </a:lnTo>
                  <a:lnTo>
                    <a:pt x="730465" y="104140"/>
                  </a:lnTo>
                  <a:lnTo>
                    <a:pt x="770191" y="104140"/>
                  </a:lnTo>
                  <a:lnTo>
                    <a:pt x="770191" y="112877"/>
                  </a:lnTo>
                  <a:lnTo>
                    <a:pt x="796099" y="112877"/>
                  </a:lnTo>
                  <a:lnTo>
                    <a:pt x="796099" y="104140"/>
                  </a:lnTo>
                  <a:lnTo>
                    <a:pt x="796099" y="103733"/>
                  </a:lnTo>
                  <a:lnTo>
                    <a:pt x="796099" y="90170"/>
                  </a:lnTo>
                  <a:lnTo>
                    <a:pt x="635977" y="90170"/>
                  </a:lnTo>
                  <a:lnTo>
                    <a:pt x="635977" y="149860"/>
                  </a:lnTo>
                  <a:lnTo>
                    <a:pt x="703033" y="149860"/>
                  </a:lnTo>
                  <a:lnTo>
                    <a:pt x="703033" y="155549"/>
                  </a:lnTo>
                  <a:lnTo>
                    <a:pt x="629881" y="155549"/>
                  </a:lnTo>
                  <a:lnTo>
                    <a:pt x="629881" y="170789"/>
                  </a:lnTo>
                  <a:lnTo>
                    <a:pt x="703033" y="170789"/>
                  </a:lnTo>
                  <a:lnTo>
                    <a:pt x="703033" y="178409"/>
                  </a:lnTo>
                  <a:lnTo>
                    <a:pt x="617689" y="178409"/>
                  </a:lnTo>
                  <a:lnTo>
                    <a:pt x="617689" y="192214"/>
                  </a:lnTo>
                  <a:lnTo>
                    <a:pt x="815911" y="192214"/>
                  </a:lnTo>
                  <a:lnTo>
                    <a:pt x="815911" y="178409"/>
                  </a:lnTo>
                  <a:close/>
                </a:path>
                <a:path w="1229359" h="200025">
                  <a:moveTo>
                    <a:pt x="815911" y="68580"/>
                  </a:moveTo>
                  <a:lnTo>
                    <a:pt x="617689" y="68580"/>
                  </a:lnTo>
                  <a:lnTo>
                    <a:pt x="617689" y="83820"/>
                  </a:lnTo>
                  <a:lnTo>
                    <a:pt x="815911" y="83820"/>
                  </a:lnTo>
                  <a:lnTo>
                    <a:pt x="815911" y="68580"/>
                  </a:lnTo>
                  <a:close/>
                </a:path>
                <a:path w="1229359" h="200025">
                  <a:moveTo>
                    <a:pt x="1023264" y="74676"/>
                  </a:moveTo>
                  <a:lnTo>
                    <a:pt x="1003579" y="58966"/>
                  </a:lnTo>
                  <a:lnTo>
                    <a:pt x="985735" y="41529"/>
                  </a:lnTo>
                  <a:lnTo>
                    <a:pt x="969911" y="22390"/>
                  </a:lnTo>
                  <a:lnTo>
                    <a:pt x="956208" y="1524"/>
                  </a:lnTo>
                  <a:lnTo>
                    <a:pt x="931824" y="13716"/>
                  </a:lnTo>
                  <a:lnTo>
                    <a:pt x="941832" y="31699"/>
                  </a:lnTo>
                  <a:lnTo>
                    <a:pt x="953541" y="48958"/>
                  </a:lnTo>
                  <a:lnTo>
                    <a:pt x="966978" y="65366"/>
                  </a:lnTo>
                  <a:lnTo>
                    <a:pt x="982116" y="80772"/>
                  </a:lnTo>
                  <a:lnTo>
                    <a:pt x="864679" y="80772"/>
                  </a:lnTo>
                  <a:lnTo>
                    <a:pt x="879868" y="65341"/>
                  </a:lnTo>
                  <a:lnTo>
                    <a:pt x="893495" y="48768"/>
                  </a:lnTo>
                  <a:lnTo>
                    <a:pt x="905687" y="31051"/>
                  </a:lnTo>
                  <a:lnTo>
                    <a:pt x="916584" y="12192"/>
                  </a:lnTo>
                  <a:lnTo>
                    <a:pt x="890676" y="1524"/>
                  </a:lnTo>
                  <a:lnTo>
                    <a:pt x="877773" y="22415"/>
                  </a:lnTo>
                  <a:lnTo>
                    <a:pt x="862025" y="41719"/>
                  </a:lnTo>
                  <a:lnTo>
                    <a:pt x="843445" y="59613"/>
                  </a:lnTo>
                  <a:lnTo>
                    <a:pt x="822007" y="76200"/>
                  </a:lnTo>
                  <a:lnTo>
                    <a:pt x="840295" y="99161"/>
                  </a:lnTo>
                  <a:lnTo>
                    <a:pt x="843343" y="97637"/>
                  </a:lnTo>
                  <a:lnTo>
                    <a:pt x="846391" y="94589"/>
                  </a:lnTo>
                  <a:lnTo>
                    <a:pt x="850963" y="91541"/>
                  </a:lnTo>
                  <a:lnTo>
                    <a:pt x="850963" y="108305"/>
                  </a:lnTo>
                  <a:lnTo>
                    <a:pt x="878395" y="108305"/>
                  </a:lnTo>
                  <a:lnTo>
                    <a:pt x="877874" y="118872"/>
                  </a:lnTo>
                  <a:lnTo>
                    <a:pt x="855535" y="158597"/>
                  </a:lnTo>
                  <a:lnTo>
                    <a:pt x="826579" y="173837"/>
                  </a:lnTo>
                  <a:lnTo>
                    <a:pt x="835342" y="185127"/>
                  </a:lnTo>
                  <a:lnTo>
                    <a:pt x="846391" y="199834"/>
                  </a:lnTo>
                  <a:lnTo>
                    <a:pt x="856373" y="195224"/>
                  </a:lnTo>
                  <a:lnTo>
                    <a:pt x="865632" y="190309"/>
                  </a:lnTo>
                  <a:lnTo>
                    <a:pt x="897610" y="158686"/>
                  </a:lnTo>
                  <a:lnTo>
                    <a:pt x="907783" y="121399"/>
                  </a:lnTo>
                  <a:lnTo>
                    <a:pt x="908964" y="108305"/>
                  </a:lnTo>
                  <a:lnTo>
                    <a:pt x="959256" y="108305"/>
                  </a:lnTo>
                  <a:lnTo>
                    <a:pt x="957122" y="152882"/>
                  </a:lnTo>
                  <a:lnTo>
                    <a:pt x="951636" y="164693"/>
                  </a:lnTo>
                  <a:lnTo>
                    <a:pt x="932014" y="164503"/>
                  </a:lnTo>
                  <a:lnTo>
                    <a:pt x="921562" y="164045"/>
                  </a:lnTo>
                  <a:lnTo>
                    <a:pt x="908964" y="163169"/>
                  </a:lnTo>
                  <a:lnTo>
                    <a:pt x="911250" y="177279"/>
                  </a:lnTo>
                  <a:lnTo>
                    <a:pt x="913536" y="193738"/>
                  </a:lnTo>
                  <a:lnTo>
                    <a:pt x="962304" y="193738"/>
                  </a:lnTo>
                  <a:lnTo>
                    <a:pt x="986955" y="156210"/>
                  </a:lnTo>
                  <a:lnTo>
                    <a:pt x="989736" y="88392"/>
                  </a:lnTo>
                  <a:lnTo>
                    <a:pt x="994308" y="91541"/>
                  </a:lnTo>
                  <a:lnTo>
                    <a:pt x="1000404" y="96113"/>
                  </a:lnTo>
                  <a:lnTo>
                    <a:pt x="1004976" y="100685"/>
                  </a:lnTo>
                  <a:lnTo>
                    <a:pt x="1023264" y="74676"/>
                  </a:lnTo>
                  <a:close/>
                </a:path>
                <a:path w="1229359" h="200025">
                  <a:moveTo>
                    <a:pt x="1108710" y="99161"/>
                  </a:moveTo>
                  <a:lnTo>
                    <a:pt x="1103350" y="95707"/>
                  </a:lnTo>
                  <a:lnTo>
                    <a:pt x="1096708" y="92100"/>
                  </a:lnTo>
                  <a:lnTo>
                    <a:pt x="1089202" y="88188"/>
                  </a:lnTo>
                  <a:lnTo>
                    <a:pt x="1081278" y="83820"/>
                  </a:lnTo>
                  <a:lnTo>
                    <a:pt x="1081278" y="65532"/>
                  </a:lnTo>
                  <a:lnTo>
                    <a:pt x="1101090" y="65532"/>
                  </a:lnTo>
                  <a:lnTo>
                    <a:pt x="1101090" y="39624"/>
                  </a:lnTo>
                  <a:lnTo>
                    <a:pt x="1081278" y="39624"/>
                  </a:lnTo>
                  <a:lnTo>
                    <a:pt x="1081278" y="3048"/>
                  </a:lnTo>
                  <a:lnTo>
                    <a:pt x="1053846" y="3048"/>
                  </a:lnTo>
                  <a:lnTo>
                    <a:pt x="1053846" y="39624"/>
                  </a:lnTo>
                  <a:lnTo>
                    <a:pt x="1030986" y="39624"/>
                  </a:lnTo>
                  <a:lnTo>
                    <a:pt x="1030986" y="65532"/>
                  </a:lnTo>
                  <a:lnTo>
                    <a:pt x="1053846" y="65532"/>
                  </a:lnTo>
                  <a:lnTo>
                    <a:pt x="1049604" y="79298"/>
                  </a:lnTo>
                  <a:lnTo>
                    <a:pt x="1043940" y="93205"/>
                  </a:lnTo>
                  <a:lnTo>
                    <a:pt x="1037132" y="107403"/>
                  </a:lnTo>
                  <a:lnTo>
                    <a:pt x="1029462" y="122021"/>
                  </a:lnTo>
                  <a:lnTo>
                    <a:pt x="1030846" y="130924"/>
                  </a:lnTo>
                  <a:lnTo>
                    <a:pt x="1034173" y="148170"/>
                  </a:lnTo>
                  <a:lnTo>
                    <a:pt x="1035558" y="157073"/>
                  </a:lnTo>
                  <a:lnTo>
                    <a:pt x="1040980" y="148170"/>
                  </a:lnTo>
                  <a:lnTo>
                    <a:pt x="1045845" y="139547"/>
                  </a:lnTo>
                  <a:lnTo>
                    <a:pt x="1050124" y="130924"/>
                  </a:lnTo>
                  <a:lnTo>
                    <a:pt x="1053846" y="122021"/>
                  </a:lnTo>
                  <a:lnTo>
                    <a:pt x="1053846" y="198310"/>
                  </a:lnTo>
                  <a:lnTo>
                    <a:pt x="1081278" y="198310"/>
                  </a:lnTo>
                  <a:lnTo>
                    <a:pt x="1081278" y="122021"/>
                  </a:lnTo>
                  <a:lnTo>
                    <a:pt x="1081278" y="112877"/>
                  </a:lnTo>
                  <a:lnTo>
                    <a:pt x="1085850" y="115925"/>
                  </a:lnTo>
                  <a:lnTo>
                    <a:pt x="1091946" y="118973"/>
                  </a:lnTo>
                  <a:lnTo>
                    <a:pt x="1096518" y="122021"/>
                  </a:lnTo>
                  <a:lnTo>
                    <a:pt x="1101394" y="112877"/>
                  </a:lnTo>
                  <a:lnTo>
                    <a:pt x="1108710" y="99161"/>
                  </a:lnTo>
                  <a:close/>
                </a:path>
                <a:path w="1229359" h="200025">
                  <a:moveTo>
                    <a:pt x="1229194" y="71628"/>
                  </a:moveTo>
                  <a:lnTo>
                    <a:pt x="1139190" y="71628"/>
                  </a:lnTo>
                  <a:lnTo>
                    <a:pt x="1139190" y="41148"/>
                  </a:lnTo>
                  <a:lnTo>
                    <a:pt x="1165250" y="38862"/>
                  </a:lnTo>
                  <a:lnTo>
                    <a:pt x="1188427" y="36576"/>
                  </a:lnTo>
                  <a:lnTo>
                    <a:pt x="1208722" y="34290"/>
                  </a:lnTo>
                  <a:lnTo>
                    <a:pt x="1226146" y="32004"/>
                  </a:lnTo>
                  <a:lnTo>
                    <a:pt x="1217002" y="4572"/>
                  </a:lnTo>
                  <a:lnTo>
                    <a:pt x="1195844" y="7962"/>
                  </a:lnTo>
                  <a:lnTo>
                    <a:pt x="1171244" y="11049"/>
                  </a:lnTo>
                  <a:lnTo>
                    <a:pt x="1143203" y="13576"/>
                  </a:lnTo>
                  <a:lnTo>
                    <a:pt x="1111758" y="15240"/>
                  </a:lnTo>
                  <a:lnTo>
                    <a:pt x="1111758" y="100685"/>
                  </a:lnTo>
                  <a:lnTo>
                    <a:pt x="1110322" y="123520"/>
                  </a:lnTo>
                  <a:lnTo>
                    <a:pt x="1106043" y="143929"/>
                  </a:lnTo>
                  <a:lnTo>
                    <a:pt x="1098892" y="161759"/>
                  </a:lnTo>
                  <a:lnTo>
                    <a:pt x="1088898" y="176885"/>
                  </a:lnTo>
                  <a:lnTo>
                    <a:pt x="1094613" y="181800"/>
                  </a:lnTo>
                  <a:lnTo>
                    <a:pt x="1100328" y="187261"/>
                  </a:lnTo>
                  <a:lnTo>
                    <a:pt x="1106043" y="193268"/>
                  </a:lnTo>
                  <a:lnTo>
                    <a:pt x="1111758" y="199834"/>
                  </a:lnTo>
                  <a:lnTo>
                    <a:pt x="1123759" y="179781"/>
                  </a:lnTo>
                  <a:lnTo>
                    <a:pt x="1132332" y="156324"/>
                  </a:lnTo>
                  <a:lnTo>
                    <a:pt x="1137475" y="129451"/>
                  </a:lnTo>
                  <a:lnTo>
                    <a:pt x="1139190" y="99161"/>
                  </a:lnTo>
                  <a:lnTo>
                    <a:pt x="1168234" y="99161"/>
                  </a:lnTo>
                  <a:lnTo>
                    <a:pt x="1168234" y="196786"/>
                  </a:lnTo>
                  <a:lnTo>
                    <a:pt x="1195666" y="196786"/>
                  </a:lnTo>
                  <a:lnTo>
                    <a:pt x="1195666" y="99161"/>
                  </a:lnTo>
                  <a:lnTo>
                    <a:pt x="1229194" y="99161"/>
                  </a:lnTo>
                  <a:lnTo>
                    <a:pt x="1229194" y="71628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854446" y="2304859"/>
              <a:ext cx="821055" cy="149860"/>
            </a:xfrm>
            <a:custGeom>
              <a:avLst/>
              <a:gdLst/>
              <a:ahLst/>
              <a:cxnLst/>
              <a:rect l="l" t="t" r="r" b="b"/>
              <a:pathLst>
                <a:path w="821054" h="149860">
                  <a:moveTo>
                    <a:pt x="51904" y="82397"/>
                  </a:moveTo>
                  <a:lnTo>
                    <a:pt x="44284" y="67157"/>
                  </a:lnTo>
                  <a:lnTo>
                    <a:pt x="41236" y="65532"/>
                  </a:lnTo>
                  <a:lnTo>
                    <a:pt x="38188" y="62484"/>
                  </a:lnTo>
                  <a:lnTo>
                    <a:pt x="35140" y="62484"/>
                  </a:lnTo>
                  <a:lnTo>
                    <a:pt x="29044" y="59436"/>
                  </a:lnTo>
                  <a:lnTo>
                    <a:pt x="22948" y="59436"/>
                  </a:lnTo>
                  <a:lnTo>
                    <a:pt x="18376" y="60960"/>
                  </a:lnTo>
                  <a:lnTo>
                    <a:pt x="15328" y="62484"/>
                  </a:lnTo>
                  <a:lnTo>
                    <a:pt x="12280" y="62484"/>
                  </a:lnTo>
                  <a:lnTo>
                    <a:pt x="9144" y="65532"/>
                  </a:lnTo>
                  <a:lnTo>
                    <a:pt x="4572" y="70205"/>
                  </a:lnTo>
                  <a:lnTo>
                    <a:pt x="0" y="79349"/>
                  </a:lnTo>
                  <a:lnTo>
                    <a:pt x="0" y="93065"/>
                  </a:lnTo>
                  <a:lnTo>
                    <a:pt x="4572" y="102209"/>
                  </a:lnTo>
                  <a:lnTo>
                    <a:pt x="7620" y="103733"/>
                  </a:lnTo>
                  <a:lnTo>
                    <a:pt x="9144" y="106781"/>
                  </a:lnTo>
                  <a:lnTo>
                    <a:pt x="18376" y="111353"/>
                  </a:lnTo>
                  <a:lnTo>
                    <a:pt x="32092" y="111353"/>
                  </a:lnTo>
                  <a:lnTo>
                    <a:pt x="41236" y="106781"/>
                  </a:lnTo>
                  <a:lnTo>
                    <a:pt x="45808" y="102209"/>
                  </a:lnTo>
                  <a:lnTo>
                    <a:pt x="50380" y="93065"/>
                  </a:lnTo>
                  <a:lnTo>
                    <a:pt x="51904" y="88493"/>
                  </a:lnTo>
                  <a:lnTo>
                    <a:pt x="51904" y="85445"/>
                  </a:lnTo>
                  <a:lnTo>
                    <a:pt x="51904" y="82397"/>
                  </a:lnTo>
                  <a:close/>
                </a:path>
                <a:path w="821054" h="149860">
                  <a:moveTo>
                    <a:pt x="292887" y="24384"/>
                  </a:moveTo>
                  <a:lnTo>
                    <a:pt x="237921" y="24384"/>
                  </a:lnTo>
                  <a:lnTo>
                    <a:pt x="237921" y="0"/>
                  </a:lnTo>
                  <a:lnTo>
                    <a:pt x="218109" y="0"/>
                  </a:lnTo>
                  <a:lnTo>
                    <a:pt x="218109" y="24384"/>
                  </a:lnTo>
                  <a:lnTo>
                    <a:pt x="161721" y="24384"/>
                  </a:lnTo>
                  <a:lnTo>
                    <a:pt x="161721" y="147929"/>
                  </a:lnTo>
                  <a:lnTo>
                    <a:pt x="183057" y="147929"/>
                  </a:lnTo>
                  <a:lnTo>
                    <a:pt x="183057" y="94589"/>
                  </a:lnTo>
                  <a:lnTo>
                    <a:pt x="183057" y="42672"/>
                  </a:lnTo>
                  <a:lnTo>
                    <a:pt x="216585" y="42672"/>
                  </a:lnTo>
                  <a:lnTo>
                    <a:pt x="214350" y="57861"/>
                  </a:lnTo>
                  <a:lnTo>
                    <a:pt x="207822" y="71488"/>
                  </a:lnTo>
                  <a:lnTo>
                    <a:pt x="197307" y="83693"/>
                  </a:lnTo>
                  <a:lnTo>
                    <a:pt x="183057" y="94589"/>
                  </a:lnTo>
                  <a:lnTo>
                    <a:pt x="187629" y="99161"/>
                  </a:lnTo>
                  <a:lnTo>
                    <a:pt x="193725" y="103733"/>
                  </a:lnTo>
                  <a:lnTo>
                    <a:pt x="198297" y="109829"/>
                  </a:lnTo>
                  <a:lnTo>
                    <a:pt x="207759" y="103593"/>
                  </a:lnTo>
                  <a:lnTo>
                    <a:pt x="215633" y="96494"/>
                  </a:lnTo>
                  <a:lnTo>
                    <a:pt x="222097" y="88823"/>
                  </a:lnTo>
                  <a:lnTo>
                    <a:pt x="227253" y="80873"/>
                  </a:lnTo>
                  <a:lnTo>
                    <a:pt x="236067" y="89230"/>
                  </a:lnTo>
                  <a:lnTo>
                    <a:pt x="244017" y="96304"/>
                  </a:lnTo>
                  <a:lnTo>
                    <a:pt x="250837" y="102514"/>
                  </a:lnTo>
                  <a:lnTo>
                    <a:pt x="256209" y="108305"/>
                  </a:lnTo>
                  <a:lnTo>
                    <a:pt x="271449" y="93065"/>
                  </a:lnTo>
                  <a:lnTo>
                    <a:pt x="234873" y="64008"/>
                  </a:lnTo>
                  <a:lnTo>
                    <a:pt x="236397" y="57861"/>
                  </a:lnTo>
                  <a:lnTo>
                    <a:pt x="236397" y="51816"/>
                  </a:lnTo>
                  <a:lnTo>
                    <a:pt x="237921" y="42672"/>
                  </a:lnTo>
                  <a:lnTo>
                    <a:pt x="272973" y="42672"/>
                  </a:lnTo>
                  <a:lnTo>
                    <a:pt x="272973" y="120497"/>
                  </a:lnTo>
                  <a:lnTo>
                    <a:pt x="271449" y="122021"/>
                  </a:lnTo>
                  <a:lnTo>
                    <a:pt x="271449" y="123545"/>
                  </a:lnTo>
                  <a:lnTo>
                    <a:pt x="266877" y="128117"/>
                  </a:lnTo>
                  <a:lnTo>
                    <a:pt x="247065" y="128117"/>
                  </a:lnTo>
                  <a:lnTo>
                    <a:pt x="240969" y="126593"/>
                  </a:lnTo>
                  <a:lnTo>
                    <a:pt x="242493" y="134213"/>
                  </a:lnTo>
                  <a:lnTo>
                    <a:pt x="245541" y="146405"/>
                  </a:lnTo>
                  <a:lnTo>
                    <a:pt x="279069" y="146405"/>
                  </a:lnTo>
                  <a:lnTo>
                    <a:pt x="283641" y="143357"/>
                  </a:lnTo>
                  <a:lnTo>
                    <a:pt x="288315" y="138785"/>
                  </a:lnTo>
                  <a:lnTo>
                    <a:pt x="291363" y="135737"/>
                  </a:lnTo>
                  <a:lnTo>
                    <a:pt x="292887" y="129641"/>
                  </a:lnTo>
                  <a:lnTo>
                    <a:pt x="292887" y="128117"/>
                  </a:lnTo>
                  <a:lnTo>
                    <a:pt x="292887" y="42672"/>
                  </a:lnTo>
                  <a:lnTo>
                    <a:pt x="292887" y="24384"/>
                  </a:lnTo>
                  <a:close/>
                </a:path>
                <a:path w="821054" h="149860">
                  <a:moveTo>
                    <a:pt x="456044" y="13728"/>
                  </a:moveTo>
                  <a:lnTo>
                    <a:pt x="369087" y="13728"/>
                  </a:lnTo>
                  <a:lnTo>
                    <a:pt x="370611" y="10680"/>
                  </a:lnTo>
                  <a:lnTo>
                    <a:pt x="372135" y="6108"/>
                  </a:lnTo>
                  <a:lnTo>
                    <a:pt x="372135" y="3060"/>
                  </a:lnTo>
                  <a:lnTo>
                    <a:pt x="350799" y="12"/>
                  </a:lnTo>
                  <a:lnTo>
                    <a:pt x="346227" y="13728"/>
                  </a:lnTo>
                  <a:lnTo>
                    <a:pt x="308127" y="13728"/>
                  </a:lnTo>
                  <a:lnTo>
                    <a:pt x="308127" y="32016"/>
                  </a:lnTo>
                  <a:lnTo>
                    <a:pt x="338607" y="32016"/>
                  </a:lnTo>
                  <a:lnTo>
                    <a:pt x="332320" y="44297"/>
                  </a:lnTo>
                  <a:lnTo>
                    <a:pt x="324891" y="56019"/>
                  </a:lnTo>
                  <a:lnTo>
                    <a:pt x="316318" y="67195"/>
                  </a:lnTo>
                  <a:lnTo>
                    <a:pt x="306603" y="77825"/>
                  </a:lnTo>
                  <a:lnTo>
                    <a:pt x="311175" y="100685"/>
                  </a:lnTo>
                  <a:lnTo>
                    <a:pt x="317271" y="96113"/>
                  </a:lnTo>
                  <a:lnTo>
                    <a:pt x="326415" y="86969"/>
                  </a:lnTo>
                  <a:lnTo>
                    <a:pt x="326415" y="149453"/>
                  </a:lnTo>
                  <a:lnTo>
                    <a:pt x="346227" y="149453"/>
                  </a:lnTo>
                  <a:lnTo>
                    <a:pt x="346227" y="86969"/>
                  </a:lnTo>
                  <a:lnTo>
                    <a:pt x="346227" y="60972"/>
                  </a:lnTo>
                  <a:lnTo>
                    <a:pt x="350532" y="54089"/>
                  </a:lnTo>
                  <a:lnTo>
                    <a:pt x="354418" y="47066"/>
                  </a:lnTo>
                  <a:lnTo>
                    <a:pt x="358013" y="39751"/>
                  </a:lnTo>
                  <a:lnTo>
                    <a:pt x="361467" y="32016"/>
                  </a:lnTo>
                  <a:lnTo>
                    <a:pt x="456044" y="32016"/>
                  </a:lnTo>
                  <a:lnTo>
                    <a:pt x="456044" y="13728"/>
                  </a:lnTo>
                  <a:close/>
                </a:path>
                <a:path w="821054" h="149860">
                  <a:moveTo>
                    <a:pt x="457568" y="85445"/>
                  </a:moveTo>
                  <a:lnTo>
                    <a:pt x="419379" y="85445"/>
                  </a:lnTo>
                  <a:lnTo>
                    <a:pt x="419379" y="83921"/>
                  </a:lnTo>
                  <a:lnTo>
                    <a:pt x="427202" y="79324"/>
                  </a:lnTo>
                  <a:lnTo>
                    <a:pt x="434708" y="74574"/>
                  </a:lnTo>
                  <a:lnTo>
                    <a:pt x="442188" y="69519"/>
                  </a:lnTo>
                  <a:lnTo>
                    <a:pt x="449948" y="64020"/>
                  </a:lnTo>
                  <a:lnTo>
                    <a:pt x="449948" y="45732"/>
                  </a:lnTo>
                  <a:lnTo>
                    <a:pt x="359943" y="45732"/>
                  </a:lnTo>
                  <a:lnTo>
                    <a:pt x="359943" y="64020"/>
                  </a:lnTo>
                  <a:lnTo>
                    <a:pt x="420903" y="64020"/>
                  </a:lnTo>
                  <a:lnTo>
                    <a:pt x="416039" y="66852"/>
                  </a:lnTo>
                  <a:lnTo>
                    <a:pt x="410616" y="70383"/>
                  </a:lnTo>
                  <a:lnTo>
                    <a:pt x="404609" y="74180"/>
                  </a:lnTo>
                  <a:lnTo>
                    <a:pt x="398043" y="77825"/>
                  </a:lnTo>
                  <a:lnTo>
                    <a:pt x="398043" y="85445"/>
                  </a:lnTo>
                  <a:lnTo>
                    <a:pt x="350799" y="85445"/>
                  </a:lnTo>
                  <a:lnTo>
                    <a:pt x="350799" y="103733"/>
                  </a:lnTo>
                  <a:lnTo>
                    <a:pt x="398043" y="103733"/>
                  </a:lnTo>
                  <a:lnTo>
                    <a:pt x="398043" y="126593"/>
                  </a:lnTo>
                  <a:lnTo>
                    <a:pt x="394995" y="126593"/>
                  </a:lnTo>
                  <a:lnTo>
                    <a:pt x="393471" y="128117"/>
                  </a:lnTo>
                  <a:lnTo>
                    <a:pt x="369087" y="128117"/>
                  </a:lnTo>
                  <a:lnTo>
                    <a:pt x="370611" y="132689"/>
                  </a:lnTo>
                  <a:lnTo>
                    <a:pt x="373659" y="147904"/>
                  </a:lnTo>
                  <a:lnTo>
                    <a:pt x="382231" y="147904"/>
                  </a:lnTo>
                  <a:lnTo>
                    <a:pt x="389661" y="147739"/>
                  </a:lnTo>
                  <a:lnTo>
                    <a:pt x="395947" y="147281"/>
                  </a:lnTo>
                  <a:lnTo>
                    <a:pt x="401091" y="146405"/>
                  </a:lnTo>
                  <a:lnTo>
                    <a:pt x="407187" y="146405"/>
                  </a:lnTo>
                  <a:lnTo>
                    <a:pt x="411759" y="144881"/>
                  </a:lnTo>
                  <a:lnTo>
                    <a:pt x="417855" y="138785"/>
                  </a:lnTo>
                  <a:lnTo>
                    <a:pt x="419379" y="134213"/>
                  </a:lnTo>
                  <a:lnTo>
                    <a:pt x="419379" y="103733"/>
                  </a:lnTo>
                  <a:lnTo>
                    <a:pt x="457568" y="103733"/>
                  </a:lnTo>
                  <a:lnTo>
                    <a:pt x="457568" y="85445"/>
                  </a:lnTo>
                  <a:close/>
                </a:path>
                <a:path w="821054" h="149860">
                  <a:moveTo>
                    <a:pt x="605497" y="15240"/>
                  </a:moveTo>
                  <a:lnTo>
                    <a:pt x="552069" y="15240"/>
                  </a:lnTo>
                  <a:lnTo>
                    <a:pt x="545973" y="0"/>
                  </a:lnTo>
                  <a:lnTo>
                    <a:pt x="521589" y="4572"/>
                  </a:lnTo>
                  <a:lnTo>
                    <a:pt x="523113" y="7620"/>
                  </a:lnTo>
                  <a:lnTo>
                    <a:pt x="524637" y="12192"/>
                  </a:lnTo>
                  <a:lnTo>
                    <a:pt x="526161" y="15240"/>
                  </a:lnTo>
                  <a:lnTo>
                    <a:pt x="468249" y="15240"/>
                  </a:lnTo>
                  <a:lnTo>
                    <a:pt x="468249" y="48768"/>
                  </a:lnTo>
                  <a:lnTo>
                    <a:pt x="489585" y="48768"/>
                  </a:lnTo>
                  <a:lnTo>
                    <a:pt x="489585" y="35052"/>
                  </a:lnTo>
                  <a:lnTo>
                    <a:pt x="584161" y="35052"/>
                  </a:lnTo>
                  <a:lnTo>
                    <a:pt x="584161" y="48768"/>
                  </a:lnTo>
                  <a:lnTo>
                    <a:pt x="605497" y="48768"/>
                  </a:lnTo>
                  <a:lnTo>
                    <a:pt x="605497" y="35052"/>
                  </a:lnTo>
                  <a:lnTo>
                    <a:pt x="605497" y="15240"/>
                  </a:lnTo>
                  <a:close/>
                </a:path>
                <a:path w="821054" h="149860">
                  <a:moveTo>
                    <a:pt x="611593" y="59436"/>
                  </a:moveTo>
                  <a:lnTo>
                    <a:pt x="559689" y="59436"/>
                  </a:lnTo>
                  <a:lnTo>
                    <a:pt x="559689" y="79349"/>
                  </a:lnTo>
                  <a:lnTo>
                    <a:pt x="555967" y="87045"/>
                  </a:lnTo>
                  <a:lnTo>
                    <a:pt x="551688" y="94018"/>
                  </a:lnTo>
                  <a:lnTo>
                    <a:pt x="546823" y="100139"/>
                  </a:lnTo>
                  <a:lnTo>
                    <a:pt x="541401" y="105257"/>
                  </a:lnTo>
                  <a:lnTo>
                    <a:pt x="512445" y="94589"/>
                  </a:lnTo>
                  <a:lnTo>
                    <a:pt x="515493" y="90017"/>
                  </a:lnTo>
                  <a:lnTo>
                    <a:pt x="518541" y="83921"/>
                  </a:lnTo>
                  <a:lnTo>
                    <a:pt x="521589" y="79349"/>
                  </a:lnTo>
                  <a:lnTo>
                    <a:pt x="559689" y="79349"/>
                  </a:lnTo>
                  <a:lnTo>
                    <a:pt x="559689" y="59436"/>
                  </a:lnTo>
                  <a:lnTo>
                    <a:pt x="532257" y="59436"/>
                  </a:lnTo>
                  <a:lnTo>
                    <a:pt x="541401" y="44196"/>
                  </a:lnTo>
                  <a:lnTo>
                    <a:pt x="517017" y="36576"/>
                  </a:lnTo>
                  <a:lnTo>
                    <a:pt x="513969" y="45720"/>
                  </a:lnTo>
                  <a:lnTo>
                    <a:pt x="510921" y="51816"/>
                  </a:lnTo>
                  <a:lnTo>
                    <a:pt x="507873" y="59436"/>
                  </a:lnTo>
                  <a:lnTo>
                    <a:pt x="462153" y="59436"/>
                  </a:lnTo>
                  <a:lnTo>
                    <a:pt x="462153" y="79349"/>
                  </a:lnTo>
                  <a:lnTo>
                    <a:pt x="497205" y="79349"/>
                  </a:lnTo>
                  <a:lnTo>
                    <a:pt x="483489" y="102209"/>
                  </a:lnTo>
                  <a:lnTo>
                    <a:pt x="491744" y="105638"/>
                  </a:lnTo>
                  <a:lnTo>
                    <a:pt x="500443" y="109067"/>
                  </a:lnTo>
                  <a:lnTo>
                    <a:pt x="518541" y="115925"/>
                  </a:lnTo>
                  <a:lnTo>
                    <a:pt x="507149" y="120192"/>
                  </a:lnTo>
                  <a:lnTo>
                    <a:pt x="493776" y="123736"/>
                  </a:lnTo>
                  <a:lnTo>
                    <a:pt x="478675" y="126428"/>
                  </a:lnTo>
                  <a:lnTo>
                    <a:pt x="462153" y="128117"/>
                  </a:lnTo>
                  <a:lnTo>
                    <a:pt x="472821" y="149453"/>
                  </a:lnTo>
                  <a:lnTo>
                    <a:pt x="494512" y="144805"/>
                  </a:lnTo>
                  <a:lnTo>
                    <a:pt x="513778" y="139738"/>
                  </a:lnTo>
                  <a:lnTo>
                    <a:pt x="530466" y="133807"/>
                  </a:lnTo>
                  <a:lnTo>
                    <a:pt x="544449" y="126593"/>
                  </a:lnTo>
                  <a:lnTo>
                    <a:pt x="596353" y="149453"/>
                  </a:lnTo>
                  <a:lnTo>
                    <a:pt x="607021" y="129641"/>
                  </a:lnTo>
                  <a:lnTo>
                    <a:pt x="598982" y="126593"/>
                  </a:lnTo>
                  <a:lnTo>
                    <a:pt x="562825" y="112877"/>
                  </a:lnTo>
                  <a:lnTo>
                    <a:pt x="584161" y="79349"/>
                  </a:lnTo>
                  <a:lnTo>
                    <a:pt x="611593" y="79349"/>
                  </a:lnTo>
                  <a:lnTo>
                    <a:pt x="611593" y="59436"/>
                  </a:lnTo>
                  <a:close/>
                </a:path>
                <a:path w="821054" h="149860">
                  <a:moveTo>
                    <a:pt x="765606" y="53340"/>
                  </a:moveTo>
                  <a:lnTo>
                    <a:pt x="762546" y="51816"/>
                  </a:lnTo>
                  <a:lnTo>
                    <a:pt x="745566" y="43395"/>
                  </a:lnTo>
                  <a:lnTo>
                    <a:pt x="728649" y="32004"/>
                  </a:lnTo>
                  <a:lnTo>
                    <a:pt x="721410" y="25552"/>
                  </a:lnTo>
                  <a:lnTo>
                    <a:pt x="721410" y="51816"/>
                  </a:lnTo>
                  <a:lnTo>
                    <a:pt x="660361" y="51816"/>
                  </a:lnTo>
                  <a:lnTo>
                    <a:pt x="668985" y="44704"/>
                  </a:lnTo>
                  <a:lnTo>
                    <a:pt x="676744" y="37147"/>
                  </a:lnTo>
                  <a:lnTo>
                    <a:pt x="683933" y="29324"/>
                  </a:lnTo>
                  <a:lnTo>
                    <a:pt x="690841" y="21336"/>
                  </a:lnTo>
                  <a:lnTo>
                    <a:pt x="697115" y="29959"/>
                  </a:lnTo>
                  <a:lnTo>
                    <a:pt x="704418" y="37719"/>
                  </a:lnTo>
                  <a:lnTo>
                    <a:pt x="712571" y="44919"/>
                  </a:lnTo>
                  <a:lnTo>
                    <a:pt x="721410" y="51816"/>
                  </a:lnTo>
                  <a:lnTo>
                    <a:pt x="721410" y="25552"/>
                  </a:lnTo>
                  <a:lnTo>
                    <a:pt x="716686" y="21336"/>
                  </a:lnTo>
                  <a:lnTo>
                    <a:pt x="714603" y="19481"/>
                  </a:lnTo>
                  <a:lnTo>
                    <a:pt x="703122" y="6096"/>
                  </a:lnTo>
                  <a:lnTo>
                    <a:pt x="707694" y="0"/>
                  </a:lnTo>
                  <a:lnTo>
                    <a:pt x="681697" y="0"/>
                  </a:lnTo>
                  <a:lnTo>
                    <a:pt x="670814" y="14605"/>
                  </a:lnTo>
                  <a:lnTo>
                    <a:pt x="656361" y="28765"/>
                  </a:lnTo>
                  <a:lnTo>
                    <a:pt x="638187" y="42659"/>
                  </a:lnTo>
                  <a:lnTo>
                    <a:pt x="616165" y="56388"/>
                  </a:lnTo>
                  <a:lnTo>
                    <a:pt x="622261" y="64008"/>
                  </a:lnTo>
                  <a:lnTo>
                    <a:pt x="626833" y="68681"/>
                  </a:lnTo>
                  <a:lnTo>
                    <a:pt x="628357" y="73253"/>
                  </a:lnTo>
                  <a:lnTo>
                    <a:pt x="634047" y="69811"/>
                  </a:lnTo>
                  <a:lnTo>
                    <a:pt x="639597" y="66344"/>
                  </a:lnTo>
                  <a:lnTo>
                    <a:pt x="644855" y="62890"/>
                  </a:lnTo>
                  <a:lnTo>
                    <a:pt x="649693" y="59436"/>
                  </a:lnTo>
                  <a:lnTo>
                    <a:pt x="649693" y="71729"/>
                  </a:lnTo>
                  <a:lnTo>
                    <a:pt x="678649" y="71729"/>
                  </a:lnTo>
                  <a:lnTo>
                    <a:pt x="678649" y="86969"/>
                  </a:lnTo>
                  <a:lnTo>
                    <a:pt x="634453" y="86969"/>
                  </a:lnTo>
                  <a:lnTo>
                    <a:pt x="634453" y="106781"/>
                  </a:lnTo>
                  <a:lnTo>
                    <a:pt x="678649" y="106781"/>
                  </a:lnTo>
                  <a:lnTo>
                    <a:pt x="678649" y="123545"/>
                  </a:lnTo>
                  <a:lnTo>
                    <a:pt x="622261" y="123545"/>
                  </a:lnTo>
                  <a:lnTo>
                    <a:pt x="622261" y="143357"/>
                  </a:lnTo>
                  <a:lnTo>
                    <a:pt x="759510" y="143357"/>
                  </a:lnTo>
                  <a:lnTo>
                    <a:pt x="759510" y="123545"/>
                  </a:lnTo>
                  <a:lnTo>
                    <a:pt x="701598" y="123545"/>
                  </a:lnTo>
                  <a:lnTo>
                    <a:pt x="701598" y="106781"/>
                  </a:lnTo>
                  <a:lnTo>
                    <a:pt x="747318" y="106781"/>
                  </a:lnTo>
                  <a:lnTo>
                    <a:pt x="747318" y="86969"/>
                  </a:lnTo>
                  <a:lnTo>
                    <a:pt x="701598" y="86969"/>
                  </a:lnTo>
                  <a:lnTo>
                    <a:pt x="701598" y="71729"/>
                  </a:lnTo>
                  <a:lnTo>
                    <a:pt x="730554" y="71729"/>
                  </a:lnTo>
                  <a:lnTo>
                    <a:pt x="730554" y="59436"/>
                  </a:lnTo>
                  <a:lnTo>
                    <a:pt x="738174" y="64008"/>
                  </a:lnTo>
                  <a:lnTo>
                    <a:pt x="744270" y="67157"/>
                  </a:lnTo>
                  <a:lnTo>
                    <a:pt x="751890" y="71729"/>
                  </a:lnTo>
                  <a:lnTo>
                    <a:pt x="756462" y="67157"/>
                  </a:lnTo>
                  <a:lnTo>
                    <a:pt x="761034" y="60960"/>
                  </a:lnTo>
                  <a:lnTo>
                    <a:pt x="761949" y="59436"/>
                  </a:lnTo>
                  <a:lnTo>
                    <a:pt x="765606" y="53340"/>
                  </a:lnTo>
                  <a:close/>
                </a:path>
                <a:path w="821054" h="149860">
                  <a:moveTo>
                    <a:pt x="820483" y="114401"/>
                  </a:moveTo>
                  <a:lnTo>
                    <a:pt x="818959" y="111353"/>
                  </a:lnTo>
                  <a:lnTo>
                    <a:pt x="815911" y="109829"/>
                  </a:lnTo>
                  <a:lnTo>
                    <a:pt x="812863" y="106781"/>
                  </a:lnTo>
                  <a:lnTo>
                    <a:pt x="809815" y="105257"/>
                  </a:lnTo>
                  <a:lnTo>
                    <a:pt x="802195" y="105257"/>
                  </a:lnTo>
                  <a:lnTo>
                    <a:pt x="799147" y="106781"/>
                  </a:lnTo>
                  <a:lnTo>
                    <a:pt x="794575" y="111353"/>
                  </a:lnTo>
                  <a:lnTo>
                    <a:pt x="793051" y="114401"/>
                  </a:lnTo>
                  <a:lnTo>
                    <a:pt x="793051" y="122021"/>
                  </a:lnTo>
                  <a:lnTo>
                    <a:pt x="794575" y="125069"/>
                  </a:lnTo>
                  <a:lnTo>
                    <a:pt x="799147" y="129641"/>
                  </a:lnTo>
                  <a:lnTo>
                    <a:pt x="802195" y="131165"/>
                  </a:lnTo>
                  <a:lnTo>
                    <a:pt x="809815" y="131165"/>
                  </a:lnTo>
                  <a:lnTo>
                    <a:pt x="812863" y="129641"/>
                  </a:lnTo>
                  <a:lnTo>
                    <a:pt x="815911" y="126593"/>
                  </a:lnTo>
                  <a:lnTo>
                    <a:pt x="818959" y="125069"/>
                  </a:lnTo>
                  <a:lnTo>
                    <a:pt x="820483" y="122021"/>
                  </a:lnTo>
                  <a:lnTo>
                    <a:pt x="820483" y="114401"/>
                  </a:lnTo>
                  <a:close/>
                </a:path>
                <a:path w="821054" h="149860">
                  <a:moveTo>
                    <a:pt x="820483" y="53340"/>
                  </a:moveTo>
                  <a:lnTo>
                    <a:pt x="818959" y="50292"/>
                  </a:lnTo>
                  <a:lnTo>
                    <a:pt x="815911" y="47244"/>
                  </a:lnTo>
                  <a:lnTo>
                    <a:pt x="809815" y="44196"/>
                  </a:lnTo>
                  <a:lnTo>
                    <a:pt x="802195" y="44196"/>
                  </a:lnTo>
                  <a:lnTo>
                    <a:pt x="796099" y="47244"/>
                  </a:lnTo>
                  <a:lnTo>
                    <a:pt x="793051" y="53340"/>
                  </a:lnTo>
                  <a:lnTo>
                    <a:pt x="793051" y="59436"/>
                  </a:lnTo>
                  <a:lnTo>
                    <a:pt x="796099" y="65532"/>
                  </a:lnTo>
                  <a:lnTo>
                    <a:pt x="799147" y="68681"/>
                  </a:lnTo>
                  <a:lnTo>
                    <a:pt x="812863" y="68681"/>
                  </a:lnTo>
                  <a:lnTo>
                    <a:pt x="815911" y="65532"/>
                  </a:lnTo>
                  <a:lnTo>
                    <a:pt x="818959" y="62484"/>
                  </a:lnTo>
                  <a:lnTo>
                    <a:pt x="820483" y="59436"/>
                  </a:lnTo>
                  <a:lnTo>
                    <a:pt x="820483" y="53340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839712" y="2304859"/>
              <a:ext cx="115824" cy="147923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976967" y="2304859"/>
              <a:ext cx="460534" cy="149447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7484745" y="2278951"/>
              <a:ext cx="652780" cy="215265"/>
            </a:xfrm>
            <a:custGeom>
              <a:avLst/>
              <a:gdLst/>
              <a:ahLst/>
              <a:cxnLst/>
              <a:rect l="l" t="t" r="r" b="b"/>
              <a:pathLst>
                <a:path w="652779" h="215264">
                  <a:moveTo>
                    <a:pt x="622268" y="215074"/>
                  </a:moveTo>
                  <a:lnTo>
                    <a:pt x="30480" y="215074"/>
                  </a:lnTo>
                  <a:lnTo>
                    <a:pt x="16764" y="210502"/>
                  </a:lnTo>
                  <a:lnTo>
                    <a:pt x="4572" y="198310"/>
                  </a:lnTo>
                  <a:lnTo>
                    <a:pt x="0" y="184499"/>
                  </a:lnTo>
                  <a:lnTo>
                    <a:pt x="0" y="179927"/>
                  </a:lnTo>
                  <a:lnTo>
                    <a:pt x="0" y="30479"/>
                  </a:lnTo>
                  <a:lnTo>
                    <a:pt x="4572" y="16763"/>
                  </a:lnTo>
                  <a:lnTo>
                    <a:pt x="16764" y="4571"/>
                  </a:lnTo>
                  <a:lnTo>
                    <a:pt x="30480" y="0"/>
                  </a:lnTo>
                  <a:lnTo>
                    <a:pt x="622268" y="0"/>
                  </a:lnTo>
                  <a:lnTo>
                    <a:pt x="635984" y="4571"/>
                  </a:lnTo>
                  <a:lnTo>
                    <a:pt x="648176" y="16763"/>
                  </a:lnTo>
                  <a:lnTo>
                    <a:pt x="652748" y="30479"/>
                  </a:lnTo>
                  <a:lnTo>
                    <a:pt x="652748" y="184499"/>
                  </a:lnTo>
                  <a:lnTo>
                    <a:pt x="648176" y="198310"/>
                  </a:lnTo>
                  <a:lnTo>
                    <a:pt x="635984" y="210502"/>
                  </a:lnTo>
                  <a:lnTo>
                    <a:pt x="622268" y="215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7542746" y="2336863"/>
              <a:ext cx="135890" cy="96520"/>
            </a:xfrm>
            <a:custGeom>
              <a:avLst/>
              <a:gdLst/>
              <a:ahLst/>
              <a:cxnLst/>
              <a:rect l="l" t="t" r="r" b="b"/>
              <a:pathLst>
                <a:path w="135890" h="96519">
                  <a:moveTo>
                    <a:pt x="59436" y="0"/>
                  </a:moveTo>
                  <a:lnTo>
                    <a:pt x="44196" y="0"/>
                  </a:lnTo>
                  <a:lnTo>
                    <a:pt x="33528" y="32004"/>
                  </a:lnTo>
                  <a:lnTo>
                    <a:pt x="33528" y="35153"/>
                  </a:lnTo>
                  <a:lnTo>
                    <a:pt x="32004" y="36677"/>
                  </a:lnTo>
                  <a:lnTo>
                    <a:pt x="32004" y="39725"/>
                  </a:lnTo>
                  <a:lnTo>
                    <a:pt x="30480" y="42773"/>
                  </a:lnTo>
                  <a:lnTo>
                    <a:pt x="30480" y="44297"/>
                  </a:lnTo>
                  <a:lnTo>
                    <a:pt x="28956" y="42773"/>
                  </a:lnTo>
                  <a:lnTo>
                    <a:pt x="28956" y="39725"/>
                  </a:lnTo>
                  <a:lnTo>
                    <a:pt x="27432" y="36677"/>
                  </a:lnTo>
                  <a:lnTo>
                    <a:pt x="27432" y="35153"/>
                  </a:lnTo>
                  <a:lnTo>
                    <a:pt x="25908" y="32004"/>
                  </a:lnTo>
                  <a:lnTo>
                    <a:pt x="17272" y="6096"/>
                  </a:lnTo>
                  <a:lnTo>
                    <a:pt x="15240" y="0"/>
                  </a:lnTo>
                  <a:lnTo>
                    <a:pt x="0" y="0"/>
                  </a:lnTo>
                  <a:lnTo>
                    <a:pt x="0" y="96113"/>
                  </a:lnTo>
                  <a:lnTo>
                    <a:pt x="12192" y="96113"/>
                  </a:lnTo>
                  <a:lnTo>
                    <a:pt x="12192" y="47345"/>
                  </a:lnTo>
                  <a:lnTo>
                    <a:pt x="10668" y="42773"/>
                  </a:lnTo>
                  <a:lnTo>
                    <a:pt x="10668" y="27432"/>
                  </a:lnTo>
                  <a:lnTo>
                    <a:pt x="9144" y="22860"/>
                  </a:lnTo>
                  <a:lnTo>
                    <a:pt x="9144" y="10541"/>
                  </a:lnTo>
                  <a:lnTo>
                    <a:pt x="24384" y="54965"/>
                  </a:lnTo>
                  <a:lnTo>
                    <a:pt x="36576" y="54965"/>
                  </a:lnTo>
                  <a:lnTo>
                    <a:pt x="39433" y="45821"/>
                  </a:lnTo>
                  <a:lnTo>
                    <a:pt x="51816" y="6096"/>
                  </a:lnTo>
                  <a:lnTo>
                    <a:pt x="51816" y="10541"/>
                  </a:lnTo>
                  <a:lnTo>
                    <a:pt x="50292" y="13716"/>
                  </a:lnTo>
                  <a:lnTo>
                    <a:pt x="50292" y="22860"/>
                  </a:lnTo>
                  <a:lnTo>
                    <a:pt x="48768" y="28956"/>
                  </a:lnTo>
                  <a:lnTo>
                    <a:pt x="48768" y="44297"/>
                  </a:lnTo>
                  <a:lnTo>
                    <a:pt x="47244" y="48869"/>
                  </a:lnTo>
                  <a:lnTo>
                    <a:pt x="47244" y="96113"/>
                  </a:lnTo>
                  <a:lnTo>
                    <a:pt x="59436" y="96113"/>
                  </a:lnTo>
                  <a:lnTo>
                    <a:pt x="59436" y="6096"/>
                  </a:lnTo>
                  <a:lnTo>
                    <a:pt x="59436" y="0"/>
                  </a:lnTo>
                  <a:close/>
                </a:path>
                <a:path w="135890" h="96519">
                  <a:moveTo>
                    <a:pt x="135724" y="18288"/>
                  </a:moveTo>
                  <a:lnTo>
                    <a:pt x="132676" y="13716"/>
                  </a:lnTo>
                  <a:lnTo>
                    <a:pt x="129628" y="10668"/>
                  </a:lnTo>
                  <a:lnTo>
                    <a:pt x="126580" y="6096"/>
                  </a:lnTo>
                  <a:lnTo>
                    <a:pt x="125056" y="5588"/>
                  </a:lnTo>
                  <a:lnTo>
                    <a:pt x="125056" y="24384"/>
                  </a:lnTo>
                  <a:lnTo>
                    <a:pt x="125056" y="73253"/>
                  </a:lnTo>
                  <a:lnTo>
                    <a:pt x="123532" y="77825"/>
                  </a:lnTo>
                  <a:lnTo>
                    <a:pt x="118960" y="80873"/>
                  </a:lnTo>
                  <a:lnTo>
                    <a:pt x="115912" y="83921"/>
                  </a:lnTo>
                  <a:lnTo>
                    <a:pt x="111252" y="85445"/>
                  </a:lnTo>
                  <a:lnTo>
                    <a:pt x="92964" y="85445"/>
                  </a:lnTo>
                  <a:lnTo>
                    <a:pt x="92964" y="10668"/>
                  </a:lnTo>
                  <a:lnTo>
                    <a:pt x="111252" y="10668"/>
                  </a:lnTo>
                  <a:lnTo>
                    <a:pt x="115912" y="12192"/>
                  </a:lnTo>
                  <a:lnTo>
                    <a:pt x="118960" y="16764"/>
                  </a:lnTo>
                  <a:lnTo>
                    <a:pt x="123532" y="19812"/>
                  </a:lnTo>
                  <a:lnTo>
                    <a:pt x="125056" y="24384"/>
                  </a:lnTo>
                  <a:lnTo>
                    <a:pt x="125056" y="5588"/>
                  </a:lnTo>
                  <a:lnTo>
                    <a:pt x="122008" y="4572"/>
                  </a:lnTo>
                  <a:lnTo>
                    <a:pt x="117436" y="1524"/>
                  </a:lnTo>
                  <a:lnTo>
                    <a:pt x="112776" y="0"/>
                  </a:lnTo>
                  <a:lnTo>
                    <a:pt x="80772" y="0"/>
                  </a:lnTo>
                  <a:lnTo>
                    <a:pt x="80772" y="96113"/>
                  </a:lnTo>
                  <a:lnTo>
                    <a:pt x="117436" y="96113"/>
                  </a:lnTo>
                  <a:lnTo>
                    <a:pt x="126580" y="90017"/>
                  </a:lnTo>
                  <a:lnTo>
                    <a:pt x="129628" y="86969"/>
                  </a:lnTo>
                  <a:lnTo>
                    <a:pt x="130644" y="85445"/>
                  </a:lnTo>
                  <a:lnTo>
                    <a:pt x="132676" y="82397"/>
                  </a:lnTo>
                  <a:lnTo>
                    <a:pt x="135724" y="79349"/>
                  </a:lnTo>
                  <a:lnTo>
                    <a:pt x="135724" y="18288"/>
                  </a:lnTo>
                  <a:close/>
                </a:path>
              </a:pathLst>
            </a:custGeom>
            <a:solidFill>
              <a:srgbClr val="BD18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702867" y="2324671"/>
              <a:ext cx="135731" cy="123539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7859928" y="2336863"/>
              <a:ext cx="215265" cy="97790"/>
            </a:xfrm>
            <a:custGeom>
              <a:avLst/>
              <a:gdLst/>
              <a:ahLst/>
              <a:cxnLst/>
              <a:rect l="l" t="t" r="r" b="b"/>
              <a:pathLst>
                <a:path w="215265" h="97789">
                  <a:moveTo>
                    <a:pt x="54965" y="18288"/>
                  </a:moveTo>
                  <a:lnTo>
                    <a:pt x="51917" y="13716"/>
                  </a:lnTo>
                  <a:lnTo>
                    <a:pt x="48869" y="10668"/>
                  </a:lnTo>
                  <a:lnTo>
                    <a:pt x="45821" y="6096"/>
                  </a:lnTo>
                  <a:lnTo>
                    <a:pt x="44297" y="5588"/>
                  </a:lnTo>
                  <a:lnTo>
                    <a:pt x="44297" y="24384"/>
                  </a:lnTo>
                  <a:lnTo>
                    <a:pt x="44297" y="73253"/>
                  </a:lnTo>
                  <a:lnTo>
                    <a:pt x="42773" y="77825"/>
                  </a:lnTo>
                  <a:lnTo>
                    <a:pt x="38201" y="80873"/>
                  </a:lnTo>
                  <a:lnTo>
                    <a:pt x="35153" y="83921"/>
                  </a:lnTo>
                  <a:lnTo>
                    <a:pt x="30480" y="85445"/>
                  </a:lnTo>
                  <a:lnTo>
                    <a:pt x="12192" y="85445"/>
                  </a:lnTo>
                  <a:lnTo>
                    <a:pt x="12192" y="10668"/>
                  </a:lnTo>
                  <a:lnTo>
                    <a:pt x="30480" y="10668"/>
                  </a:lnTo>
                  <a:lnTo>
                    <a:pt x="35153" y="12192"/>
                  </a:lnTo>
                  <a:lnTo>
                    <a:pt x="38201" y="16764"/>
                  </a:lnTo>
                  <a:lnTo>
                    <a:pt x="42773" y="19812"/>
                  </a:lnTo>
                  <a:lnTo>
                    <a:pt x="44297" y="24384"/>
                  </a:lnTo>
                  <a:lnTo>
                    <a:pt x="44297" y="5588"/>
                  </a:lnTo>
                  <a:lnTo>
                    <a:pt x="41249" y="4572"/>
                  </a:lnTo>
                  <a:lnTo>
                    <a:pt x="36677" y="1524"/>
                  </a:lnTo>
                  <a:lnTo>
                    <a:pt x="32004" y="0"/>
                  </a:lnTo>
                  <a:lnTo>
                    <a:pt x="0" y="0"/>
                  </a:lnTo>
                  <a:lnTo>
                    <a:pt x="0" y="96113"/>
                  </a:lnTo>
                  <a:lnTo>
                    <a:pt x="36677" y="96113"/>
                  </a:lnTo>
                  <a:lnTo>
                    <a:pt x="45821" y="90017"/>
                  </a:lnTo>
                  <a:lnTo>
                    <a:pt x="48869" y="86969"/>
                  </a:lnTo>
                  <a:lnTo>
                    <a:pt x="49885" y="85445"/>
                  </a:lnTo>
                  <a:lnTo>
                    <a:pt x="51917" y="82397"/>
                  </a:lnTo>
                  <a:lnTo>
                    <a:pt x="54965" y="79349"/>
                  </a:lnTo>
                  <a:lnTo>
                    <a:pt x="54965" y="18288"/>
                  </a:lnTo>
                  <a:close/>
                </a:path>
                <a:path w="215265" h="97789">
                  <a:moveTo>
                    <a:pt x="135737" y="16764"/>
                  </a:moveTo>
                  <a:lnTo>
                    <a:pt x="132689" y="10668"/>
                  </a:lnTo>
                  <a:lnTo>
                    <a:pt x="128117" y="6096"/>
                  </a:lnTo>
                  <a:lnTo>
                    <a:pt x="122021" y="1524"/>
                  </a:lnTo>
                  <a:lnTo>
                    <a:pt x="115925" y="0"/>
                  </a:lnTo>
                  <a:lnTo>
                    <a:pt x="96113" y="0"/>
                  </a:lnTo>
                  <a:lnTo>
                    <a:pt x="93065" y="3048"/>
                  </a:lnTo>
                  <a:lnTo>
                    <a:pt x="88493" y="4572"/>
                  </a:lnTo>
                  <a:lnTo>
                    <a:pt x="85445" y="7620"/>
                  </a:lnTo>
                  <a:lnTo>
                    <a:pt x="82397" y="12192"/>
                  </a:lnTo>
                  <a:lnTo>
                    <a:pt x="80873" y="15240"/>
                  </a:lnTo>
                  <a:lnTo>
                    <a:pt x="79349" y="19812"/>
                  </a:lnTo>
                  <a:lnTo>
                    <a:pt x="79349" y="32004"/>
                  </a:lnTo>
                  <a:lnTo>
                    <a:pt x="80873" y="36677"/>
                  </a:lnTo>
                  <a:lnTo>
                    <a:pt x="83921" y="41249"/>
                  </a:lnTo>
                  <a:lnTo>
                    <a:pt x="93065" y="50393"/>
                  </a:lnTo>
                  <a:lnTo>
                    <a:pt x="99161" y="51917"/>
                  </a:lnTo>
                  <a:lnTo>
                    <a:pt x="112877" y="56489"/>
                  </a:lnTo>
                  <a:lnTo>
                    <a:pt x="115925" y="56489"/>
                  </a:lnTo>
                  <a:lnTo>
                    <a:pt x="123545" y="64109"/>
                  </a:lnTo>
                  <a:lnTo>
                    <a:pt x="125069" y="68681"/>
                  </a:lnTo>
                  <a:lnTo>
                    <a:pt x="125069" y="76301"/>
                  </a:lnTo>
                  <a:lnTo>
                    <a:pt x="123545" y="80873"/>
                  </a:lnTo>
                  <a:lnTo>
                    <a:pt x="120497" y="83921"/>
                  </a:lnTo>
                  <a:lnTo>
                    <a:pt x="117449" y="85445"/>
                  </a:lnTo>
                  <a:lnTo>
                    <a:pt x="112877" y="86969"/>
                  </a:lnTo>
                  <a:lnTo>
                    <a:pt x="100685" y="86969"/>
                  </a:lnTo>
                  <a:lnTo>
                    <a:pt x="96113" y="85445"/>
                  </a:lnTo>
                  <a:lnTo>
                    <a:pt x="93065" y="82397"/>
                  </a:lnTo>
                  <a:lnTo>
                    <a:pt x="90017" y="80873"/>
                  </a:lnTo>
                  <a:lnTo>
                    <a:pt x="88493" y="76301"/>
                  </a:lnTo>
                  <a:lnTo>
                    <a:pt x="88493" y="71729"/>
                  </a:lnTo>
                  <a:lnTo>
                    <a:pt x="76301" y="71729"/>
                  </a:lnTo>
                  <a:lnTo>
                    <a:pt x="76301" y="77825"/>
                  </a:lnTo>
                  <a:lnTo>
                    <a:pt x="77825" y="82397"/>
                  </a:lnTo>
                  <a:lnTo>
                    <a:pt x="80873" y="85445"/>
                  </a:lnTo>
                  <a:lnTo>
                    <a:pt x="82397" y="90017"/>
                  </a:lnTo>
                  <a:lnTo>
                    <a:pt x="86969" y="93065"/>
                  </a:lnTo>
                  <a:lnTo>
                    <a:pt x="91541" y="94589"/>
                  </a:lnTo>
                  <a:lnTo>
                    <a:pt x="94589" y="97637"/>
                  </a:lnTo>
                  <a:lnTo>
                    <a:pt x="106781" y="97637"/>
                  </a:lnTo>
                  <a:lnTo>
                    <a:pt x="112877" y="97637"/>
                  </a:lnTo>
                  <a:lnTo>
                    <a:pt x="126593" y="93065"/>
                  </a:lnTo>
                  <a:lnTo>
                    <a:pt x="129641" y="90017"/>
                  </a:lnTo>
                  <a:lnTo>
                    <a:pt x="135737" y="80873"/>
                  </a:lnTo>
                  <a:lnTo>
                    <a:pt x="135737" y="65633"/>
                  </a:lnTo>
                  <a:lnTo>
                    <a:pt x="134213" y="59537"/>
                  </a:lnTo>
                  <a:lnTo>
                    <a:pt x="128117" y="50393"/>
                  </a:lnTo>
                  <a:lnTo>
                    <a:pt x="122021" y="45821"/>
                  </a:lnTo>
                  <a:lnTo>
                    <a:pt x="115925" y="44297"/>
                  </a:lnTo>
                  <a:lnTo>
                    <a:pt x="103733" y="39725"/>
                  </a:lnTo>
                  <a:lnTo>
                    <a:pt x="99161" y="39725"/>
                  </a:lnTo>
                  <a:lnTo>
                    <a:pt x="96113" y="36677"/>
                  </a:lnTo>
                  <a:lnTo>
                    <a:pt x="94589" y="33528"/>
                  </a:lnTo>
                  <a:lnTo>
                    <a:pt x="91541" y="30480"/>
                  </a:lnTo>
                  <a:lnTo>
                    <a:pt x="91541" y="19812"/>
                  </a:lnTo>
                  <a:lnTo>
                    <a:pt x="94589" y="13716"/>
                  </a:lnTo>
                  <a:lnTo>
                    <a:pt x="97637" y="10668"/>
                  </a:lnTo>
                  <a:lnTo>
                    <a:pt x="115925" y="10668"/>
                  </a:lnTo>
                  <a:lnTo>
                    <a:pt x="122021" y="16764"/>
                  </a:lnTo>
                  <a:lnTo>
                    <a:pt x="123545" y="19812"/>
                  </a:lnTo>
                  <a:lnTo>
                    <a:pt x="123545" y="24384"/>
                  </a:lnTo>
                  <a:lnTo>
                    <a:pt x="135737" y="24384"/>
                  </a:lnTo>
                  <a:lnTo>
                    <a:pt x="135737" y="16764"/>
                  </a:lnTo>
                  <a:close/>
                </a:path>
                <a:path w="215265" h="97789">
                  <a:moveTo>
                    <a:pt x="215074" y="61061"/>
                  </a:moveTo>
                  <a:lnTo>
                    <a:pt x="211937" y="56489"/>
                  </a:lnTo>
                  <a:lnTo>
                    <a:pt x="210413" y="53441"/>
                  </a:lnTo>
                  <a:lnTo>
                    <a:pt x="208889" y="51917"/>
                  </a:lnTo>
                  <a:lnTo>
                    <a:pt x="204317" y="47345"/>
                  </a:lnTo>
                  <a:lnTo>
                    <a:pt x="204317" y="64109"/>
                  </a:lnTo>
                  <a:lnTo>
                    <a:pt x="204317" y="74777"/>
                  </a:lnTo>
                  <a:lnTo>
                    <a:pt x="202793" y="79349"/>
                  </a:lnTo>
                  <a:lnTo>
                    <a:pt x="198221" y="80873"/>
                  </a:lnTo>
                  <a:lnTo>
                    <a:pt x="195173" y="83921"/>
                  </a:lnTo>
                  <a:lnTo>
                    <a:pt x="190601" y="85445"/>
                  </a:lnTo>
                  <a:lnTo>
                    <a:pt x="169265" y="85445"/>
                  </a:lnTo>
                  <a:lnTo>
                    <a:pt x="169265" y="51917"/>
                  </a:lnTo>
                  <a:lnTo>
                    <a:pt x="190601" y="51917"/>
                  </a:lnTo>
                  <a:lnTo>
                    <a:pt x="195173" y="53441"/>
                  </a:lnTo>
                  <a:lnTo>
                    <a:pt x="198221" y="56489"/>
                  </a:lnTo>
                  <a:lnTo>
                    <a:pt x="202793" y="59537"/>
                  </a:lnTo>
                  <a:lnTo>
                    <a:pt x="204317" y="64109"/>
                  </a:lnTo>
                  <a:lnTo>
                    <a:pt x="204317" y="47345"/>
                  </a:lnTo>
                  <a:lnTo>
                    <a:pt x="199745" y="45821"/>
                  </a:lnTo>
                  <a:lnTo>
                    <a:pt x="202793" y="44297"/>
                  </a:lnTo>
                  <a:lnTo>
                    <a:pt x="205841" y="42773"/>
                  </a:lnTo>
                  <a:lnTo>
                    <a:pt x="207365" y="41249"/>
                  </a:lnTo>
                  <a:lnTo>
                    <a:pt x="208889" y="39725"/>
                  </a:lnTo>
                  <a:lnTo>
                    <a:pt x="210413" y="36677"/>
                  </a:lnTo>
                  <a:lnTo>
                    <a:pt x="211937" y="33528"/>
                  </a:lnTo>
                  <a:lnTo>
                    <a:pt x="213550" y="30480"/>
                  </a:lnTo>
                  <a:lnTo>
                    <a:pt x="213550" y="18288"/>
                  </a:lnTo>
                  <a:lnTo>
                    <a:pt x="210413" y="12192"/>
                  </a:lnTo>
                  <a:lnTo>
                    <a:pt x="208889" y="10668"/>
                  </a:lnTo>
                  <a:lnTo>
                    <a:pt x="201269" y="3048"/>
                  </a:lnTo>
                  <a:lnTo>
                    <a:pt x="201269" y="21336"/>
                  </a:lnTo>
                  <a:lnTo>
                    <a:pt x="201269" y="30480"/>
                  </a:lnTo>
                  <a:lnTo>
                    <a:pt x="199745" y="35153"/>
                  </a:lnTo>
                  <a:lnTo>
                    <a:pt x="196697" y="38201"/>
                  </a:lnTo>
                  <a:lnTo>
                    <a:pt x="190601" y="41249"/>
                  </a:lnTo>
                  <a:lnTo>
                    <a:pt x="169265" y="41249"/>
                  </a:lnTo>
                  <a:lnTo>
                    <a:pt x="169265" y="10668"/>
                  </a:lnTo>
                  <a:lnTo>
                    <a:pt x="190601" y="10668"/>
                  </a:lnTo>
                  <a:lnTo>
                    <a:pt x="193649" y="12192"/>
                  </a:lnTo>
                  <a:lnTo>
                    <a:pt x="199745" y="18288"/>
                  </a:lnTo>
                  <a:lnTo>
                    <a:pt x="201269" y="21336"/>
                  </a:lnTo>
                  <a:lnTo>
                    <a:pt x="201269" y="3048"/>
                  </a:lnTo>
                  <a:lnTo>
                    <a:pt x="193649" y="0"/>
                  </a:lnTo>
                  <a:lnTo>
                    <a:pt x="158597" y="0"/>
                  </a:lnTo>
                  <a:lnTo>
                    <a:pt x="158597" y="96113"/>
                  </a:lnTo>
                  <a:lnTo>
                    <a:pt x="198221" y="96113"/>
                  </a:lnTo>
                  <a:lnTo>
                    <a:pt x="202793" y="93065"/>
                  </a:lnTo>
                  <a:lnTo>
                    <a:pt x="205841" y="91541"/>
                  </a:lnTo>
                  <a:lnTo>
                    <a:pt x="210413" y="88493"/>
                  </a:lnTo>
                  <a:lnTo>
                    <a:pt x="211429" y="85445"/>
                  </a:lnTo>
                  <a:lnTo>
                    <a:pt x="211937" y="83921"/>
                  </a:lnTo>
                  <a:lnTo>
                    <a:pt x="215074" y="79349"/>
                  </a:lnTo>
                  <a:lnTo>
                    <a:pt x="215074" y="61061"/>
                  </a:lnTo>
                  <a:close/>
                </a:path>
              </a:pathLst>
            </a:custGeom>
            <a:solidFill>
              <a:srgbClr val="BD18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8195399" y="2303335"/>
              <a:ext cx="958215" cy="153035"/>
            </a:xfrm>
            <a:custGeom>
              <a:avLst/>
              <a:gdLst/>
              <a:ahLst/>
              <a:cxnLst/>
              <a:rect l="l" t="t" r="r" b="b"/>
              <a:pathLst>
                <a:path w="958215" h="153035">
                  <a:moveTo>
                    <a:pt x="123532" y="28956"/>
                  </a:moveTo>
                  <a:lnTo>
                    <a:pt x="67144" y="28956"/>
                  </a:lnTo>
                  <a:lnTo>
                    <a:pt x="67144" y="3048"/>
                  </a:lnTo>
                  <a:lnTo>
                    <a:pt x="54952" y="3048"/>
                  </a:lnTo>
                  <a:lnTo>
                    <a:pt x="54952" y="28956"/>
                  </a:lnTo>
                  <a:lnTo>
                    <a:pt x="0" y="28956"/>
                  </a:lnTo>
                  <a:lnTo>
                    <a:pt x="0" y="149453"/>
                  </a:lnTo>
                  <a:lnTo>
                    <a:pt x="12192" y="149453"/>
                  </a:lnTo>
                  <a:lnTo>
                    <a:pt x="12192" y="103733"/>
                  </a:lnTo>
                  <a:lnTo>
                    <a:pt x="12192" y="41148"/>
                  </a:lnTo>
                  <a:lnTo>
                    <a:pt x="54952" y="41148"/>
                  </a:lnTo>
                  <a:lnTo>
                    <a:pt x="53746" y="51752"/>
                  </a:lnTo>
                  <a:lnTo>
                    <a:pt x="33045" y="89827"/>
                  </a:lnTo>
                  <a:lnTo>
                    <a:pt x="12192" y="103733"/>
                  </a:lnTo>
                  <a:lnTo>
                    <a:pt x="13716" y="105257"/>
                  </a:lnTo>
                  <a:lnTo>
                    <a:pt x="16852" y="108305"/>
                  </a:lnTo>
                  <a:lnTo>
                    <a:pt x="21424" y="114401"/>
                  </a:lnTo>
                  <a:lnTo>
                    <a:pt x="34912" y="105879"/>
                  </a:lnTo>
                  <a:lnTo>
                    <a:pt x="45808" y="96494"/>
                  </a:lnTo>
                  <a:lnTo>
                    <a:pt x="54432" y="86537"/>
                  </a:lnTo>
                  <a:lnTo>
                    <a:pt x="61048" y="76301"/>
                  </a:lnTo>
                  <a:lnTo>
                    <a:pt x="71056" y="85445"/>
                  </a:lnTo>
                  <a:lnTo>
                    <a:pt x="80479" y="94589"/>
                  </a:lnTo>
                  <a:lnTo>
                    <a:pt x="89344" y="103733"/>
                  </a:lnTo>
                  <a:lnTo>
                    <a:pt x="97624" y="112877"/>
                  </a:lnTo>
                  <a:lnTo>
                    <a:pt x="106768" y="102209"/>
                  </a:lnTo>
                  <a:lnTo>
                    <a:pt x="98183" y="93916"/>
                  </a:lnTo>
                  <a:lnTo>
                    <a:pt x="88290" y="85051"/>
                  </a:lnTo>
                  <a:lnTo>
                    <a:pt x="77825" y="76301"/>
                  </a:lnTo>
                  <a:lnTo>
                    <a:pt x="76987" y="75590"/>
                  </a:lnTo>
                  <a:lnTo>
                    <a:pt x="64096" y="65532"/>
                  </a:lnTo>
                  <a:lnTo>
                    <a:pt x="67144" y="50292"/>
                  </a:lnTo>
                  <a:lnTo>
                    <a:pt x="67144" y="41148"/>
                  </a:lnTo>
                  <a:lnTo>
                    <a:pt x="111340" y="41148"/>
                  </a:lnTo>
                  <a:lnTo>
                    <a:pt x="111340" y="132689"/>
                  </a:lnTo>
                  <a:lnTo>
                    <a:pt x="106768" y="135737"/>
                  </a:lnTo>
                  <a:lnTo>
                    <a:pt x="86956" y="135737"/>
                  </a:lnTo>
                  <a:lnTo>
                    <a:pt x="77812" y="134213"/>
                  </a:lnTo>
                  <a:lnTo>
                    <a:pt x="77812" y="140309"/>
                  </a:lnTo>
                  <a:lnTo>
                    <a:pt x="79248" y="143167"/>
                  </a:lnTo>
                  <a:lnTo>
                    <a:pt x="79336" y="147929"/>
                  </a:lnTo>
                  <a:lnTo>
                    <a:pt x="103720" y="147929"/>
                  </a:lnTo>
                  <a:lnTo>
                    <a:pt x="111963" y="146761"/>
                  </a:lnTo>
                  <a:lnTo>
                    <a:pt x="118198" y="143167"/>
                  </a:lnTo>
                  <a:lnTo>
                    <a:pt x="122161" y="136994"/>
                  </a:lnTo>
                  <a:lnTo>
                    <a:pt x="122351" y="135737"/>
                  </a:lnTo>
                  <a:lnTo>
                    <a:pt x="123532" y="128117"/>
                  </a:lnTo>
                  <a:lnTo>
                    <a:pt x="123532" y="41148"/>
                  </a:lnTo>
                  <a:lnTo>
                    <a:pt x="123532" y="28956"/>
                  </a:lnTo>
                  <a:close/>
                </a:path>
                <a:path w="958215" h="153035">
                  <a:moveTo>
                    <a:pt x="289750" y="18288"/>
                  </a:moveTo>
                  <a:lnTo>
                    <a:pt x="198310" y="18288"/>
                  </a:lnTo>
                  <a:lnTo>
                    <a:pt x="202882" y="4572"/>
                  </a:lnTo>
                  <a:lnTo>
                    <a:pt x="190690" y="1524"/>
                  </a:lnTo>
                  <a:lnTo>
                    <a:pt x="189166" y="6096"/>
                  </a:lnTo>
                  <a:lnTo>
                    <a:pt x="187642" y="12192"/>
                  </a:lnTo>
                  <a:lnTo>
                    <a:pt x="184594" y="18288"/>
                  </a:lnTo>
                  <a:lnTo>
                    <a:pt x="143357" y="18288"/>
                  </a:lnTo>
                  <a:lnTo>
                    <a:pt x="143357" y="28956"/>
                  </a:lnTo>
                  <a:lnTo>
                    <a:pt x="180022" y="28956"/>
                  </a:lnTo>
                  <a:lnTo>
                    <a:pt x="172326" y="46672"/>
                  </a:lnTo>
                  <a:lnTo>
                    <a:pt x="163055" y="63106"/>
                  </a:lnTo>
                  <a:lnTo>
                    <a:pt x="152336" y="78117"/>
                  </a:lnTo>
                  <a:lnTo>
                    <a:pt x="140309" y="91541"/>
                  </a:lnTo>
                  <a:lnTo>
                    <a:pt x="143357" y="96113"/>
                  </a:lnTo>
                  <a:lnTo>
                    <a:pt x="144881" y="99161"/>
                  </a:lnTo>
                  <a:lnTo>
                    <a:pt x="147929" y="102209"/>
                  </a:lnTo>
                  <a:lnTo>
                    <a:pt x="152311" y="97612"/>
                  </a:lnTo>
                  <a:lnTo>
                    <a:pt x="156387" y="92875"/>
                  </a:lnTo>
                  <a:lnTo>
                    <a:pt x="160451" y="87845"/>
                  </a:lnTo>
                  <a:lnTo>
                    <a:pt x="164782" y="82397"/>
                  </a:lnTo>
                  <a:lnTo>
                    <a:pt x="164782" y="149453"/>
                  </a:lnTo>
                  <a:lnTo>
                    <a:pt x="176974" y="149453"/>
                  </a:lnTo>
                  <a:lnTo>
                    <a:pt x="176974" y="82397"/>
                  </a:lnTo>
                  <a:lnTo>
                    <a:pt x="177050" y="63881"/>
                  </a:lnTo>
                  <a:lnTo>
                    <a:pt x="181521" y="55968"/>
                  </a:lnTo>
                  <a:lnTo>
                    <a:pt x="185928" y="47625"/>
                  </a:lnTo>
                  <a:lnTo>
                    <a:pt x="190042" y="38722"/>
                  </a:lnTo>
                  <a:lnTo>
                    <a:pt x="193738" y="28956"/>
                  </a:lnTo>
                  <a:lnTo>
                    <a:pt x="289750" y="28956"/>
                  </a:lnTo>
                  <a:lnTo>
                    <a:pt x="289750" y="18288"/>
                  </a:lnTo>
                  <a:close/>
                </a:path>
                <a:path w="958215" h="153035">
                  <a:moveTo>
                    <a:pt x="291376" y="86969"/>
                  </a:moveTo>
                  <a:lnTo>
                    <a:pt x="247078" y="86969"/>
                  </a:lnTo>
                  <a:lnTo>
                    <a:pt x="247078" y="82397"/>
                  </a:lnTo>
                  <a:lnTo>
                    <a:pt x="255955" y="76428"/>
                  </a:lnTo>
                  <a:lnTo>
                    <a:pt x="264414" y="70154"/>
                  </a:lnTo>
                  <a:lnTo>
                    <a:pt x="272580" y="63881"/>
                  </a:lnTo>
                  <a:lnTo>
                    <a:pt x="280606" y="57912"/>
                  </a:lnTo>
                  <a:lnTo>
                    <a:pt x="280606" y="45720"/>
                  </a:lnTo>
                  <a:lnTo>
                    <a:pt x="193738" y="45720"/>
                  </a:lnTo>
                  <a:lnTo>
                    <a:pt x="193738" y="56388"/>
                  </a:lnTo>
                  <a:lnTo>
                    <a:pt x="262318" y="56388"/>
                  </a:lnTo>
                  <a:lnTo>
                    <a:pt x="256324" y="61861"/>
                  </a:lnTo>
                  <a:lnTo>
                    <a:pt x="249745" y="66916"/>
                  </a:lnTo>
                  <a:lnTo>
                    <a:pt x="242608" y="71691"/>
                  </a:lnTo>
                  <a:lnTo>
                    <a:pt x="234886" y="76301"/>
                  </a:lnTo>
                  <a:lnTo>
                    <a:pt x="234886" y="86969"/>
                  </a:lnTo>
                  <a:lnTo>
                    <a:pt x="183070" y="86969"/>
                  </a:lnTo>
                  <a:lnTo>
                    <a:pt x="183070" y="97612"/>
                  </a:lnTo>
                  <a:lnTo>
                    <a:pt x="234886" y="97612"/>
                  </a:lnTo>
                  <a:lnTo>
                    <a:pt x="234886" y="135737"/>
                  </a:lnTo>
                  <a:lnTo>
                    <a:pt x="231838" y="137261"/>
                  </a:lnTo>
                  <a:lnTo>
                    <a:pt x="215074" y="137261"/>
                  </a:lnTo>
                  <a:lnTo>
                    <a:pt x="205930" y="135737"/>
                  </a:lnTo>
                  <a:lnTo>
                    <a:pt x="205930" y="140309"/>
                  </a:lnTo>
                  <a:lnTo>
                    <a:pt x="207454" y="144881"/>
                  </a:lnTo>
                  <a:lnTo>
                    <a:pt x="207454" y="147929"/>
                  </a:lnTo>
                  <a:lnTo>
                    <a:pt x="216598" y="149453"/>
                  </a:lnTo>
                  <a:lnTo>
                    <a:pt x="228790" y="149453"/>
                  </a:lnTo>
                  <a:lnTo>
                    <a:pt x="236791" y="148310"/>
                  </a:lnTo>
                  <a:lnTo>
                    <a:pt x="242506" y="144881"/>
                  </a:lnTo>
                  <a:lnTo>
                    <a:pt x="245935" y="139166"/>
                  </a:lnTo>
                  <a:lnTo>
                    <a:pt x="246202" y="137261"/>
                  </a:lnTo>
                  <a:lnTo>
                    <a:pt x="247078" y="131165"/>
                  </a:lnTo>
                  <a:lnTo>
                    <a:pt x="247078" y="97612"/>
                  </a:lnTo>
                  <a:lnTo>
                    <a:pt x="291376" y="97612"/>
                  </a:lnTo>
                  <a:lnTo>
                    <a:pt x="291376" y="86969"/>
                  </a:lnTo>
                  <a:close/>
                </a:path>
                <a:path w="958215" h="153035">
                  <a:moveTo>
                    <a:pt x="445389" y="99161"/>
                  </a:moveTo>
                  <a:lnTo>
                    <a:pt x="410235" y="99161"/>
                  </a:lnTo>
                  <a:lnTo>
                    <a:pt x="410235" y="79349"/>
                  </a:lnTo>
                  <a:lnTo>
                    <a:pt x="436245" y="79349"/>
                  </a:lnTo>
                  <a:lnTo>
                    <a:pt x="436245" y="68681"/>
                  </a:lnTo>
                  <a:lnTo>
                    <a:pt x="404139" y="68681"/>
                  </a:lnTo>
                  <a:lnTo>
                    <a:pt x="408711" y="62484"/>
                  </a:lnTo>
                  <a:lnTo>
                    <a:pt x="411759" y="56388"/>
                  </a:lnTo>
                  <a:lnTo>
                    <a:pt x="416331" y="51816"/>
                  </a:lnTo>
                  <a:lnTo>
                    <a:pt x="405663" y="45720"/>
                  </a:lnTo>
                  <a:lnTo>
                    <a:pt x="425475" y="45720"/>
                  </a:lnTo>
                  <a:lnTo>
                    <a:pt x="425475" y="50292"/>
                  </a:lnTo>
                  <a:lnTo>
                    <a:pt x="437769" y="50292"/>
                  </a:lnTo>
                  <a:lnTo>
                    <a:pt x="437769" y="45720"/>
                  </a:lnTo>
                  <a:lnTo>
                    <a:pt x="437769" y="36576"/>
                  </a:lnTo>
                  <a:lnTo>
                    <a:pt x="437769" y="21336"/>
                  </a:lnTo>
                  <a:lnTo>
                    <a:pt x="437769" y="10668"/>
                  </a:lnTo>
                  <a:lnTo>
                    <a:pt x="425475" y="10668"/>
                  </a:lnTo>
                  <a:lnTo>
                    <a:pt x="425475" y="21336"/>
                  </a:lnTo>
                  <a:lnTo>
                    <a:pt x="425475" y="36576"/>
                  </a:lnTo>
                  <a:lnTo>
                    <a:pt x="404139" y="36576"/>
                  </a:lnTo>
                  <a:lnTo>
                    <a:pt x="404139" y="45720"/>
                  </a:lnTo>
                  <a:lnTo>
                    <a:pt x="400951" y="51447"/>
                  </a:lnTo>
                  <a:lnTo>
                    <a:pt x="399567" y="54190"/>
                  </a:lnTo>
                  <a:lnTo>
                    <a:pt x="399567" y="79349"/>
                  </a:lnTo>
                  <a:lnTo>
                    <a:pt x="399567" y="99161"/>
                  </a:lnTo>
                  <a:lnTo>
                    <a:pt x="366039" y="99161"/>
                  </a:lnTo>
                  <a:lnTo>
                    <a:pt x="366039" y="79349"/>
                  </a:lnTo>
                  <a:lnTo>
                    <a:pt x="399567" y="79349"/>
                  </a:lnTo>
                  <a:lnTo>
                    <a:pt x="399567" y="54190"/>
                  </a:lnTo>
                  <a:lnTo>
                    <a:pt x="395147" y="62915"/>
                  </a:lnTo>
                  <a:lnTo>
                    <a:pt x="391947" y="68681"/>
                  </a:lnTo>
                  <a:lnTo>
                    <a:pt x="364515" y="68681"/>
                  </a:lnTo>
                  <a:lnTo>
                    <a:pt x="372135" y="62484"/>
                  </a:lnTo>
                  <a:lnTo>
                    <a:pt x="369087" y="57912"/>
                  </a:lnTo>
                  <a:lnTo>
                    <a:pt x="364515" y="53340"/>
                  </a:lnTo>
                  <a:lnTo>
                    <a:pt x="361467" y="49530"/>
                  </a:lnTo>
                  <a:lnTo>
                    <a:pt x="361467" y="68681"/>
                  </a:lnTo>
                  <a:lnTo>
                    <a:pt x="329463" y="68681"/>
                  </a:lnTo>
                  <a:lnTo>
                    <a:pt x="329463" y="79349"/>
                  </a:lnTo>
                  <a:lnTo>
                    <a:pt x="355371" y="79349"/>
                  </a:lnTo>
                  <a:lnTo>
                    <a:pt x="355371" y="99161"/>
                  </a:lnTo>
                  <a:lnTo>
                    <a:pt x="321843" y="99161"/>
                  </a:lnTo>
                  <a:lnTo>
                    <a:pt x="322732" y="91732"/>
                  </a:lnTo>
                  <a:lnTo>
                    <a:pt x="323176" y="83146"/>
                  </a:lnTo>
                  <a:lnTo>
                    <a:pt x="323253" y="79349"/>
                  </a:lnTo>
                  <a:lnTo>
                    <a:pt x="323367" y="45720"/>
                  </a:lnTo>
                  <a:lnTo>
                    <a:pt x="356895" y="45720"/>
                  </a:lnTo>
                  <a:lnTo>
                    <a:pt x="349275" y="51816"/>
                  </a:lnTo>
                  <a:lnTo>
                    <a:pt x="353847" y="57912"/>
                  </a:lnTo>
                  <a:lnTo>
                    <a:pt x="358419" y="62484"/>
                  </a:lnTo>
                  <a:lnTo>
                    <a:pt x="361467" y="68681"/>
                  </a:lnTo>
                  <a:lnTo>
                    <a:pt x="361467" y="49530"/>
                  </a:lnTo>
                  <a:lnTo>
                    <a:pt x="358419" y="45720"/>
                  </a:lnTo>
                  <a:lnTo>
                    <a:pt x="404139" y="45720"/>
                  </a:lnTo>
                  <a:lnTo>
                    <a:pt x="404139" y="36576"/>
                  </a:lnTo>
                  <a:lnTo>
                    <a:pt x="323367" y="36576"/>
                  </a:lnTo>
                  <a:lnTo>
                    <a:pt x="323367" y="21336"/>
                  </a:lnTo>
                  <a:lnTo>
                    <a:pt x="425475" y="21336"/>
                  </a:lnTo>
                  <a:lnTo>
                    <a:pt x="425475" y="10668"/>
                  </a:lnTo>
                  <a:lnTo>
                    <a:pt x="312699" y="10668"/>
                  </a:lnTo>
                  <a:lnTo>
                    <a:pt x="312699" y="74777"/>
                  </a:lnTo>
                  <a:lnTo>
                    <a:pt x="311556" y="95948"/>
                  </a:lnTo>
                  <a:lnTo>
                    <a:pt x="308127" y="113830"/>
                  </a:lnTo>
                  <a:lnTo>
                    <a:pt x="302412" y="128574"/>
                  </a:lnTo>
                  <a:lnTo>
                    <a:pt x="294411" y="140309"/>
                  </a:lnTo>
                  <a:lnTo>
                    <a:pt x="297459" y="143357"/>
                  </a:lnTo>
                  <a:lnTo>
                    <a:pt x="298983" y="147929"/>
                  </a:lnTo>
                  <a:lnTo>
                    <a:pt x="302031" y="150977"/>
                  </a:lnTo>
                  <a:lnTo>
                    <a:pt x="309181" y="140690"/>
                  </a:lnTo>
                  <a:lnTo>
                    <a:pt x="314604" y="130403"/>
                  </a:lnTo>
                  <a:lnTo>
                    <a:pt x="318325" y="120116"/>
                  </a:lnTo>
                  <a:lnTo>
                    <a:pt x="320319" y="109829"/>
                  </a:lnTo>
                  <a:lnTo>
                    <a:pt x="353847" y="109829"/>
                  </a:lnTo>
                  <a:lnTo>
                    <a:pt x="350710" y="118681"/>
                  </a:lnTo>
                  <a:lnTo>
                    <a:pt x="345846" y="126974"/>
                  </a:lnTo>
                  <a:lnTo>
                    <a:pt x="339280" y="134683"/>
                  </a:lnTo>
                  <a:lnTo>
                    <a:pt x="330987" y="141833"/>
                  </a:lnTo>
                  <a:lnTo>
                    <a:pt x="337083" y="147929"/>
                  </a:lnTo>
                  <a:lnTo>
                    <a:pt x="364515" y="109829"/>
                  </a:lnTo>
                  <a:lnTo>
                    <a:pt x="399567" y="109829"/>
                  </a:lnTo>
                  <a:lnTo>
                    <a:pt x="399567" y="149453"/>
                  </a:lnTo>
                  <a:lnTo>
                    <a:pt x="410235" y="149453"/>
                  </a:lnTo>
                  <a:lnTo>
                    <a:pt x="410235" y="109829"/>
                  </a:lnTo>
                  <a:lnTo>
                    <a:pt x="445389" y="109829"/>
                  </a:lnTo>
                  <a:lnTo>
                    <a:pt x="445389" y="99161"/>
                  </a:lnTo>
                  <a:close/>
                </a:path>
                <a:path w="958215" h="153035">
                  <a:moveTo>
                    <a:pt x="499592" y="101638"/>
                  </a:moveTo>
                  <a:lnTo>
                    <a:pt x="489585" y="67678"/>
                  </a:lnTo>
                  <a:lnTo>
                    <a:pt x="489585" y="102209"/>
                  </a:lnTo>
                  <a:lnTo>
                    <a:pt x="488061" y="108305"/>
                  </a:lnTo>
                  <a:lnTo>
                    <a:pt x="480441" y="109829"/>
                  </a:lnTo>
                  <a:lnTo>
                    <a:pt x="472821" y="109829"/>
                  </a:lnTo>
                  <a:lnTo>
                    <a:pt x="466725" y="108305"/>
                  </a:lnTo>
                  <a:lnTo>
                    <a:pt x="466725" y="19812"/>
                  </a:lnTo>
                  <a:lnTo>
                    <a:pt x="486537" y="19812"/>
                  </a:lnTo>
                  <a:lnTo>
                    <a:pt x="483946" y="30480"/>
                  </a:lnTo>
                  <a:lnTo>
                    <a:pt x="480898" y="41529"/>
                  </a:lnTo>
                  <a:lnTo>
                    <a:pt x="477748" y="51968"/>
                  </a:lnTo>
                  <a:lnTo>
                    <a:pt x="474345" y="62484"/>
                  </a:lnTo>
                  <a:lnTo>
                    <a:pt x="479602" y="70205"/>
                  </a:lnTo>
                  <a:lnTo>
                    <a:pt x="483489" y="76669"/>
                  </a:lnTo>
                  <a:lnTo>
                    <a:pt x="486346" y="82727"/>
                  </a:lnTo>
                  <a:lnTo>
                    <a:pt x="488061" y="88493"/>
                  </a:lnTo>
                  <a:lnTo>
                    <a:pt x="489585" y="102209"/>
                  </a:lnTo>
                  <a:lnTo>
                    <a:pt x="489585" y="67678"/>
                  </a:lnTo>
                  <a:lnTo>
                    <a:pt x="485013" y="60960"/>
                  </a:lnTo>
                  <a:lnTo>
                    <a:pt x="488442" y="51536"/>
                  </a:lnTo>
                  <a:lnTo>
                    <a:pt x="491998" y="41148"/>
                  </a:lnTo>
                  <a:lnTo>
                    <a:pt x="495300" y="30962"/>
                  </a:lnTo>
                  <a:lnTo>
                    <a:pt x="498729" y="19812"/>
                  </a:lnTo>
                  <a:lnTo>
                    <a:pt x="498729" y="10668"/>
                  </a:lnTo>
                  <a:lnTo>
                    <a:pt x="456057" y="10668"/>
                  </a:lnTo>
                  <a:lnTo>
                    <a:pt x="456057" y="149453"/>
                  </a:lnTo>
                  <a:lnTo>
                    <a:pt x="466725" y="149453"/>
                  </a:lnTo>
                  <a:lnTo>
                    <a:pt x="466725" y="109829"/>
                  </a:lnTo>
                  <a:lnTo>
                    <a:pt x="468249" y="112877"/>
                  </a:lnTo>
                  <a:lnTo>
                    <a:pt x="469773" y="117449"/>
                  </a:lnTo>
                  <a:lnTo>
                    <a:pt x="469773" y="122021"/>
                  </a:lnTo>
                  <a:lnTo>
                    <a:pt x="480441" y="122021"/>
                  </a:lnTo>
                  <a:lnTo>
                    <a:pt x="485013" y="120497"/>
                  </a:lnTo>
                  <a:lnTo>
                    <a:pt x="492734" y="117640"/>
                  </a:lnTo>
                  <a:lnTo>
                    <a:pt x="497586" y="111353"/>
                  </a:lnTo>
                  <a:lnTo>
                    <a:pt x="499592" y="101638"/>
                  </a:lnTo>
                  <a:close/>
                </a:path>
                <a:path w="958215" h="153035">
                  <a:moveTo>
                    <a:pt x="594842" y="16764"/>
                  </a:moveTo>
                  <a:lnTo>
                    <a:pt x="552069" y="16764"/>
                  </a:lnTo>
                  <a:lnTo>
                    <a:pt x="556641" y="12192"/>
                  </a:lnTo>
                  <a:lnTo>
                    <a:pt x="552069" y="7620"/>
                  </a:lnTo>
                  <a:lnTo>
                    <a:pt x="549021" y="3048"/>
                  </a:lnTo>
                  <a:lnTo>
                    <a:pt x="544449" y="0"/>
                  </a:lnTo>
                  <a:lnTo>
                    <a:pt x="536829" y="6096"/>
                  </a:lnTo>
                  <a:lnTo>
                    <a:pt x="542925" y="12192"/>
                  </a:lnTo>
                  <a:lnTo>
                    <a:pt x="545973" y="16764"/>
                  </a:lnTo>
                  <a:lnTo>
                    <a:pt x="503301" y="16764"/>
                  </a:lnTo>
                  <a:lnTo>
                    <a:pt x="503301" y="25908"/>
                  </a:lnTo>
                  <a:lnTo>
                    <a:pt x="524637" y="25908"/>
                  </a:lnTo>
                  <a:lnTo>
                    <a:pt x="570458" y="25908"/>
                  </a:lnTo>
                  <a:lnTo>
                    <a:pt x="594842" y="25908"/>
                  </a:lnTo>
                  <a:lnTo>
                    <a:pt x="594842" y="16764"/>
                  </a:lnTo>
                  <a:close/>
                </a:path>
                <a:path w="958215" h="153035">
                  <a:moveTo>
                    <a:pt x="599414" y="120497"/>
                  </a:moveTo>
                  <a:lnTo>
                    <a:pt x="553593" y="120497"/>
                  </a:lnTo>
                  <a:lnTo>
                    <a:pt x="553593" y="108305"/>
                  </a:lnTo>
                  <a:lnTo>
                    <a:pt x="578078" y="108305"/>
                  </a:lnTo>
                  <a:lnTo>
                    <a:pt x="578078" y="112877"/>
                  </a:lnTo>
                  <a:lnTo>
                    <a:pt x="587222" y="112877"/>
                  </a:lnTo>
                  <a:lnTo>
                    <a:pt x="587222" y="60960"/>
                  </a:lnTo>
                  <a:lnTo>
                    <a:pt x="578078" y="60960"/>
                  </a:lnTo>
                  <a:lnTo>
                    <a:pt x="578078" y="70205"/>
                  </a:lnTo>
                  <a:lnTo>
                    <a:pt x="578078" y="80873"/>
                  </a:lnTo>
                  <a:lnTo>
                    <a:pt x="578078" y="88493"/>
                  </a:lnTo>
                  <a:lnTo>
                    <a:pt x="578078" y="99161"/>
                  </a:lnTo>
                  <a:lnTo>
                    <a:pt x="518541" y="99161"/>
                  </a:lnTo>
                  <a:lnTo>
                    <a:pt x="518541" y="88493"/>
                  </a:lnTo>
                  <a:lnTo>
                    <a:pt x="578078" y="88493"/>
                  </a:lnTo>
                  <a:lnTo>
                    <a:pt x="578078" y="80873"/>
                  </a:lnTo>
                  <a:lnTo>
                    <a:pt x="518541" y="80873"/>
                  </a:lnTo>
                  <a:lnTo>
                    <a:pt x="518541" y="70205"/>
                  </a:lnTo>
                  <a:lnTo>
                    <a:pt x="578078" y="70205"/>
                  </a:lnTo>
                  <a:lnTo>
                    <a:pt x="578078" y="60960"/>
                  </a:lnTo>
                  <a:lnTo>
                    <a:pt x="507873" y="60960"/>
                  </a:lnTo>
                  <a:lnTo>
                    <a:pt x="507873" y="112877"/>
                  </a:lnTo>
                  <a:lnTo>
                    <a:pt x="518541" y="112877"/>
                  </a:lnTo>
                  <a:lnTo>
                    <a:pt x="518541" y="108305"/>
                  </a:lnTo>
                  <a:lnTo>
                    <a:pt x="542925" y="108305"/>
                  </a:lnTo>
                  <a:lnTo>
                    <a:pt x="542925" y="120497"/>
                  </a:lnTo>
                  <a:lnTo>
                    <a:pt x="495681" y="120497"/>
                  </a:lnTo>
                  <a:lnTo>
                    <a:pt x="495681" y="129641"/>
                  </a:lnTo>
                  <a:lnTo>
                    <a:pt x="542925" y="129641"/>
                  </a:lnTo>
                  <a:lnTo>
                    <a:pt x="542925" y="150977"/>
                  </a:lnTo>
                  <a:lnTo>
                    <a:pt x="553593" y="150977"/>
                  </a:lnTo>
                  <a:lnTo>
                    <a:pt x="553593" y="129641"/>
                  </a:lnTo>
                  <a:lnTo>
                    <a:pt x="599414" y="129641"/>
                  </a:lnTo>
                  <a:lnTo>
                    <a:pt x="599414" y="120497"/>
                  </a:lnTo>
                  <a:close/>
                </a:path>
                <a:path w="958215" h="153035">
                  <a:moveTo>
                    <a:pt x="599414" y="42672"/>
                  </a:moveTo>
                  <a:lnTo>
                    <a:pt x="571982" y="42672"/>
                  </a:lnTo>
                  <a:lnTo>
                    <a:pt x="575030" y="39624"/>
                  </a:lnTo>
                  <a:lnTo>
                    <a:pt x="578078" y="35052"/>
                  </a:lnTo>
                  <a:lnTo>
                    <a:pt x="581126" y="32004"/>
                  </a:lnTo>
                  <a:lnTo>
                    <a:pt x="570458" y="25908"/>
                  </a:lnTo>
                  <a:lnTo>
                    <a:pt x="567410" y="32004"/>
                  </a:lnTo>
                  <a:lnTo>
                    <a:pt x="564261" y="36576"/>
                  </a:lnTo>
                  <a:lnTo>
                    <a:pt x="559689" y="42672"/>
                  </a:lnTo>
                  <a:lnTo>
                    <a:pt x="532257" y="42672"/>
                  </a:lnTo>
                  <a:lnTo>
                    <a:pt x="536829" y="39624"/>
                  </a:lnTo>
                  <a:lnTo>
                    <a:pt x="533781" y="35052"/>
                  </a:lnTo>
                  <a:lnTo>
                    <a:pt x="524637" y="25908"/>
                  </a:lnTo>
                  <a:lnTo>
                    <a:pt x="517017" y="30480"/>
                  </a:lnTo>
                  <a:lnTo>
                    <a:pt x="520065" y="35052"/>
                  </a:lnTo>
                  <a:lnTo>
                    <a:pt x="523113" y="38100"/>
                  </a:lnTo>
                  <a:lnTo>
                    <a:pt x="526161" y="42672"/>
                  </a:lnTo>
                  <a:lnTo>
                    <a:pt x="497205" y="42672"/>
                  </a:lnTo>
                  <a:lnTo>
                    <a:pt x="497205" y="51816"/>
                  </a:lnTo>
                  <a:lnTo>
                    <a:pt x="599414" y="51816"/>
                  </a:lnTo>
                  <a:lnTo>
                    <a:pt x="599414" y="42672"/>
                  </a:lnTo>
                  <a:close/>
                </a:path>
                <a:path w="958215" h="153035">
                  <a:moveTo>
                    <a:pt x="655789" y="30480"/>
                  </a:moveTo>
                  <a:lnTo>
                    <a:pt x="637501" y="30480"/>
                  </a:lnTo>
                  <a:lnTo>
                    <a:pt x="637501" y="1524"/>
                  </a:lnTo>
                  <a:lnTo>
                    <a:pt x="625309" y="1524"/>
                  </a:lnTo>
                  <a:lnTo>
                    <a:pt x="625309" y="30480"/>
                  </a:lnTo>
                  <a:lnTo>
                    <a:pt x="605497" y="30480"/>
                  </a:lnTo>
                  <a:lnTo>
                    <a:pt x="605497" y="42672"/>
                  </a:lnTo>
                  <a:lnTo>
                    <a:pt x="625309" y="42672"/>
                  </a:lnTo>
                  <a:lnTo>
                    <a:pt x="625309" y="77825"/>
                  </a:lnTo>
                  <a:lnTo>
                    <a:pt x="619213" y="79349"/>
                  </a:lnTo>
                  <a:lnTo>
                    <a:pt x="603973" y="82397"/>
                  </a:lnTo>
                  <a:lnTo>
                    <a:pt x="605497" y="96113"/>
                  </a:lnTo>
                  <a:lnTo>
                    <a:pt x="611593" y="93065"/>
                  </a:lnTo>
                  <a:lnTo>
                    <a:pt x="619213" y="91541"/>
                  </a:lnTo>
                  <a:lnTo>
                    <a:pt x="625309" y="90017"/>
                  </a:lnTo>
                  <a:lnTo>
                    <a:pt x="625309" y="134213"/>
                  </a:lnTo>
                  <a:lnTo>
                    <a:pt x="623785" y="137261"/>
                  </a:lnTo>
                  <a:lnTo>
                    <a:pt x="611593" y="137261"/>
                  </a:lnTo>
                  <a:lnTo>
                    <a:pt x="605497" y="135737"/>
                  </a:lnTo>
                  <a:lnTo>
                    <a:pt x="605497" y="140309"/>
                  </a:lnTo>
                  <a:lnTo>
                    <a:pt x="607021" y="144881"/>
                  </a:lnTo>
                  <a:lnTo>
                    <a:pt x="607021" y="147929"/>
                  </a:lnTo>
                  <a:lnTo>
                    <a:pt x="631405" y="147929"/>
                  </a:lnTo>
                  <a:lnTo>
                    <a:pt x="637501" y="143357"/>
                  </a:lnTo>
                  <a:lnTo>
                    <a:pt x="637501" y="137261"/>
                  </a:lnTo>
                  <a:lnTo>
                    <a:pt x="637501" y="90017"/>
                  </a:lnTo>
                  <a:lnTo>
                    <a:pt x="637501" y="85445"/>
                  </a:lnTo>
                  <a:lnTo>
                    <a:pt x="642073" y="85445"/>
                  </a:lnTo>
                  <a:lnTo>
                    <a:pt x="648169" y="82397"/>
                  </a:lnTo>
                  <a:lnTo>
                    <a:pt x="652741" y="80873"/>
                  </a:lnTo>
                  <a:lnTo>
                    <a:pt x="652741" y="74777"/>
                  </a:lnTo>
                  <a:lnTo>
                    <a:pt x="652741" y="70205"/>
                  </a:lnTo>
                  <a:lnTo>
                    <a:pt x="646645" y="71729"/>
                  </a:lnTo>
                  <a:lnTo>
                    <a:pt x="637501" y="74777"/>
                  </a:lnTo>
                  <a:lnTo>
                    <a:pt x="637501" y="42672"/>
                  </a:lnTo>
                  <a:lnTo>
                    <a:pt x="655789" y="42672"/>
                  </a:lnTo>
                  <a:lnTo>
                    <a:pt x="655789" y="30480"/>
                  </a:lnTo>
                  <a:close/>
                </a:path>
                <a:path w="958215" h="153035">
                  <a:moveTo>
                    <a:pt x="742759" y="74777"/>
                  </a:moveTo>
                  <a:lnTo>
                    <a:pt x="732091" y="74777"/>
                  </a:lnTo>
                  <a:lnTo>
                    <a:pt x="732091" y="83921"/>
                  </a:lnTo>
                  <a:lnTo>
                    <a:pt x="732091" y="102209"/>
                  </a:lnTo>
                  <a:lnTo>
                    <a:pt x="732091" y="112877"/>
                  </a:lnTo>
                  <a:lnTo>
                    <a:pt x="732091" y="131165"/>
                  </a:lnTo>
                  <a:lnTo>
                    <a:pt x="675601" y="131165"/>
                  </a:lnTo>
                  <a:lnTo>
                    <a:pt x="675601" y="112877"/>
                  </a:lnTo>
                  <a:lnTo>
                    <a:pt x="732091" y="112877"/>
                  </a:lnTo>
                  <a:lnTo>
                    <a:pt x="732091" y="102209"/>
                  </a:lnTo>
                  <a:lnTo>
                    <a:pt x="675601" y="102209"/>
                  </a:lnTo>
                  <a:lnTo>
                    <a:pt x="675601" y="83921"/>
                  </a:lnTo>
                  <a:lnTo>
                    <a:pt x="732091" y="83921"/>
                  </a:lnTo>
                  <a:lnTo>
                    <a:pt x="732091" y="74777"/>
                  </a:lnTo>
                  <a:lnTo>
                    <a:pt x="663409" y="74777"/>
                  </a:lnTo>
                  <a:lnTo>
                    <a:pt x="663409" y="149453"/>
                  </a:lnTo>
                  <a:lnTo>
                    <a:pt x="675601" y="149453"/>
                  </a:lnTo>
                  <a:lnTo>
                    <a:pt x="675601" y="140309"/>
                  </a:lnTo>
                  <a:lnTo>
                    <a:pt x="732091" y="140309"/>
                  </a:lnTo>
                  <a:lnTo>
                    <a:pt x="732091" y="149453"/>
                  </a:lnTo>
                  <a:lnTo>
                    <a:pt x="742759" y="149453"/>
                  </a:lnTo>
                  <a:lnTo>
                    <a:pt x="742759" y="140309"/>
                  </a:lnTo>
                  <a:lnTo>
                    <a:pt x="742759" y="131165"/>
                  </a:lnTo>
                  <a:lnTo>
                    <a:pt x="742759" y="112877"/>
                  </a:lnTo>
                  <a:lnTo>
                    <a:pt x="742759" y="102209"/>
                  </a:lnTo>
                  <a:lnTo>
                    <a:pt x="742759" y="83921"/>
                  </a:lnTo>
                  <a:lnTo>
                    <a:pt x="742759" y="74777"/>
                  </a:lnTo>
                  <a:close/>
                </a:path>
                <a:path w="958215" h="153035">
                  <a:moveTo>
                    <a:pt x="753427" y="30480"/>
                  </a:moveTo>
                  <a:lnTo>
                    <a:pt x="750379" y="28956"/>
                  </a:lnTo>
                  <a:lnTo>
                    <a:pt x="745807" y="27432"/>
                  </a:lnTo>
                  <a:lnTo>
                    <a:pt x="742759" y="25908"/>
                  </a:lnTo>
                  <a:lnTo>
                    <a:pt x="741235" y="33528"/>
                  </a:lnTo>
                  <a:lnTo>
                    <a:pt x="741235" y="38100"/>
                  </a:lnTo>
                  <a:lnTo>
                    <a:pt x="739711" y="41148"/>
                  </a:lnTo>
                  <a:lnTo>
                    <a:pt x="738187" y="48768"/>
                  </a:lnTo>
                  <a:lnTo>
                    <a:pt x="733615" y="51816"/>
                  </a:lnTo>
                  <a:lnTo>
                    <a:pt x="677125" y="51816"/>
                  </a:lnTo>
                  <a:lnTo>
                    <a:pt x="674077" y="47244"/>
                  </a:lnTo>
                  <a:lnTo>
                    <a:pt x="674077" y="35052"/>
                  </a:lnTo>
                  <a:lnTo>
                    <a:pt x="696048" y="31369"/>
                  </a:lnTo>
                  <a:lnTo>
                    <a:pt x="716038" y="27241"/>
                  </a:lnTo>
                  <a:lnTo>
                    <a:pt x="727519" y="24384"/>
                  </a:lnTo>
                  <a:lnTo>
                    <a:pt x="733742" y="22847"/>
                  </a:lnTo>
                  <a:lnTo>
                    <a:pt x="748855" y="18288"/>
                  </a:lnTo>
                  <a:lnTo>
                    <a:pt x="745807" y="7620"/>
                  </a:lnTo>
                  <a:lnTo>
                    <a:pt x="727532" y="12814"/>
                  </a:lnTo>
                  <a:lnTo>
                    <a:pt x="709371" y="17145"/>
                  </a:lnTo>
                  <a:lnTo>
                    <a:pt x="691502" y="20916"/>
                  </a:lnTo>
                  <a:lnTo>
                    <a:pt x="674077" y="24384"/>
                  </a:lnTo>
                  <a:lnTo>
                    <a:pt x="674077" y="1524"/>
                  </a:lnTo>
                  <a:lnTo>
                    <a:pt x="661885" y="1524"/>
                  </a:lnTo>
                  <a:lnTo>
                    <a:pt x="661885" y="41148"/>
                  </a:lnTo>
                  <a:lnTo>
                    <a:pt x="663054" y="50038"/>
                  </a:lnTo>
                  <a:lnTo>
                    <a:pt x="666648" y="56197"/>
                  </a:lnTo>
                  <a:lnTo>
                    <a:pt x="672820" y="59804"/>
                  </a:lnTo>
                  <a:lnTo>
                    <a:pt x="681697" y="60960"/>
                  </a:lnTo>
                  <a:lnTo>
                    <a:pt x="729043" y="60960"/>
                  </a:lnTo>
                  <a:lnTo>
                    <a:pt x="737095" y="60083"/>
                  </a:lnTo>
                  <a:lnTo>
                    <a:pt x="743140" y="57340"/>
                  </a:lnTo>
                  <a:lnTo>
                    <a:pt x="747471" y="52603"/>
                  </a:lnTo>
                  <a:lnTo>
                    <a:pt x="747801" y="51816"/>
                  </a:lnTo>
                  <a:lnTo>
                    <a:pt x="750379" y="45720"/>
                  </a:lnTo>
                  <a:lnTo>
                    <a:pt x="751903" y="42672"/>
                  </a:lnTo>
                  <a:lnTo>
                    <a:pt x="751903" y="36576"/>
                  </a:lnTo>
                  <a:lnTo>
                    <a:pt x="753427" y="30480"/>
                  </a:lnTo>
                  <a:close/>
                </a:path>
                <a:path w="958215" h="153035">
                  <a:moveTo>
                    <a:pt x="848004" y="65532"/>
                  </a:moveTo>
                  <a:lnTo>
                    <a:pt x="843127" y="59817"/>
                  </a:lnTo>
                  <a:lnTo>
                    <a:pt x="837831" y="54102"/>
                  </a:lnTo>
                  <a:lnTo>
                    <a:pt x="832269" y="48387"/>
                  </a:lnTo>
                  <a:lnTo>
                    <a:pt x="826579" y="42672"/>
                  </a:lnTo>
                  <a:lnTo>
                    <a:pt x="817435" y="50292"/>
                  </a:lnTo>
                  <a:lnTo>
                    <a:pt x="822248" y="55372"/>
                  </a:lnTo>
                  <a:lnTo>
                    <a:pt x="827341" y="61163"/>
                  </a:lnTo>
                  <a:lnTo>
                    <a:pt x="832434" y="67271"/>
                  </a:lnTo>
                  <a:lnTo>
                    <a:pt x="837247" y="73253"/>
                  </a:lnTo>
                  <a:lnTo>
                    <a:pt x="848004" y="65532"/>
                  </a:lnTo>
                  <a:close/>
                </a:path>
                <a:path w="958215" h="153035">
                  <a:moveTo>
                    <a:pt x="886104" y="79349"/>
                  </a:moveTo>
                  <a:lnTo>
                    <a:pt x="776287" y="79349"/>
                  </a:lnTo>
                  <a:lnTo>
                    <a:pt x="776287" y="90017"/>
                  </a:lnTo>
                  <a:lnTo>
                    <a:pt x="869340" y="90017"/>
                  </a:lnTo>
                  <a:lnTo>
                    <a:pt x="859586" y="99999"/>
                  </a:lnTo>
                  <a:lnTo>
                    <a:pt x="850671" y="109258"/>
                  </a:lnTo>
                  <a:lnTo>
                    <a:pt x="842302" y="117665"/>
                  </a:lnTo>
                  <a:lnTo>
                    <a:pt x="834199" y="125069"/>
                  </a:lnTo>
                  <a:lnTo>
                    <a:pt x="825322" y="119354"/>
                  </a:lnTo>
                  <a:lnTo>
                    <a:pt x="816864" y="113639"/>
                  </a:lnTo>
                  <a:lnTo>
                    <a:pt x="808697" y="107924"/>
                  </a:lnTo>
                  <a:lnTo>
                    <a:pt x="800671" y="102209"/>
                  </a:lnTo>
                  <a:lnTo>
                    <a:pt x="793051" y="111353"/>
                  </a:lnTo>
                  <a:lnTo>
                    <a:pt x="806792" y="120777"/>
                  </a:lnTo>
                  <a:lnTo>
                    <a:pt x="820686" y="130784"/>
                  </a:lnTo>
                  <a:lnTo>
                    <a:pt x="834885" y="141351"/>
                  </a:lnTo>
                  <a:lnTo>
                    <a:pt x="849528" y="152501"/>
                  </a:lnTo>
                  <a:lnTo>
                    <a:pt x="858672" y="141833"/>
                  </a:lnTo>
                  <a:lnTo>
                    <a:pt x="854100" y="138785"/>
                  </a:lnTo>
                  <a:lnTo>
                    <a:pt x="849528" y="134213"/>
                  </a:lnTo>
                  <a:lnTo>
                    <a:pt x="844956" y="131165"/>
                  </a:lnTo>
                  <a:lnTo>
                    <a:pt x="851052" y="125069"/>
                  </a:lnTo>
                  <a:lnTo>
                    <a:pt x="886104" y="90017"/>
                  </a:lnTo>
                  <a:lnTo>
                    <a:pt x="886104" y="79349"/>
                  </a:lnTo>
                  <a:close/>
                </a:path>
                <a:path w="958215" h="153035">
                  <a:moveTo>
                    <a:pt x="908964" y="59436"/>
                  </a:moveTo>
                  <a:lnTo>
                    <a:pt x="887564" y="49199"/>
                  </a:lnTo>
                  <a:lnTo>
                    <a:pt x="869149" y="36957"/>
                  </a:lnTo>
                  <a:lnTo>
                    <a:pt x="853846" y="23012"/>
                  </a:lnTo>
                  <a:lnTo>
                    <a:pt x="848969" y="16764"/>
                  </a:lnTo>
                  <a:lnTo>
                    <a:pt x="841819" y="7620"/>
                  </a:lnTo>
                  <a:lnTo>
                    <a:pt x="844956" y="3048"/>
                  </a:lnTo>
                  <a:lnTo>
                    <a:pt x="828103" y="3048"/>
                  </a:lnTo>
                  <a:lnTo>
                    <a:pt x="815225" y="20243"/>
                  </a:lnTo>
                  <a:lnTo>
                    <a:pt x="799338" y="35433"/>
                  </a:lnTo>
                  <a:lnTo>
                    <a:pt x="780313" y="48920"/>
                  </a:lnTo>
                  <a:lnTo>
                    <a:pt x="757999" y="60960"/>
                  </a:lnTo>
                  <a:lnTo>
                    <a:pt x="761047" y="65532"/>
                  </a:lnTo>
                  <a:lnTo>
                    <a:pt x="764095" y="68681"/>
                  </a:lnTo>
                  <a:lnTo>
                    <a:pt x="765619" y="71729"/>
                  </a:lnTo>
                  <a:lnTo>
                    <a:pt x="786193" y="59677"/>
                  </a:lnTo>
                  <a:lnTo>
                    <a:pt x="804481" y="46494"/>
                  </a:lnTo>
                  <a:lnTo>
                    <a:pt x="820483" y="32207"/>
                  </a:lnTo>
                  <a:lnTo>
                    <a:pt x="834199" y="16764"/>
                  </a:lnTo>
                  <a:lnTo>
                    <a:pt x="847090" y="32207"/>
                  </a:lnTo>
                  <a:lnTo>
                    <a:pt x="862672" y="46494"/>
                  </a:lnTo>
                  <a:lnTo>
                    <a:pt x="880795" y="59677"/>
                  </a:lnTo>
                  <a:lnTo>
                    <a:pt x="901344" y="71729"/>
                  </a:lnTo>
                  <a:lnTo>
                    <a:pt x="902868" y="68681"/>
                  </a:lnTo>
                  <a:lnTo>
                    <a:pt x="905916" y="64008"/>
                  </a:lnTo>
                  <a:lnTo>
                    <a:pt x="908964" y="59436"/>
                  </a:lnTo>
                  <a:close/>
                </a:path>
                <a:path w="958215" h="153035">
                  <a:moveTo>
                    <a:pt x="957745" y="111353"/>
                  </a:moveTo>
                  <a:lnTo>
                    <a:pt x="944029" y="111353"/>
                  </a:lnTo>
                  <a:lnTo>
                    <a:pt x="934872" y="150977"/>
                  </a:lnTo>
                  <a:lnTo>
                    <a:pt x="945540" y="150977"/>
                  </a:lnTo>
                  <a:lnTo>
                    <a:pt x="957745" y="111353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270587" y="2303335"/>
              <a:ext cx="295846" cy="150971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627489" y="2321623"/>
              <a:ext cx="88392" cy="111347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738836" y="2321623"/>
              <a:ext cx="228695" cy="111347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007036" y="2551938"/>
              <a:ext cx="353758" cy="149542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5854446" y="2802165"/>
              <a:ext cx="974725" cy="151130"/>
            </a:xfrm>
            <a:custGeom>
              <a:avLst/>
              <a:gdLst/>
              <a:ahLst/>
              <a:cxnLst/>
              <a:rect l="l" t="t" r="r" b="b"/>
              <a:pathLst>
                <a:path w="974725" h="151130">
                  <a:moveTo>
                    <a:pt x="51904" y="82384"/>
                  </a:moveTo>
                  <a:lnTo>
                    <a:pt x="45808" y="70192"/>
                  </a:lnTo>
                  <a:lnTo>
                    <a:pt x="41236" y="65620"/>
                  </a:lnTo>
                  <a:lnTo>
                    <a:pt x="32092" y="61048"/>
                  </a:lnTo>
                  <a:lnTo>
                    <a:pt x="18376" y="61048"/>
                  </a:lnTo>
                  <a:lnTo>
                    <a:pt x="9144" y="65620"/>
                  </a:lnTo>
                  <a:lnTo>
                    <a:pt x="7620" y="68668"/>
                  </a:lnTo>
                  <a:lnTo>
                    <a:pt x="4572" y="70192"/>
                  </a:lnTo>
                  <a:lnTo>
                    <a:pt x="0" y="79336"/>
                  </a:lnTo>
                  <a:lnTo>
                    <a:pt x="0" y="93052"/>
                  </a:lnTo>
                  <a:lnTo>
                    <a:pt x="4572" y="102196"/>
                  </a:lnTo>
                  <a:lnTo>
                    <a:pt x="7620" y="103720"/>
                  </a:lnTo>
                  <a:lnTo>
                    <a:pt x="9144" y="106768"/>
                  </a:lnTo>
                  <a:lnTo>
                    <a:pt x="18376" y="111340"/>
                  </a:lnTo>
                  <a:lnTo>
                    <a:pt x="32092" y="111340"/>
                  </a:lnTo>
                  <a:lnTo>
                    <a:pt x="41236" y="106768"/>
                  </a:lnTo>
                  <a:lnTo>
                    <a:pt x="45808" y="102196"/>
                  </a:lnTo>
                  <a:lnTo>
                    <a:pt x="51904" y="90004"/>
                  </a:lnTo>
                  <a:lnTo>
                    <a:pt x="51904" y="85432"/>
                  </a:lnTo>
                  <a:lnTo>
                    <a:pt x="51904" y="82384"/>
                  </a:lnTo>
                  <a:close/>
                </a:path>
                <a:path w="974725" h="151130">
                  <a:moveTo>
                    <a:pt x="237921" y="100672"/>
                  </a:moveTo>
                  <a:lnTo>
                    <a:pt x="215061" y="100672"/>
                  </a:lnTo>
                  <a:lnTo>
                    <a:pt x="215061" y="149542"/>
                  </a:lnTo>
                  <a:lnTo>
                    <a:pt x="237921" y="149542"/>
                  </a:lnTo>
                  <a:lnTo>
                    <a:pt x="237921" y="100672"/>
                  </a:lnTo>
                  <a:close/>
                </a:path>
                <a:path w="974725" h="151130">
                  <a:moveTo>
                    <a:pt x="237921" y="47332"/>
                  </a:moveTo>
                  <a:lnTo>
                    <a:pt x="215061" y="47332"/>
                  </a:lnTo>
                  <a:lnTo>
                    <a:pt x="215061" y="80860"/>
                  </a:lnTo>
                  <a:lnTo>
                    <a:pt x="237921" y="80860"/>
                  </a:lnTo>
                  <a:lnTo>
                    <a:pt x="237921" y="47332"/>
                  </a:lnTo>
                  <a:close/>
                </a:path>
                <a:path w="974725" h="151130">
                  <a:moveTo>
                    <a:pt x="237921" y="0"/>
                  </a:moveTo>
                  <a:lnTo>
                    <a:pt x="215061" y="0"/>
                  </a:lnTo>
                  <a:lnTo>
                    <a:pt x="215061" y="27432"/>
                  </a:lnTo>
                  <a:lnTo>
                    <a:pt x="237921" y="27432"/>
                  </a:lnTo>
                  <a:lnTo>
                    <a:pt x="237921" y="0"/>
                  </a:lnTo>
                  <a:close/>
                </a:path>
                <a:path w="974725" h="151130">
                  <a:moveTo>
                    <a:pt x="294411" y="100672"/>
                  </a:moveTo>
                  <a:lnTo>
                    <a:pt x="272973" y="100672"/>
                  </a:lnTo>
                  <a:lnTo>
                    <a:pt x="272973" y="111340"/>
                  </a:lnTo>
                  <a:lnTo>
                    <a:pt x="294411" y="111340"/>
                  </a:lnTo>
                  <a:lnTo>
                    <a:pt x="294411" y="100672"/>
                  </a:lnTo>
                  <a:close/>
                </a:path>
                <a:path w="974725" h="151130">
                  <a:moveTo>
                    <a:pt x="294411" y="47332"/>
                  </a:moveTo>
                  <a:lnTo>
                    <a:pt x="272973" y="47332"/>
                  </a:lnTo>
                  <a:lnTo>
                    <a:pt x="272973" y="80860"/>
                  </a:lnTo>
                  <a:lnTo>
                    <a:pt x="294411" y="80860"/>
                  </a:lnTo>
                  <a:lnTo>
                    <a:pt x="294411" y="47332"/>
                  </a:lnTo>
                  <a:close/>
                </a:path>
                <a:path w="974725" h="151130">
                  <a:moveTo>
                    <a:pt x="294411" y="27940"/>
                  </a:moveTo>
                  <a:lnTo>
                    <a:pt x="158673" y="27940"/>
                  </a:lnTo>
                  <a:lnTo>
                    <a:pt x="158673" y="46990"/>
                  </a:lnTo>
                  <a:lnTo>
                    <a:pt x="158673" y="81280"/>
                  </a:lnTo>
                  <a:lnTo>
                    <a:pt x="158673" y="100330"/>
                  </a:lnTo>
                  <a:lnTo>
                    <a:pt x="158673" y="111760"/>
                  </a:lnTo>
                  <a:lnTo>
                    <a:pt x="181533" y="111760"/>
                  </a:lnTo>
                  <a:lnTo>
                    <a:pt x="181533" y="100330"/>
                  </a:lnTo>
                  <a:lnTo>
                    <a:pt x="294411" y="100330"/>
                  </a:lnTo>
                  <a:lnTo>
                    <a:pt x="294411" y="81280"/>
                  </a:lnTo>
                  <a:lnTo>
                    <a:pt x="181533" y="81280"/>
                  </a:lnTo>
                  <a:lnTo>
                    <a:pt x="181533" y="46990"/>
                  </a:lnTo>
                  <a:lnTo>
                    <a:pt x="294411" y="46990"/>
                  </a:lnTo>
                  <a:lnTo>
                    <a:pt x="294411" y="27940"/>
                  </a:lnTo>
                  <a:close/>
                </a:path>
                <a:path w="974725" h="151130">
                  <a:moveTo>
                    <a:pt x="391947" y="16764"/>
                  </a:moveTo>
                  <a:lnTo>
                    <a:pt x="378231" y="12192"/>
                  </a:lnTo>
                  <a:lnTo>
                    <a:pt x="376809" y="18211"/>
                  </a:lnTo>
                  <a:lnTo>
                    <a:pt x="374662" y="25374"/>
                  </a:lnTo>
                  <a:lnTo>
                    <a:pt x="372237" y="32588"/>
                  </a:lnTo>
                  <a:lnTo>
                    <a:pt x="369087" y="41236"/>
                  </a:lnTo>
                  <a:lnTo>
                    <a:pt x="382803" y="45808"/>
                  </a:lnTo>
                  <a:lnTo>
                    <a:pt x="385089" y="39776"/>
                  </a:lnTo>
                  <a:lnTo>
                    <a:pt x="387375" y="33007"/>
                  </a:lnTo>
                  <a:lnTo>
                    <a:pt x="387502" y="32588"/>
                  </a:lnTo>
                  <a:lnTo>
                    <a:pt x="389775" y="24968"/>
                  </a:lnTo>
                  <a:lnTo>
                    <a:pt x="391947" y="16764"/>
                  </a:lnTo>
                  <a:close/>
                </a:path>
                <a:path w="974725" h="151130">
                  <a:moveTo>
                    <a:pt x="456057" y="21336"/>
                  </a:moveTo>
                  <a:lnTo>
                    <a:pt x="448437" y="3048"/>
                  </a:lnTo>
                  <a:lnTo>
                    <a:pt x="436778" y="6096"/>
                  </a:lnTo>
                  <a:lnTo>
                    <a:pt x="423240" y="8763"/>
                  </a:lnTo>
                  <a:lnTo>
                    <a:pt x="408914" y="10756"/>
                  </a:lnTo>
                  <a:lnTo>
                    <a:pt x="393471" y="12192"/>
                  </a:lnTo>
                  <a:lnTo>
                    <a:pt x="393471" y="74764"/>
                  </a:lnTo>
                  <a:lnTo>
                    <a:pt x="392620" y="89941"/>
                  </a:lnTo>
                  <a:lnTo>
                    <a:pt x="392036" y="92989"/>
                  </a:lnTo>
                  <a:lnTo>
                    <a:pt x="390042" y="103530"/>
                  </a:lnTo>
                  <a:lnTo>
                    <a:pt x="385762" y="115709"/>
                  </a:lnTo>
                  <a:lnTo>
                    <a:pt x="379755" y="126580"/>
                  </a:lnTo>
                  <a:lnTo>
                    <a:pt x="330987" y="126580"/>
                  </a:lnTo>
                  <a:lnTo>
                    <a:pt x="330987" y="102196"/>
                  </a:lnTo>
                  <a:lnTo>
                    <a:pt x="332511" y="106768"/>
                  </a:lnTo>
                  <a:lnTo>
                    <a:pt x="334035" y="109816"/>
                  </a:lnTo>
                  <a:lnTo>
                    <a:pt x="337083" y="114388"/>
                  </a:lnTo>
                  <a:lnTo>
                    <a:pt x="341388" y="109245"/>
                  </a:lnTo>
                  <a:lnTo>
                    <a:pt x="345274" y="102958"/>
                  </a:lnTo>
                  <a:lnTo>
                    <a:pt x="345643" y="102196"/>
                  </a:lnTo>
                  <a:lnTo>
                    <a:pt x="348869" y="95529"/>
                  </a:lnTo>
                  <a:lnTo>
                    <a:pt x="349897" y="92989"/>
                  </a:lnTo>
                  <a:lnTo>
                    <a:pt x="352323" y="86956"/>
                  </a:lnTo>
                  <a:lnTo>
                    <a:pt x="352323" y="123532"/>
                  </a:lnTo>
                  <a:lnTo>
                    <a:pt x="367563" y="123532"/>
                  </a:lnTo>
                  <a:lnTo>
                    <a:pt x="367563" y="86956"/>
                  </a:lnTo>
                  <a:lnTo>
                    <a:pt x="373595" y="92989"/>
                  </a:lnTo>
                  <a:lnTo>
                    <a:pt x="375310" y="95529"/>
                  </a:lnTo>
                  <a:lnTo>
                    <a:pt x="379755" y="102196"/>
                  </a:lnTo>
                  <a:lnTo>
                    <a:pt x="392036" y="92989"/>
                  </a:lnTo>
                  <a:lnTo>
                    <a:pt x="391896" y="92989"/>
                  </a:lnTo>
                  <a:lnTo>
                    <a:pt x="388467" y="88468"/>
                  </a:lnTo>
                  <a:lnTo>
                    <a:pt x="387273" y="86956"/>
                  </a:lnTo>
                  <a:lnTo>
                    <a:pt x="384708" y="83718"/>
                  </a:lnTo>
                  <a:lnTo>
                    <a:pt x="380923" y="79336"/>
                  </a:lnTo>
                  <a:lnTo>
                    <a:pt x="380377" y="78701"/>
                  </a:lnTo>
                  <a:lnTo>
                    <a:pt x="375183" y="73240"/>
                  </a:lnTo>
                  <a:lnTo>
                    <a:pt x="367563" y="79336"/>
                  </a:lnTo>
                  <a:lnTo>
                    <a:pt x="367563" y="67144"/>
                  </a:lnTo>
                  <a:lnTo>
                    <a:pt x="388899" y="67144"/>
                  </a:lnTo>
                  <a:lnTo>
                    <a:pt x="388899" y="50380"/>
                  </a:lnTo>
                  <a:lnTo>
                    <a:pt x="367563" y="50380"/>
                  </a:lnTo>
                  <a:lnTo>
                    <a:pt x="367563" y="3048"/>
                  </a:lnTo>
                  <a:lnTo>
                    <a:pt x="352323" y="3048"/>
                  </a:lnTo>
                  <a:lnTo>
                    <a:pt x="352323" y="41236"/>
                  </a:lnTo>
                  <a:lnTo>
                    <a:pt x="352323" y="50380"/>
                  </a:lnTo>
                  <a:lnTo>
                    <a:pt x="332511" y="50380"/>
                  </a:lnTo>
                  <a:lnTo>
                    <a:pt x="332511" y="67144"/>
                  </a:lnTo>
                  <a:lnTo>
                    <a:pt x="347751" y="67144"/>
                  </a:lnTo>
                  <a:lnTo>
                    <a:pt x="344271" y="74625"/>
                  </a:lnTo>
                  <a:lnTo>
                    <a:pt x="344195" y="74764"/>
                  </a:lnTo>
                  <a:lnTo>
                    <a:pt x="340512" y="81241"/>
                  </a:lnTo>
                  <a:lnTo>
                    <a:pt x="336181" y="87299"/>
                  </a:lnTo>
                  <a:lnTo>
                    <a:pt x="331050" y="92989"/>
                  </a:lnTo>
                  <a:lnTo>
                    <a:pt x="330987" y="18300"/>
                  </a:lnTo>
                  <a:lnTo>
                    <a:pt x="333070" y="25374"/>
                  </a:lnTo>
                  <a:lnTo>
                    <a:pt x="334606" y="31864"/>
                  </a:lnTo>
                  <a:lnTo>
                    <a:pt x="335915" y="38303"/>
                  </a:lnTo>
                  <a:lnTo>
                    <a:pt x="337083" y="44284"/>
                  </a:lnTo>
                  <a:lnTo>
                    <a:pt x="352323" y="41236"/>
                  </a:lnTo>
                  <a:lnTo>
                    <a:pt x="350037" y="33451"/>
                  </a:lnTo>
                  <a:lnTo>
                    <a:pt x="347751" y="26111"/>
                  </a:lnTo>
                  <a:lnTo>
                    <a:pt x="345186" y="18211"/>
                  </a:lnTo>
                  <a:lnTo>
                    <a:pt x="344703" y="16764"/>
                  </a:lnTo>
                  <a:lnTo>
                    <a:pt x="343179" y="12192"/>
                  </a:lnTo>
                  <a:lnTo>
                    <a:pt x="330987" y="16764"/>
                  </a:lnTo>
                  <a:lnTo>
                    <a:pt x="330987" y="6096"/>
                  </a:lnTo>
                  <a:lnTo>
                    <a:pt x="312699" y="6096"/>
                  </a:lnTo>
                  <a:lnTo>
                    <a:pt x="312699" y="144970"/>
                  </a:lnTo>
                  <a:lnTo>
                    <a:pt x="382803" y="144970"/>
                  </a:lnTo>
                  <a:lnTo>
                    <a:pt x="382803" y="137350"/>
                  </a:lnTo>
                  <a:lnTo>
                    <a:pt x="385851" y="138874"/>
                  </a:lnTo>
                  <a:lnTo>
                    <a:pt x="393471" y="146494"/>
                  </a:lnTo>
                  <a:lnTo>
                    <a:pt x="398830" y="137350"/>
                  </a:lnTo>
                  <a:lnTo>
                    <a:pt x="402348" y="131330"/>
                  </a:lnTo>
                  <a:lnTo>
                    <a:pt x="403974" y="126580"/>
                  </a:lnTo>
                  <a:lnTo>
                    <a:pt x="408520" y="113296"/>
                  </a:lnTo>
                  <a:lnTo>
                    <a:pt x="412115" y="92405"/>
                  </a:lnTo>
                  <a:lnTo>
                    <a:pt x="412242" y="89941"/>
                  </a:lnTo>
                  <a:lnTo>
                    <a:pt x="412305" y="88468"/>
                  </a:lnTo>
                  <a:lnTo>
                    <a:pt x="412381" y="86956"/>
                  </a:lnTo>
                  <a:lnTo>
                    <a:pt x="413283" y="68668"/>
                  </a:lnTo>
                  <a:lnTo>
                    <a:pt x="425577" y="68668"/>
                  </a:lnTo>
                  <a:lnTo>
                    <a:pt x="425577" y="148018"/>
                  </a:lnTo>
                  <a:lnTo>
                    <a:pt x="445389" y="148018"/>
                  </a:lnTo>
                  <a:lnTo>
                    <a:pt x="445389" y="68668"/>
                  </a:lnTo>
                  <a:lnTo>
                    <a:pt x="456057" y="68668"/>
                  </a:lnTo>
                  <a:lnTo>
                    <a:pt x="456057" y="50380"/>
                  </a:lnTo>
                  <a:lnTo>
                    <a:pt x="413283" y="50380"/>
                  </a:lnTo>
                  <a:lnTo>
                    <a:pt x="413283" y="28956"/>
                  </a:lnTo>
                  <a:lnTo>
                    <a:pt x="425361" y="26911"/>
                  </a:lnTo>
                  <a:lnTo>
                    <a:pt x="436473" y="25133"/>
                  </a:lnTo>
                  <a:lnTo>
                    <a:pt x="446595" y="23380"/>
                  </a:lnTo>
                  <a:lnTo>
                    <a:pt x="456057" y="21336"/>
                  </a:lnTo>
                  <a:close/>
                </a:path>
                <a:path w="974725" h="151130">
                  <a:moveTo>
                    <a:pt x="513956" y="6096"/>
                  </a:moveTo>
                  <a:lnTo>
                    <a:pt x="492620" y="0"/>
                  </a:lnTo>
                  <a:lnTo>
                    <a:pt x="485482" y="19443"/>
                  </a:lnTo>
                  <a:lnTo>
                    <a:pt x="477761" y="36626"/>
                  </a:lnTo>
                  <a:lnTo>
                    <a:pt x="469480" y="51511"/>
                  </a:lnTo>
                  <a:lnTo>
                    <a:pt x="460616" y="64096"/>
                  </a:lnTo>
                  <a:lnTo>
                    <a:pt x="462648" y="70954"/>
                  </a:lnTo>
                  <a:lnTo>
                    <a:pt x="464235" y="77812"/>
                  </a:lnTo>
                  <a:lnTo>
                    <a:pt x="465556" y="84670"/>
                  </a:lnTo>
                  <a:lnTo>
                    <a:pt x="466712" y="91528"/>
                  </a:lnTo>
                  <a:lnTo>
                    <a:pt x="469760" y="86956"/>
                  </a:lnTo>
                  <a:lnTo>
                    <a:pt x="474332" y="82384"/>
                  </a:lnTo>
                  <a:lnTo>
                    <a:pt x="477380" y="77812"/>
                  </a:lnTo>
                  <a:lnTo>
                    <a:pt x="477380" y="148018"/>
                  </a:lnTo>
                  <a:lnTo>
                    <a:pt x="497192" y="148018"/>
                  </a:lnTo>
                  <a:lnTo>
                    <a:pt x="497192" y="129730"/>
                  </a:lnTo>
                  <a:lnTo>
                    <a:pt x="497192" y="77812"/>
                  </a:lnTo>
                  <a:lnTo>
                    <a:pt x="497192" y="44284"/>
                  </a:lnTo>
                  <a:lnTo>
                    <a:pt x="501751" y="35712"/>
                  </a:lnTo>
                  <a:lnTo>
                    <a:pt x="506145" y="26301"/>
                  </a:lnTo>
                  <a:lnTo>
                    <a:pt x="510273" y="16332"/>
                  </a:lnTo>
                  <a:lnTo>
                    <a:pt x="513956" y="6096"/>
                  </a:lnTo>
                  <a:close/>
                </a:path>
                <a:path w="974725" h="151130">
                  <a:moveTo>
                    <a:pt x="599401" y="19812"/>
                  </a:moveTo>
                  <a:lnTo>
                    <a:pt x="593420" y="15240"/>
                  </a:lnTo>
                  <a:lnTo>
                    <a:pt x="587019" y="10668"/>
                  </a:lnTo>
                  <a:lnTo>
                    <a:pt x="580326" y="6096"/>
                  </a:lnTo>
                  <a:lnTo>
                    <a:pt x="573493" y="1524"/>
                  </a:lnTo>
                  <a:lnTo>
                    <a:pt x="561200" y="15240"/>
                  </a:lnTo>
                  <a:lnTo>
                    <a:pt x="569810" y="21767"/>
                  </a:lnTo>
                  <a:lnTo>
                    <a:pt x="582942" y="31991"/>
                  </a:lnTo>
                  <a:lnTo>
                    <a:pt x="587209" y="35140"/>
                  </a:lnTo>
                  <a:lnTo>
                    <a:pt x="599401" y="19812"/>
                  </a:lnTo>
                  <a:close/>
                </a:path>
                <a:path w="974725" h="151130">
                  <a:moveTo>
                    <a:pt x="610069" y="103720"/>
                  </a:moveTo>
                  <a:lnTo>
                    <a:pt x="603973" y="100672"/>
                  </a:lnTo>
                  <a:lnTo>
                    <a:pt x="597877" y="99148"/>
                  </a:lnTo>
                  <a:lnTo>
                    <a:pt x="591781" y="96100"/>
                  </a:lnTo>
                  <a:lnTo>
                    <a:pt x="590664" y="106375"/>
                  </a:lnTo>
                  <a:lnTo>
                    <a:pt x="589686" y="114198"/>
                  </a:lnTo>
                  <a:lnTo>
                    <a:pt x="589000" y="119468"/>
                  </a:lnTo>
                  <a:lnTo>
                    <a:pt x="588733" y="122008"/>
                  </a:lnTo>
                  <a:lnTo>
                    <a:pt x="585685" y="125056"/>
                  </a:lnTo>
                  <a:lnTo>
                    <a:pt x="576541" y="125056"/>
                  </a:lnTo>
                  <a:lnTo>
                    <a:pt x="575017" y="122008"/>
                  </a:lnTo>
                  <a:lnTo>
                    <a:pt x="575017" y="59524"/>
                  </a:lnTo>
                  <a:lnTo>
                    <a:pt x="608545" y="59524"/>
                  </a:lnTo>
                  <a:lnTo>
                    <a:pt x="608545" y="39712"/>
                  </a:lnTo>
                  <a:lnTo>
                    <a:pt x="547484" y="39712"/>
                  </a:lnTo>
                  <a:lnTo>
                    <a:pt x="548373" y="24498"/>
                  </a:lnTo>
                  <a:lnTo>
                    <a:pt x="548474" y="21767"/>
                  </a:lnTo>
                  <a:lnTo>
                    <a:pt x="548576" y="19443"/>
                  </a:lnTo>
                  <a:lnTo>
                    <a:pt x="548690" y="16332"/>
                  </a:lnTo>
                  <a:lnTo>
                    <a:pt x="548817" y="13157"/>
                  </a:lnTo>
                  <a:lnTo>
                    <a:pt x="548881" y="10668"/>
                  </a:lnTo>
                  <a:lnTo>
                    <a:pt x="548982" y="6096"/>
                  </a:lnTo>
                  <a:lnTo>
                    <a:pt x="549008" y="1524"/>
                  </a:lnTo>
                  <a:lnTo>
                    <a:pt x="529196" y="1524"/>
                  </a:lnTo>
                  <a:lnTo>
                    <a:pt x="529082" y="6096"/>
                  </a:lnTo>
                  <a:lnTo>
                    <a:pt x="528967" y="10668"/>
                  </a:lnTo>
                  <a:lnTo>
                    <a:pt x="527913" y="29641"/>
                  </a:lnTo>
                  <a:lnTo>
                    <a:pt x="527862" y="31991"/>
                  </a:lnTo>
                  <a:lnTo>
                    <a:pt x="527748" y="36626"/>
                  </a:lnTo>
                  <a:lnTo>
                    <a:pt x="527672" y="39712"/>
                  </a:lnTo>
                  <a:lnTo>
                    <a:pt x="503288" y="39712"/>
                  </a:lnTo>
                  <a:lnTo>
                    <a:pt x="503288" y="59524"/>
                  </a:lnTo>
                  <a:lnTo>
                    <a:pt x="527672" y="59524"/>
                  </a:lnTo>
                  <a:lnTo>
                    <a:pt x="524840" y="81203"/>
                  </a:lnTo>
                  <a:lnTo>
                    <a:pt x="518718" y="100304"/>
                  </a:lnTo>
                  <a:lnTo>
                    <a:pt x="509460" y="116573"/>
                  </a:lnTo>
                  <a:lnTo>
                    <a:pt x="497192" y="129730"/>
                  </a:lnTo>
                  <a:lnTo>
                    <a:pt x="506336" y="141922"/>
                  </a:lnTo>
                  <a:lnTo>
                    <a:pt x="538721" y="110629"/>
                  </a:lnTo>
                  <a:lnTo>
                    <a:pt x="549008" y="59524"/>
                  </a:lnTo>
                  <a:lnTo>
                    <a:pt x="555104" y="59524"/>
                  </a:lnTo>
                  <a:lnTo>
                    <a:pt x="555104" y="122008"/>
                  </a:lnTo>
                  <a:lnTo>
                    <a:pt x="556260" y="131838"/>
                  </a:lnTo>
                  <a:lnTo>
                    <a:pt x="559689" y="138480"/>
                  </a:lnTo>
                  <a:lnTo>
                    <a:pt x="565442" y="142252"/>
                  </a:lnTo>
                  <a:lnTo>
                    <a:pt x="573493" y="143446"/>
                  </a:lnTo>
                  <a:lnTo>
                    <a:pt x="591781" y="143446"/>
                  </a:lnTo>
                  <a:lnTo>
                    <a:pt x="609168" y="112280"/>
                  </a:lnTo>
                  <a:lnTo>
                    <a:pt x="610069" y="103720"/>
                  </a:lnTo>
                  <a:close/>
                </a:path>
                <a:path w="974725" h="151130">
                  <a:moveTo>
                    <a:pt x="765619" y="106768"/>
                  </a:moveTo>
                  <a:lnTo>
                    <a:pt x="759523" y="105244"/>
                  </a:lnTo>
                  <a:lnTo>
                    <a:pt x="753427" y="102196"/>
                  </a:lnTo>
                  <a:lnTo>
                    <a:pt x="745807" y="99148"/>
                  </a:lnTo>
                  <a:lnTo>
                    <a:pt x="744283" y="112864"/>
                  </a:lnTo>
                  <a:lnTo>
                    <a:pt x="742759" y="120484"/>
                  </a:lnTo>
                  <a:lnTo>
                    <a:pt x="741235" y="123532"/>
                  </a:lnTo>
                  <a:lnTo>
                    <a:pt x="738187" y="126580"/>
                  </a:lnTo>
                  <a:lnTo>
                    <a:pt x="724471" y="126580"/>
                  </a:lnTo>
                  <a:lnTo>
                    <a:pt x="721423" y="123532"/>
                  </a:lnTo>
                  <a:lnTo>
                    <a:pt x="721423" y="86956"/>
                  </a:lnTo>
                  <a:lnTo>
                    <a:pt x="764095" y="86956"/>
                  </a:lnTo>
                  <a:lnTo>
                    <a:pt x="764095" y="67144"/>
                  </a:lnTo>
                  <a:lnTo>
                    <a:pt x="704659" y="67144"/>
                  </a:lnTo>
                  <a:lnTo>
                    <a:pt x="704659" y="44284"/>
                  </a:lnTo>
                  <a:lnTo>
                    <a:pt x="754951" y="44284"/>
                  </a:lnTo>
                  <a:lnTo>
                    <a:pt x="754951" y="24384"/>
                  </a:lnTo>
                  <a:lnTo>
                    <a:pt x="704659" y="24384"/>
                  </a:lnTo>
                  <a:lnTo>
                    <a:pt x="704659" y="0"/>
                  </a:lnTo>
                  <a:lnTo>
                    <a:pt x="681697" y="0"/>
                  </a:lnTo>
                  <a:lnTo>
                    <a:pt x="681697" y="24384"/>
                  </a:lnTo>
                  <a:lnTo>
                    <a:pt x="657313" y="24384"/>
                  </a:lnTo>
                  <a:lnTo>
                    <a:pt x="660361" y="19812"/>
                  </a:lnTo>
                  <a:lnTo>
                    <a:pt x="663409" y="7620"/>
                  </a:lnTo>
                  <a:lnTo>
                    <a:pt x="643597" y="3048"/>
                  </a:lnTo>
                  <a:lnTo>
                    <a:pt x="639597" y="15633"/>
                  </a:lnTo>
                  <a:lnTo>
                    <a:pt x="634453" y="28244"/>
                  </a:lnTo>
                  <a:lnTo>
                    <a:pt x="628167" y="40843"/>
                  </a:lnTo>
                  <a:lnTo>
                    <a:pt x="620737" y="53428"/>
                  </a:lnTo>
                  <a:lnTo>
                    <a:pt x="629881" y="58000"/>
                  </a:lnTo>
                  <a:lnTo>
                    <a:pt x="637501" y="64096"/>
                  </a:lnTo>
                  <a:lnTo>
                    <a:pt x="646645" y="51904"/>
                  </a:lnTo>
                  <a:lnTo>
                    <a:pt x="649693" y="44284"/>
                  </a:lnTo>
                  <a:lnTo>
                    <a:pt x="681697" y="44284"/>
                  </a:lnTo>
                  <a:lnTo>
                    <a:pt x="681697" y="67144"/>
                  </a:lnTo>
                  <a:lnTo>
                    <a:pt x="617689" y="67144"/>
                  </a:lnTo>
                  <a:lnTo>
                    <a:pt x="617689" y="86956"/>
                  </a:lnTo>
                  <a:lnTo>
                    <a:pt x="657313" y="86956"/>
                  </a:lnTo>
                  <a:lnTo>
                    <a:pt x="654100" y="101828"/>
                  </a:lnTo>
                  <a:lnTo>
                    <a:pt x="646455" y="114401"/>
                  </a:lnTo>
                  <a:lnTo>
                    <a:pt x="633958" y="124726"/>
                  </a:lnTo>
                  <a:lnTo>
                    <a:pt x="616165" y="132778"/>
                  </a:lnTo>
                  <a:lnTo>
                    <a:pt x="622261" y="138874"/>
                  </a:lnTo>
                  <a:lnTo>
                    <a:pt x="626833" y="144970"/>
                  </a:lnTo>
                  <a:lnTo>
                    <a:pt x="632929" y="151066"/>
                  </a:lnTo>
                  <a:lnTo>
                    <a:pt x="652932" y="140195"/>
                  </a:lnTo>
                  <a:lnTo>
                    <a:pt x="667219" y="125869"/>
                  </a:lnTo>
                  <a:lnTo>
                    <a:pt x="675792" y="108127"/>
                  </a:lnTo>
                  <a:lnTo>
                    <a:pt x="678649" y="86956"/>
                  </a:lnTo>
                  <a:lnTo>
                    <a:pt x="700087" y="86956"/>
                  </a:lnTo>
                  <a:lnTo>
                    <a:pt x="700087" y="123532"/>
                  </a:lnTo>
                  <a:lnTo>
                    <a:pt x="701535" y="133591"/>
                  </a:lnTo>
                  <a:lnTo>
                    <a:pt x="705993" y="140766"/>
                  </a:lnTo>
                  <a:lnTo>
                    <a:pt x="713587" y="145059"/>
                  </a:lnTo>
                  <a:lnTo>
                    <a:pt x="724471" y="146494"/>
                  </a:lnTo>
                  <a:lnTo>
                    <a:pt x="747331" y="146494"/>
                  </a:lnTo>
                  <a:lnTo>
                    <a:pt x="763333" y="118224"/>
                  </a:lnTo>
                  <a:lnTo>
                    <a:pt x="765619" y="106768"/>
                  </a:lnTo>
                  <a:close/>
                </a:path>
                <a:path w="974725" h="151130">
                  <a:moveTo>
                    <a:pt x="831151" y="36664"/>
                  </a:moveTo>
                  <a:lnTo>
                    <a:pt x="814387" y="27432"/>
                  </a:lnTo>
                  <a:lnTo>
                    <a:pt x="811339" y="35140"/>
                  </a:lnTo>
                  <a:lnTo>
                    <a:pt x="808291" y="41236"/>
                  </a:lnTo>
                  <a:lnTo>
                    <a:pt x="803719" y="45808"/>
                  </a:lnTo>
                  <a:lnTo>
                    <a:pt x="799147" y="47332"/>
                  </a:lnTo>
                  <a:lnTo>
                    <a:pt x="791527" y="47332"/>
                  </a:lnTo>
                  <a:lnTo>
                    <a:pt x="796378" y="39636"/>
                  </a:lnTo>
                  <a:lnTo>
                    <a:pt x="801814" y="30340"/>
                  </a:lnTo>
                  <a:lnTo>
                    <a:pt x="807808" y="19608"/>
                  </a:lnTo>
                  <a:lnTo>
                    <a:pt x="814387" y="7620"/>
                  </a:lnTo>
                  <a:lnTo>
                    <a:pt x="794575" y="0"/>
                  </a:lnTo>
                  <a:lnTo>
                    <a:pt x="787971" y="15989"/>
                  </a:lnTo>
                  <a:lnTo>
                    <a:pt x="781812" y="29578"/>
                  </a:lnTo>
                  <a:lnTo>
                    <a:pt x="775919" y="40589"/>
                  </a:lnTo>
                  <a:lnTo>
                    <a:pt x="770191" y="48856"/>
                  </a:lnTo>
                  <a:lnTo>
                    <a:pt x="774763" y="65620"/>
                  </a:lnTo>
                  <a:lnTo>
                    <a:pt x="779335" y="65620"/>
                  </a:lnTo>
                  <a:lnTo>
                    <a:pt x="785431" y="64096"/>
                  </a:lnTo>
                  <a:lnTo>
                    <a:pt x="793051" y="64096"/>
                  </a:lnTo>
                  <a:lnTo>
                    <a:pt x="787374" y="72440"/>
                  </a:lnTo>
                  <a:lnTo>
                    <a:pt x="782002" y="79336"/>
                  </a:lnTo>
                  <a:lnTo>
                    <a:pt x="777189" y="85102"/>
                  </a:lnTo>
                  <a:lnTo>
                    <a:pt x="773239" y="90004"/>
                  </a:lnTo>
                  <a:lnTo>
                    <a:pt x="777811" y="106768"/>
                  </a:lnTo>
                  <a:lnTo>
                    <a:pt x="786422" y="104749"/>
                  </a:lnTo>
                  <a:lnTo>
                    <a:pt x="796480" y="103149"/>
                  </a:lnTo>
                  <a:lnTo>
                    <a:pt x="808240" y="101841"/>
                  </a:lnTo>
                  <a:lnTo>
                    <a:pt x="822007" y="100672"/>
                  </a:lnTo>
                  <a:lnTo>
                    <a:pt x="822007" y="86956"/>
                  </a:lnTo>
                  <a:lnTo>
                    <a:pt x="822515" y="85432"/>
                  </a:lnTo>
                  <a:lnTo>
                    <a:pt x="822617" y="85102"/>
                  </a:lnTo>
                  <a:lnTo>
                    <a:pt x="823531" y="82384"/>
                  </a:lnTo>
                  <a:lnTo>
                    <a:pt x="815911" y="82384"/>
                  </a:lnTo>
                  <a:lnTo>
                    <a:pt x="808291" y="83908"/>
                  </a:lnTo>
                  <a:lnTo>
                    <a:pt x="799147" y="85432"/>
                  </a:lnTo>
                  <a:lnTo>
                    <a:pt x="806297" y="76288"/>
                  </a:lnTo>
                  <a:lnTo>
                    <a:pt x="814006" y="65049"/>
                  </a:lnTo>
                  <a:lnTo>
                    <a:pt x="814590" y="64096"/>
                  </a:lnTo>
                  <a:lnTo>
                    <a:pt x="822286" y="51790"/>
                  </a:lnTo>
                  <a:lnTo>
                    <a:pt x="824890" y="47332"/>
                  </a:lnTo>
                  <a:lnTo>
                    <a:pt x="831151" y="36664"/>
                  </a:lnTo>
                  <a:close/>
                </a:path>
                <a:path w="974725" h="151130">
                  <a:moveTo>
                    <a:pt x="921156" y="129730"/>
                  </a:moveTo>
                  <a:lnTo>
                    <a:pt x="917930" y="128206"/>
                  </a:lnTo>
                  <a:lnTo>
                    <a:pt x="913676" y="126199"/>
                  </a:lnTo>
                  <a:lnTo>
                    <a:pt x="907059" y="122402"/>
                  </a:lnTo>
                  <a:lnTo>
                    <a:pt x="901014" y="118059"/>
                  </a:lnTo>
                  <a:lnTo>
                    <a:pt x="895248" y="112864"/>
                  </a:lnTo>
                  <a:lnTo>
                    <a:pt x="901573" y="103149"/>
                  </a:lnTo>
                  <a:lnTo>
                    <a:pt x="904316" y="97624"/>
                  </a:lnTo>
                  <a:lnTo>
                    <a:pt x="906868" y="92481"/>
                  </a:lnTo>
                  <a:lnTo>
                    <a:pt x="911326" y="80937"/>
                  </a:lnTo>
                  <a:lnTo>
                    <a:pt x="915060" y="68668"/>
                  </a:lnTo>
                  <a:lnTo>
                    <a:pt x="915060" y="50380"/>
                  </a:lnTo>
                  <a:lnTo>
                    <a:pt x="893724" y="50380"/>
                  </a:lnTo>
                  <a:lnTo>
                    <a:pt x="893724" y="68668"/>
                  </a:lnTo>
                  <a:lnTo>
                    <a:pt x="891197" y="76288"/>
                  </a:lnTo>
                  <a:lnTo>
                    <a:pt x="888009" y="83718"/>
                  </a:lnTo>
                  <a:lnTo>
                    <a:pt x="887907" y="83908"/>
                  </a:lnTo>
                  <a:lnTo>
                    <a:pt x="884301" y="90754"/>
                  </a:lnTo>
                  <a:lnTo>
                    <a:pt x="880008" y="97624"/>
                  </a:lnTo>
                  <a:lnTo>
                    <a:pt x="873175" y="86194"/>
                  </a:lnTo>
                  <a:lnTo>
                    <a:pt x="873099" y="86055"/>
                  </a:lnTo>
                  <a:lnTo>
                    <a:pt x="868337" y="76288"/>
                  </a:lnTo>
                  <a:lnTo>
                    <a:pt x="866457" y="72440"/>
                  </a:lnTo>
                  <a:lnTo>
                    <a:pt x="860082" y="56476"/>
                  </a:lnTo>
                  <a:lnTo>
                    <a:pt x="854100" y="38188"/>
                  </a:lnTo>
                  <a:lnTo>
                    <a:pt x="854100" y="27432"/>
                  </a:lnTo>
                  <a:lnTo>
                    <a:pt x="881532" y="27432"/>
                  </a:lnTo>
                  <a:lnTo>
                    <a:pt x="870864" y="50380"/>
                  </a:lnTo>
                  <a:lnTo>
                    <a:pt x="870864" y="68668"/>
                  </a:lnTo>
                  <a:lnTo>
                    <a:pt x="893724" y="68668"/>
                  </a:lnTo>
                  <a:lnTo>
                    <a:pt x="893724" y="50380"/>
                  </a:lnTo>
                  <a:lnTo>
                    <a:pt x="905916" y="25908"/>
                  </a:lnTo>
                  <a:lnTo>
                    <a:pt x="905916" y="9144"/>
                  </a:lnTo>
                  <a:lnTo>
                    <a:pt x="823531" y="9144"/>
                  </a:lnTo>
                  <a:lnTo>
                    <a:pt x="823531" y="27432"/>
                  </a:lnTo>
                  <a:lnTo>
                    <a:pt x="835723" y="27432"/>
                  </a:lnTo>
                  <a:lnTo>
                    <a:pt x="834199" y="38188"/>
                  </a:lnTo>
                  <a:lnTo>
                    <a:pt x="834199" y="51790"/>
                  </a:lnTo>
                  <a:lnTo>
                    <a:pt x="832434" y="72771"/>
                  </a:lnTo>
                  <a:lnTo>
                    <a:pt x="829246" y="91909"/>
                  </a:lnTo>
                  <a:lnTo>
                    <a:pt x="824331" y="109347"/>
                  </a:lnTo>
                  <a:lnTo>
                    <a:pt x="817435" y="125056"/>
                  </a:lnTo>
                  <a:lnTo>
                    <a:pt x="817435" y="115912"/>
                  </a:lnTo>
                  <a:lnTo>
                    <a:pt x="818959" y="112864"/>
                  </a:lnTo>
                  <a:lnTo>
                    <a:pt x="807262" y="114249"/>
                  </a:lnTo>
                  <a:lnTo>
                    <a:pt x="782739" y="117589"/>
                  </a:lnTo>
                  <a:lnTo>
                    <a:pt x="770191" y="118960"/>
                  </a:lnTo>
                  <a:lnTo>
                    <a:pt x="773239" y="140398"/>
                  </a:lnTo>
                  <a:lnTo>
                    <a:pt x="811339" y="132778"/>
                  </a:lnTo>
                  <a:lnTo>
                    <a:pt x="815911" y="137350"/>
                  </a:lnTo>
                  <a:lnTo>
                    <a:pt x="818959" y="143446"/>
                  </a:lnTo>
                  <a:lnTo>
                    <a:pt x="823531" y="149542"/>
                  </a:lnTo>
                  <a:lnTo>
                    <a:pt x="833869" y="135521"/>
                  </a:lnTo>
                  <a:lnTo>
                    <a:pt x="835177" y="132778"/>
                  </a:lnTo>
                  <a:lnTo>
                    <a:pt x="838835" y="125056"/>
                  </a:lnTo>
                  <a:lnTo>
                    <a:pt x="841895" y="118630"/>
                  </a:lnTo>
                  <a:lnTo>
                    <a:pt x="847623" y="98882"/>
                  </a:lnTo>
                  <a:lnTo>
                    <a:pt x="851052" y="76288"/>
                  </a:lnTo>
                  <a:lnTo>
                    <a:pt x="854811" y="86194"/>
                  </a:lnTo>
                  <a:lnTo>
                    <a:pt x="858862" y="94957"/>
                  </a:lnTo>
                  <a:lnTo>
                    <a:pt x="863193" y="103149"/>
                  </a:lnTo>
                  <a:lnTo>
                    <a:pt x="867816" y="111340"/>
                  </a:lnTo>
                  <a:lnTo>
                    <a:pt x="861555" y="117017"/>
                  </a:lnTo>
                  <a:lnTo>
                    <a:pt x="854278" y="122402"/>
                  </a:lnTo>
                  <a:lnTo>
                    <a:pt x="846124" y="127241"/>
                  </a:lnTo>
                  <a:lnTo>
                    <a:pt x="837247" y="131254"/>
                  </a:lnTo>
                  <a:lnTo>
                    <a:pt x="841908" y="137350"/>
                  </a:lnTo>
                  <a:lnTo>
                    <a:pt x="846480" y="143446"/>
                  </a:lnTo>
                  <a:lnTo>
                    <a:pt x="849528" y="151066"/>
                  </a:lnTo>
                  <a:lnTo>
                    <a:pt x="858393" y="145351"/>
                  </a:lnTo>
                  <a:lnTo>
                    <a:pt x="866673" y="139636"/>
                  </a:lnTo>
                  <a:lnTo>
                    <a:pt x="874445" y="133870"/>
                  </a:lnTo>
                  <a:lnTo>
                    <a:pt x="881532" y="128206"/>
                  </a:lnTo>
                  <a:lnTo>
                    <a:pt x="887514" y="133870"/>
                  </a:lnTo>
                  <a:lnTo>
                    <a:pt x="893914" y="139255"/>
                  </a:lnTo>
                  <a:lnTo>
                    <a:pt x="900607" y="144068"/>
                  </a:lnTo>
                  <a:lnTo>
                    <a:pt x="907440" y="148018"/>
                  </a:lnTo>
                  <a:lnTo>
                    <a:pt x="910488" y="143446"/>
                  </a:lnTo>
                  <a:lnTo>
                    <a:pt x="915060" y="137350"/>
                  </a:lnTo>
                  <a:lnTo>
                    <a:pt x="921156" y="129730"/>
                  </a:lnTo>
                  <a:close/>
                </a:path>
                <a:path w="974725" h="151130">
                  <a:moveTo>
                    <a:pt x="974496" y="114388"/>
                  </a:moveTo>
                  <a:lnTo>
                    <a:pt x="972972" y="111340"/>
                  </a:lnTo>
                  <a:lnTo>
                    <a:pt x="969924" y="109816"/>
                  </a:lnTo>
                  <a:lnTo>
                    <a:pt x="968400" y="106768"/>
                  </a:lnTo>
                  <a:lnTo>
                    <a:pt x="965352" y="105244"/>
                  </a:lnTo>
                  <a:lnTo>
                    <a:pt x="956208" y="105244"/>
                  </a:lnTo>
                  <a:lnTo>
                    <a:pt x="953160" y="106768"/>
                  </a:lnTo>
                  <a:lnTo>
                    <a:pt x="951636" y="109816"/>
                  </a:lnTo>
                  <a:lnTo>
                    <a:pt x="947064" y="114388"/>
                  </a:lnTo>
                  <a:lnTo>
                    <a:pt x="947064" y="122008"/>
                  </a:lnTo>
                  <a:lnTo>
                    <a:pt x="948588" y="125056"/>
                  </a:lnTo>
                  <a:lnTo>
                    <a:pt x="951636" y="128206"/>
                  </a:lnTo>
                  <a:lnTo>
                    <a:pt x="953160" y="129730"/>
                  </a:lnTo>
                  <a:lnTo>
                    <a:pt x="957732" y="131254"/>
                  </a:lnTo>
                  <a:lnTo>
                    <a:pt x="965352" y="131254"/>
                  </a:lnTo>
                  <a:lnTo>
                    <a:pt x="968400" y="129730"/>
                  </a:lnTo>
                  <a:lnTo>
                    <a:pt x="969924" y="128206"/>
                  </a:lnTo>
                  <a:lnTo>
                    <a:pt x="972972" y="125056"/>
                  </a:lnTo>
                  <a:lnTo>
                    <a:pt x="974496" y="122008"/>
                  </a:lnTo>
                  <a:lnTo>
                    <a:pt x="974496" y="114388"/>
                  </a:lnTo>
                  <a:close/>
                </a:path>
                <a:path w="974725" h="151130">
                  <a:moveTo>
                    <a:pt x="974496" y="53428"/>
                  </a:moveTo>
                  <a:lnTo>
                    <a:pt x="972972" y="50380"/>
                  </a:lnTo>
                  <a:lnTo>
                    <a:pt x="969924" y="48856"/>
                  </a:lnTo>
                  <a:lnTo>
                    <a:pt x="968400" y="45808"/>
                  </a:lnTo>
                  <a:lnTo>
                    <a:pt x="965352" y="44284"/>
                  </a:lnTo>
                  <a:lnTo>
                    <a:pt x="957732" y="44284"/>
                  </a:lnTo>
                  <a:lnTo>
                    <a:pt x="953160" y="45808"/>
                  </a:lnTo>
                  <a:lnTo>
                    <a:pt x="951636" y="48856"/>
                  </a:lnTo>
                  <a:lnTo>
                    <a:pt x="948588" y="50380"/>
                  </a:lnTo>
                  <a:lnTo>
                    <a:pt x="947064" y="53428"/>
                  </a:lnTo>
                  <a:lnTo>
                    <a:pt x="947064" y="61048"/>
                  </a:lnTo>
                  <a:lnTo>
                    <a:pt x="948588" y="64096"/>
                  </a:lnTo>
                  <a:lnTo>
                    <a:pt x="951636" y="65620"/>
                  </a:lnTo>
                  <a:lnTo>
                    <a:pt x="953160" y="68668"/>
                  </a:lnTo>
                  <a:lnTo>
                    <a:pt x="956208" y="70192"/>
                  </a:lnTo>
                  <a:lnTo>
                    <a:pt x="965352" y="70192"/>
                  </a:lnTo>
                  <a:lnTo>
                    <a:pt x="968400" y="68668"/>
                  </a:lnTo>
                  <a:lnTo>
                    <a:pt x="969924" y="65620"/>
                  </a:lnTo>
                  <a:lnTo>
                    <a:pt x="972972" y="64096"/>
                  </a:lnTo>
                  <a:lnTo>
                    <a:pt x="974496" y="61048"/>
                  </a:lnTo>
                  <a:lnTo>
                    <a:pt x="974496" y="53428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993731" y="2802159"/>
              <a:ext cx="117443" cy="149542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132510" y="2802159"/>
              <a:ext cx="457485" cy="151066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649432" y="2818923"/>
              <a:ext cx="237934" cy="112966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910226" y="2817399"/>
              <a:ext cx="94583" cy="116014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8058150" y="2803683"/>
              <a:ext cx="150971" cy="146494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5854446" y="2802165"/>
              <a:ext cx="3331210" cy="352425"/>
            </a:xfrm>
            <a:custGeom>
              <a:avLst/>
              <a:gdLst/>
              <a:ahLst/>
              <a:cxnLst/>
              <a:rect l="l" t="t" r="r" b="b"/>
              <a:pathLst>
                <a:path w="3331209" h="352425">
                  <a:moveTo>
                    <a:pt x="51904" y="323469"/>
                  </a:moveTo>
                  <a:lnTo>
                    <a:pt x="48856" y="317373"/>
                  </a:lnTo>
                  <a:lnTo>
                    <a:pt x="47332" y="312699"/>
                  </a:lnTo>
                  <a:lnTo>
                    <a:pt x="45808" y="311175"/>
                  </a:lnTo>
                  <a:lnTo>
                    <a:pt x="44284" y="308127"/>
                  </a:lnTo>
                  <a:lnTo>
                    <a:pt x="41236" y="306603"/>
                  </a:lnTo>
                  <a:lnTo>
                    <a:pt x="38188" y="303555"/>
                  </a:lnTo>
                  <a:lnTo>
                    <a:pt x="35140" y="302031"/>
                  </a:lnTo>
                  <a:lnTo>
                    <a:pt x="32092" y="302031"/>
                  </a:lnTo>
                  <a:lnTo>
                    <a:pt x="29044" y="300507"/>
                  </a:lnTo>
                  <a:lnTo>
                    <a:pt x="22948" y="300507"/>
                  </a:lnTo>
                  <a:lnTo>
                    <a:pt x="18376" y="302031"/>
                  </a:lnTo>
                  <a:lnTo>
                    <a:pt x="15328" y="302031"/>
                  </a:lnTo>
                  <a:lnTo>
                    <a:pt x="12280" y="303555"/>
                  </a:lnTo>
                  <a:lnTo>
                    <a:pt x="3048" y="312699"/>
                  </a:lnTo>
                  <a:lnTo>
                    <a:pt x="1524" y="317373"/>
                  </a:lnTo>
                  <a:lnTo>
                    <a:pt x="0" y="320421"/>
                  </a:lnTo>
                  <a:lnTo>
                    <a:pt x="0" y="332613"/>
                  </a:lnTo>
                  <a:lnTo>
                    <a:pt x="1524" y="335661"/>
                  </a:lnTo>
                  <a:lnTo>
                    <a:pt x="3048" y="340233"/>
                  </a:lnTo>
                  <a:lnTo>
                    <a:pt x="7620" y="344805"/>
                  </a:lnTo>
                  <a:lnTo>
                    <a:pt x="9144" y="347853"/>
                  </a:lnTo>
                  <a:lnTo>
                    <a:pt x="15328" y="350901"/>
                  </a:lnTo>
                  <a:lnTo>
                    <a:pt x="18376" y="350901"/>
                  </a:lnTo>
                  <a:lnTo>
                    <a:pt x="22948" y="352425"/>
                  </a:lnTo>
                  <a:lnTo>
                    <a:pt x="29044" y="352425"/>
                  </a:lnTo>
                  <a:lnTo>
                    <a:pt x="32092" y="350901"/>
                  </a:lnTo>
                  <a:lnTo>
                    <a:pt x="35140" y="350901"/>
                  </a:lnTo>
                  <a:lnTo>
                    <a:pt x="41236" y="347853"/>
                  </a:lnTo>
                  <a:lnTo>
                    <a:pt x="44284" y="344805"/>
                  </a:lnTo>
                  <a:lnTo>
                    <a:pt x="45808" y="341757"/>
                  </a:lnTo>
                  <a:lnTo>
                    <a:pt x="47332" y="340233"/>
                  </a:lnTo>
                  <a:lnTo>
                    <a:pt x="48856" y="335661"/>
                  </a:lnTo>
                  <a:lnTo>
                    <a:pt x="51904" y="329565"/>
                  </a:lnTo>
                  <a:lnTo>
                    <a:pt x="51904" y="326517"/>
                  </a:lnTo>
                  <a:lnTo>
                    <a:pt x="51904" y="323469"/>
                  </a:lnTo>
                  <a:close/>
                </a:path>
                <a:path w="3331209" h="352425">
                  <a:moveTo>
                    <a:pt x="2490406" y="140398"/>
                  </a:moveTo>
                  <a:lnTo>
                    <a:pt x="2478214" y="140398"/>
                  </a:lnTo>
                  <a:lnTo>
                    <a:pt x="2478214" y="149542"/>
                  </a:lnTo>
                  <a:lnTo>
                    <a:pt x="2490406" y="149542"/>
                  </a:lnTo>
                  <a:lnTo>
                    <a:pt x="2490406" y="140398"/>
                  </a:lnTo>
                  <a:close/>
                </a:path>
                <a:path w="3331209" h="352425">
                  <a:moveTo>
                    <a:pt x="2490406" y="80860"/>
                  </a:moveTo>
                  <a:lnTo>
                    <a:pt x="2478214" y="80860"/>
                  </a:lnTo>
                  <a:lnTo>
                    <a:pt x="2478214" y="129730"/>
                  </a:lnTo>
                  <a:lnTo>
                    <a:pt x="2490406" y="129730"/>
                  </a:lnTo>
                  <a:lnTo>
                    <a:pt x="2490406" y="80860"/>
                  </a:lnTo>
                  <a:close/>
                </a:path>
                <a:path w="3331209" h="352425">
                  <a:moveTo>
                    <a:pt x="2505735" y="27012"/>
                  </a:moveTo>
                  <a:lnTo>
                    <a:pt x="2435542" y="27012"/>
                  </a:lnTo>
                  <a:lnTo>
                    <a:pt x="2435542" y="1612"/>
                  </a:lnTo>
                  <a:lnTo>
                    <a:pt x="2423350" y="1612"/>
                  </a:lnTo>
                  <a:lnTo>
                    <a:pt x="2423350" y="27012"/>
                  </a:lnTo>
                  <a:lnTo>
                    <a:pt x="2423350" y="38442"/>
                  </a:lnTo>
                  <a:lnTo>
                    <a:pt x="2423350" y="70192"/>
                  </a:lnTo>
                  <a:lnTo>
                    <a:pt x="2377630" y="70192"/>
                  </a:lnTo>
                  <a:lnTo>
                    <a:pt x="2377630" y="80352"/>
                  </a:lnTo>
                  <a:lnTo>
                    <a:pt x="2377630" y="129882"/>
                  </a:lnTo>
                  <a:lnTo>
                    <a:pt x="2377630" y="140042"/>
                  </a:lnTo>
                  <a:lnTo>
                    <a:pt x="2377630" y="148932"/>
                  </a:lnTo>
                  <a:lnTo>
                    <a:pt x="2389822" y="148932"/>
                  </a:lnTo>
                  <a:lnTo>
                    <a:pt x="2389822" y="140042"/>
                  </a:lnTo>
                  <a:lnTo>
                    <a:pt x="2490406" y="140042"/>
                  </a:lnTo>
                  <a:lnTo>
                    <a:pt x="2490406" y="129882"/>
                  </a:lnTo>
                  <a:lnTo>
                    <a:pt x="2389822" y="129882"/>
                  </a:lnTo>
                  <a:lnTo>
                    <a:pt x="2389822" y="80352"/>
                  </a:lnTo>
                  <a:lnTo>
                    <a:pt x="2490406" y="80352"/>
                  </a:lnTo>
                  <a:lnTo>
                    <a:pt x="2490406" y="70192"/>
                  </a:lnTo>
                  <a:lnTo>
                    <a:pt x="2435542" y="70192"/>
                  </a:lnTo>
                  <a:lnTo>
                    <a:pt x="2435542" y="38442"/>
                  </a:lnTo>
                  <a:lnTo>
                    <a:pt x="2505735" y="38442"/>
                  </a:lnTo>
                  <a:lnTo>
                    <a:pt x="2505735" y="27012"/>
                  </a:lnTo>
                  <a:close/>
                </a:path>
                <a:path w="3331209" h="352425">
                  <a:moveTo>
                    <a:pt x="2560599" y="6096"/>
                  </a:moveTo>
                  <a:lnTo>
                    <a:pt x="2548407" y="1524"/>
                  </a:lnTo>
                  <a:lnTo>
                    <a:pt x="2541854" y="20662"/>
                  </a:lnTo>
                  <a:lnTo>
                    <a:pt x="2533739" y="39103"/>
                  </a:lnTo>
                  <a:lnTo>
                    <a:pt x="2524188" y="56680"/>
                  </a:lnTo>
                  <a:lnTo>
                    <a:pt x="2513355" y="73240"/>
                  </a:lnTo>
                  <a:lnTo>
                    <a:pt x="2516403" y="82384"/>
                  </a:lnTo>
                  <a:lnTo>
                    <a:pt x="2533167" y="64096"/>
                  </a:lnTo>
                  <a:lnTo>
                    <a:pt x="2533167" y="148018"/>
                  </a:lnTo>
                  <a:lnTo>
                    <a:pt x="2545359" y="148018"/>
                  </a:lnTo>
                  <a:lnTo>
                    <a:pt x="2545359" y="64096"/>
                  </a:lnTo>
                  <a:lnTo>
                    <a:pt x="2545359" y="44284"/>
                  </a:lnTo>
                  <a:lnTo>
                    <a:pt x="2549029" y="35064"/>
                  </a:lnTo>
                  <a:lnTo>
                    <a:pt x="2552979" y="25730"/>
                  </a:lnTo>
                  <a:lnTo>
                    <a:pt x="2556929" y="16116"/>
                  </a:lnTo>
                  <a:lnTo>
                    <a:pt x="2560599" y="6096"/>
                  </a:lnTo>
                  <a:close/>
                </a:path>
                <a:path w="3331209" h="352425">
                  <a:moveTo>
                    <a:pt x="2649080" y="22860"/>
                  </a:moveTo>
                  <a:lnTo>
                    <a:pt x="2643301" y="18288"/>
                  </a:lnTo>
                  <a:lnTo>
                    <a:pt x="2637078" y="13716"/>
                  </a:lnTo>
                  <a:lnTo>
                    <a:pt x="2629966" y="9144"/>
                  </a:lnTo>
                  <a:lnTo>
                    <a:pt x="2621559" y="4572"/>
                  </a:lnTo>
                  <a:lnTo>
                    <a:pt x="2615463" y="12192"/>
                  </a:lnTo>
                  <a:lnTo>
                    <a:pt x="2622308" y="17005"/>
                  </a:lnTo>
                  <a:lnTo>
                    <a:pt x="2629039" y="22098"/>
                  </a:lnTo>
                  <a:lnTo>
                    <a:pt x="2635478" y="27190"/>
                  </a:lnTo>
                  <a:lnTo>
                    <a:pt x="2641460" y="32004"/>
                  </a:lnTo>
                  <a:lnTo>
                    <a:pt x="2644508" y="28956"/>
                  </a:lnTo>
                  <a:lnTo>
                    <a:pt x="2646032" y="25908"/>
                  </a:lnTo>
                  <a:lnTo>
                    <a:pt x="2649080" y="22860"/>
                  </a:lnTo>
                  <a:close/>
                </a:path>
                <a:path w="3331209" h="352425">
                  <a:moveTo>
                    <a:pt x="2662796" y="103720"/>
                  </a:moveTo>
                  <a:lnTo>
                    <a:pt x="2658224" y="102196"/>
                  </a:lnTo>
                  <a:lnTo>
                    <a:pt x="2655176" y="100672"/>
                  </a:lnTo>
                  <a:lnTo>
                    <a:pt x="2650604" y="99148"/>
                  </a:lnTo>
                  <a:lnTo>
                    <a:pt x="2650604" y="108292"/>
                  </a:lnTo>
                  <a:lnTo>
                    <a:pt x="2649080" y="115912"/>
                  </a:lnTo>
                  <a:lnTo>
                    <a:pt x="2649080" y="122008"/>
                  </a:lnTo>
                  <a:lnTo>
                    <a:pt x="2647556" y="128206"/>
                  </a:lnTo>
                  <a:lnTo>
                    <a:pt x="2644508" y="132778"/>
                  </a:lnTo>
                  <a:lnTo>
                    <a:pt x="2621559" y="132778"/>
                  </a:lnTo>
                  <a:lnTo>
                    <a:pt x="2618511" y="129730"/>
                  </a:lnTo>
                  <a:lnTo>
                    <a:pt x="2618511" y="53428"/>
                  </a:lnTo>
                  <a:lnTo>
                    <a:pt x="2661272" y="53428"/>
                  </a:lnTo>
                  <a:lnTo>
                    <a:pt x="2661272" y="42760"/>
                  </a:lnTo>
                  <a:lnTo>
                    <a:pt x="2600223" y="42760"/>
                  </a:lnTo>
                  <a:lnTo>
                    <a:pt x="2600223" y="1524"/>
                  </a:lnTo>
                  <a:lnTo>
                    <a:pt x="2589555" y="1524"/>
                  </a:lnTo>
                  <a:lnTo>
                    <a:pt x="2589453" y="6096"/>
                  </a:lnTo>
                  <a:lnTo>
                    <a:pt x="2589390" y="9144"/>
                  </a:lnTo>
                  <a:lnTo>
                    <a:pt x="2589314" y="12674"/>
                  </a:lnTo>
                  <a:lnTo>
                    <a:pt x="2589263" y="13716"/>
                  </a:lnTo>
                  <a:lnTo>
                    <a:pt x="2589149" y="16116"/>
                  </a:lnTo>
                  <a:lnTo>
                    <a:pt x="2589034" y="18288"/>
                  </a:lnTo>
                  <a:lnTo>
                    <a:pt x="2588920" y="20662"/>
                  </a:lnTo>
                  <a:lnTo>
                    <a:pt x="2588818" y="22860"/>
                  </a:lnTo>
                  <a:lnTo>
                    <a:pt x="2588793" y="23253"/>
                  </a:lnTo>
                  <a:lnTo>
                    <a:pt x="2588336" y="32004"/>
                  </a:lnTo>
                  <a:lnTo>
                    <a:pt x="2588222" y="35064"/>
                  </a:lnTo>
                  <a:lnTo>
                    <a:pt x="2588120" y="39103"/>
                  </a:lnTo>
                  <a:lnTo>
                    <a:pt x="2588031" y="42760"/>
                  </a:lnTo>
                  <a:lnTo>
                    <a:pt x="2556027" y="42760"/>
                  </a:lnTo>
                  <a:lnTo>
                    <a:pt x="2556027" y="53428"/>
                  </a:lnTo>
                  <a:lnTo>
                    <a:pt x="2588031" y="53428"/>
                  </a:lnTo>
                  <a:lnTo>
                    <a:pt x="2584869" y="77698"/>
                  </a:lnTo>
                  <a:lnTo>
                    <a:pt x="2577554" y="100114"/>
                  </a:lnTo>
                  <a:lnTo>
                    <a:pt x="2565958" y="120561"/>
                  </a:lnTo>
                  <a:lnTo>
                    <a:pt x="2549931" y="138874"/>
                  </a:lnTo>
                  <a:lnTo>
                    <a:pt x="2559075" y="148018"/>
                  </a:lnTo>
                  <a:lnTo>
                    <a:pt x="2588793" y="105829"/>
                  </a:lnTo>
                  <a:lnTo>
                    <a:pt x="2600223" y="53428"/>
                  </a:lnTo>
                  <a:lnTo>
                    <a:pt x="2606319" y="53428"/>
                  </a:lnTo>
                  <a:lnTo>
                    <a:pt x="2606319" y="131254"/>
                  </a:lnTo>
                  <a:lnTo>
                    <a:pt x="2607843" y="137350"/>
                  </a:lnTo>
                  <a:lnTo>
                    <a:pt x="2610891" y="138874"/>
                  </a:lnTo>
                  <a:lnTo>
                    <a:pt x="2613939" y="141922"/>
                  </a:lnTo>
                  <a:lnTo>
                    <a:pt x="2618511" y="143446"/>
                  </a:lnTo>
                  <a:lnTo>
                    <a:pt x="2646032" y="143446"/>
                  </a:lnTo>
                  <a:lnTo>
                    <a:pt x="2650604" y="141922"/>
                  </a:lnTo>
                  <a:lnTo>
                    <a:pt x="2653652" y="140398"/>
                  </a:lnTo>
                  <a:lnTo>
                    <a:pt x="2656700" y="137350"/>
                  </a:lnTo>
                  <a:lnTo>
                    <a:pt x="2659748" y="132778"/>
                  </a:lnTo>
                  <a:lnTo>
                    <a:pt x="2659748" y="126580"/>
                  </a:lnTo>
                  <a:lnTo>
                    <a:pt x="2662796" y="111340"/>
                  </a:lnTo>
                  <a:lnTo>
                    <a:pt x="2662796" y="103720"/>
                  </a:lnTo>
                  <a:close/>
                </a:path>
                <a:path w="3331209" h="352425">
                  <a:moveTo>
                    <a:pt x="2818346" y="108292"/>
                  </a:moveTo>
                  <a:lnTo>
                    <a:pt x="2813774" y="106768"/>
                  </a:lnTo>
                  <a:lnTo>
                    <a:pt x="2810726" y="105244"/>
                  </a:lnTo>
                  <a:lnTo>
                    <a:pt x="2806154" y="103720"/>
                  </a:lnTo>
                  <a:lnTo>
                    <a:pt x="2806154" y="114388"/>
                  </a:lnTo>
                  <a:lnTo>
                    <a:pt x="2804630" y="122008"/>
                  </a:lnTo>
                  <a:lnTo>
                    <a:pt x="2804630" y="126580"/>
                  </a:lnTo>
                  <a:lnTo>
                    <a:pt x="2803106" y="131254"/>
                  </a:lnTo>
                  <a:lnTo>
                    <a:pt x="2800058" y="134302"/>
                  </a:lnTo>
                  <a:lnTo>
                    <a:pt x="2777198" y="134302"/>
                  </a:lnTo>
                  <a:lnTo>
                    <a:pt x="2769476" y="135826"/>
                  </a:lnTo>
                  <a:lnTo>
                    <a:pt x="2766428" y="131254"/>
                  </a:lnTo>
                  <a:lnTo>
                    <a:pt x="2767952" y="123532"/>
                  </a:lnTo>
                  <a:lnTo>
                    <a:pt x="2767952" y="80860"/>
                  </a:lnTo>
                  <a:lnTo>
                    <a:pt x="2815298" y="80860"/>
                  </a:lnTo>
                  <a:lnTo>
                    <a:pt x="2815298" y="70192"/>
                  </a:lnTo>
                  <a:lnTo>
                    <a:pt x="2749664" y="70192"/>
                  </a:lnTo>
                  <a:lnTo>
                    <a:pt x="2749664" y="38188"/>
                  </a:lnTo>
                  <a:lnTo>
                    <a:pt x="2806154" y="38188"/>
                  </a:lnTo>
                  <a:lnTo>
                    <a:pt x="2806154" y="25908"/>
                  </a:lnTo>
                  <a:lnTo>
                    <a:pt x="2749664" y="25908"/>
                  </a:lnTo>
                  <a:lnTo>
                    <a:pt x="2749664" y="1524"/>
                  </a:lnTo>
                  <a:lnTo>
                    <a:pt x="2737472" y="1524"/>
                  </a:lnTo>
                  <a:lnTo>
                    <a:pt x="2737472" y="25908"/>
                  </a:lnTo>
                  <a:lnTo>
                    <a:pt x="2705468" y="25908"/>
                  </a:lnTo>
                  <a:lnTo>
                    <a:pt x="2708516" y="21336"/>
                  </a:lnTo>
                  <a:lnTo>
                    <a:pt x="2711564" y="13716"/>
                  </a:lnTo>
                  <a:lnTo>
                    <a:pt x="2713088" y="7620"/>
                  </a:lnTo>
                  <a:lnTo>
                    <a:pt x="2700896" y="4572"/>
                  </a:lnTo>
                  <a:lnTo>
                    <a:pt x="2695994" y="19113"/>
                  </a:lnTo>
                  <a:lnTo>
                    <a:pt x="2690228" y="32816"/>
                  </a:lnTo>
                  <a:lnTo>
                    <a:pt x="2683332" y="45377"/>
                  </a:lnTo>
                  <a:lnTo>
                    <a:pt x="2674988" y="56476"/>
                  </a:lnTo>
                  <a:lnTo>
                    <a:pt x="2678036" y="58000"/>
                  </a:lnTo>
                  <a:lnTo>
                    <a:pt x="2681084" y="61048"/>
                  </a:lnTo>
                  <a:lnTo>
                    <a:pt x="2685656" y="64096"/>
                  </a:lnTo>
                  <a:lnTo>
                    <a:pt x="2697238" y="45034"/>
                  </a:lnTo>
                  <a:lnTo>
                    <a:pt x="2700896" y="38188"/>
                  </a:lnTo>
                  <a:lnTo>
                    <a:pt x="2737472" y="38188"/>
                  </a:lnTo>
                  <a:lnTo>
                    <a:pt x="2737472" y="70192"/>
                  </a:lnTo>
                  <a:lnTo>
                    <a:pt x="2671940" y="70192"/>
                  </a:lnTo>
                  <a:lnTo>
                    <a:pt x="2671940" y="80860"/>
                  </a:lnTo>
                  <a:lnTo>
                    <a:pt x="2713088" y="80860"/>
                  </a:lnTo>
                  <a:lnTo>
                    <a:pt x="2712516" y="91681"/>
                  </a:lnTo>
                  <a:lnTo>
                    <a:pt x="2689656" y="128346"/>
                  </a:lnTo>
                  <a:lnTo>
                    <a:pt x="2667368" y="138874"/>
                  </a:lnTo>
                  <a:lnTo>
                    <a:pt x="2670416" y="143446"/>
                  </a:lnTo>
                  <a:lnTo>
                    <a:pt x="2671940" y="146494"/>
                  </a:lnTo>
                  <a:lnTo>
                    <a:pt x="2674988" y="149542"/>
                  </a:lnTo>
                  <a:lnTo>
                    <a:pt x="2688475" y="143510"/>
                  </a:lnTo>
                  <a:lnTo>
                    <a:pt x="2718854" y="113017"/>
                  </a:lnTo>
                  <a:lnTo>
                    <a:pt x="2725280" y="80860"/>
                  </a:lnTo>
                  <a:lnTo>
                    <a:pt x="2755760" y="80860"/>
                  </a:lnTo>
                  <a:lnTo>
                    <a:pt x="2755760" y="125056"/>
                  </a:lnTo>
                  <a:lnTo>
                    <a:pt x="2756293" y="134213"/>
                  </a:lnTo>
                  <a:lnTo>
                    <a:pt x="2759964" y="140766"/>
                  </a:lnTo>
                  <a:lnTo>
                    <a:pt x="2766517" y="144449"/>
                  </a:lnTo>
                  <a:lnTo>
                    <a:pt x="2775674" y="144970"/>
                  </a:lnTo>
                  <a:lnTo>
                    <a:pt x="2806154" y="144970"/>
                  </a:lnTo>
                  <a:lnTo>
                    <a:pt x="2809202" y="141922"/>
                  </a:lnTo>
                  <a:lnTo>
                    <a:pt x="2812250" y="140398"/>
                  </a:lnTo>
                  <a:lnTo>
                    <a:pt x="2815298" y="137350"/>
                  </a:lnTo>
                  <a:lnTo>
                    <a:pt x="2816822" y="132778"/>
                  </a:lnTo>
                  <a:lnTo>
                    <a:pt x="2816822" y="123532"/>
                  </a:lnTo>
                  <a:lnTo>
                    <a:pt x="2818346" y="115912"/>
                  </a:lnTo>
                  <a:lnTo>
                    <a:pt x="2818346" y="108292"/>
                  </a:lnTo>
                  <a:close/>
                </a:path>
                <a:path w="3331209" h="352425">
                  <a:moveTo>
                    <a:pt x="2871686" y="105244"/>
                  </a:moveTo>
                  <a:lnTo>
                    <a:pt x="2834614" y="115531"/>
                  </a:lnTo>
                  <a:lnTo>
                    <a:pt x="2822918" y="118960"/>
                  </a:lnTo>
                  <a:lnTo>
                    <a:pt x="2822968" y="119100"/>
                  </a:lnTo>
                  <a:lnTo>
                    <a:pt x="2823083" y="119354"/>
                  </a:lnTo>
                  <a:lnTo>
                    <a:pt x="2827490" y="129730"/>
                  </a:lnTo>
                  <a:lnTo>
                    <a:pt x="2837180" y="126250"/>
                  </a:lnTo>
                  <a:lnTo>
                    <a:pt x="2847873" y="122783"/>
                  </a:lnTo>
                  <a:lnTo>
                    <a:pt x="2859417" y="119354"/>
                  </a:lnTo>
                  <a:lnTo>
                    <a:pt x="2871686" y="115912"/>
                  </a:lnTo>
                  <a:lnTo>
                    <a:pt x="2871686" y="105244"/>
                  </a:lnTo>
                  <a:close/>
                </a:path>
                <a:path w="3331209" h="352425">
                  <a:moveTo>
                    <a:pt x="2877782" y="32004"/>
                  </a:moveTo>
                  <a:lnTo>
                    <a:pt x="2867114" y="27432"/>
                  </a:lnTo>
                  <a:lnTo>
                    <a:pt x="2862542" y="35140"/>
                  </a:lnTo>
                  <a:lnTo>
                    <a:pt x="2859494" y="41236"/>
                  </a:lnTo>
                  <a:lnTo>
                    <a:pt x="2854922" y="47332"/>
                  </a:lnTo>
                  <a:lnTo>
                    <a:pt x="2836634" y="47332"/>
                  </a:lnTo>
                  <a:lnTo>
                    <a:pt x="2842641" y="38722"/>
                  </a:lnTo>
                  <a:lnTo>
                    <a:pt x="2849207" y="28816"/>
                  </a:lnTo>
                  <a:lnTo>
                    <a:pt x="2856357" y="17475"/>
                  </a:lnTo>
                  <a:lnTo>
                    <a:pt x="2864066" y="4572"/>
                  </a:lnTo>
                  <a:lnTo>
                    <a:pt x="2851874" y="0"/>
                  </a:lnTo>
                  <a:lnTo>
                    <a:pt x="2844139" y="15989"/>
                  </a:lnTo>
                  <a:lnTo>
                    <a:pt x="2836824" y="29578"/>
                  </a:lnTo>
                  <a:lnTo>
                    <a:pt x="2829801" y="40589"/>
                  </a:lnTo>
                  <a:lnTo>
                    <a:pt x="2822918" y="48856"/>
                  </a:lnTo>
                  <a:lnTo>
                    <a:pt x="2825966" y="58000"/>
                  </a:lnTo>
                  <a:lnTo>
                    <a:pt x="2833586" y="58000"/>
                  </a:lnTo>
                  <a:lnTo>
                    <a:pt x="2842730" y="56476"/>
                  </a:lnTo>
                  <a:lnTo>
                    <a:pt x="2850350" y="56476"/>
                  </a:lnTo>
                  <a:lnTo>
                    <a:pt x="2843784" y="65938"/>
                  </a:lnTo>
                  <a:lnTo>
                    <a:pt x="2837777" y="73812"/>
                  </a:lnTo>
                  <a:lnTo>
                    <a:pt x="2832354" y="80276"/>
                  </a:lnTo>
                  <a:lnTo>
                    <a:pt x="2827490" y="85432"/>
                  </a:lnTo>
                  <a:lnTo>
                    <a:pt x="2830538" y="96100"/>
                  </a:lnTo>
                  <a:lnTo>
                    <a:pt x="2840202" y="94081"/>
                  </a:lnTo>
                  <a:lnTo>
                    <a:pt x="2850731" y="92481"/>
                  </a:lnTo>
                  <a:lnTo>
                    <a:pt x="2861830" y="91173"/>
                  </a:lnTo>
                  <a:lnTo>
                    <a:pt x="2873210" y="90004"/>
                  </a:lnTo>
                  <a:lnTo>
                    <a:pt x="2874734" y="85432"/>
                  </a:lnTo>
                  <a:lnTo>
                    <a:pt x="2874734" y="83908"/>
                  </a:lnTo>
                  <a:lnTo>
                    <a:pt x="2874734" y="79336"/>
                  </a:lnTo>
                  <a:lnTo>
                    <a:pt x="2842730" y="83908"/>
                  </a:lnTo>
                  <a:lnTo>
                    <a:pt x="2849918" y="74536"/>
                  </a:lnTo>
                  <a:lnTo>
                    <a:pt x="2857970" y="62572"/>
                  </a:lnTo>
                  <a:lnTo>
                    <a:pt x="2861894" y="56476"/>
                  </a:lnTo>
                  <a:lnTo>
                    <a:pt x="2867787" y="47332"/>
                  </a:lnTo>
                  <a:lnTo>
                    <a:pt x="2877782" y="32004"/>
                  </a:lnTo>
                  <a:close/>
                </a:path>
                <a:path w="3331209" h="352425">
                  <a:moveTo>
                    <a:pt x="2972371" y="135826"/>
                  </a:moveTo>
                  <a:lnTo>
                    <a:pt x="2962389" y="130048"/>
                  </a:lnTo>
                  <a:lnTo>
                    <a:pt x="2953131" y="123964"/>
                  </a:lnTo>
                  <a:lnTo>
                    <a:pt x="2948736" y="120484"/>
                  </a:lnTo>
                  <a:lnTo>
                    <a:pt x="2944723" y="117309"/>
                  </a:lnTo>
                  <a:lnTo>
                    <a:pt x="2937319" y="109816"/>
                  </a:lnTo>
                  <a:lnTo>
                    <a:pt x="2943745" y="100672"/>
                  </a:lnTo>
                  <a:lnTo>
                    <a:pt x="2944761" y="99225"/>
                  </a:lnTo>
                  <a:lnTo>
                    <a:pt x="2951226" y="87909"/>
                  </a:lnTo>
                  <a:lnTo>
                    <a:pt x="2956814" y="75742"/>
                  </a:lnTo>
                  <a:lnTo>
                    <a:pt x="2956890" y="75526"/>
                  </a:lnTo>
                  <a:lnTo>
                    <a:pt x="2961703" y="62572"/>
                  </a:lnTo>
                  <a:lnTo>
                    <a:pt x="2961703" y="51904"/>
                  </a:lnTo>
                  <a:lnTo>
                    <a:pt x="2947987" y="51904"/>
                  </a:lnTo>
                  <a:lnTo>
                    <a:pt x="2947987" y="62572"/>
                  </a:lnTo>
                  <a:lnTo>
                    <a:pt x="2944266" y="72821"/>
                  </a:lnTo>
                  <a:lnTo>
                    <a:pt x="2939986" y="82765"/>
                  </a:lnTo>
                  <a:lnTo>
                    <a:pt x="2935122" y="92151"/>
                  </a:lnTo>
                  <a:lnTo>
                    <a:pt x="2929699" y="100672"/>
                  </a:lnTo>
                  <a:lnTo>
                    <a:pt x="2921101" y="89242"/>
                  </a:lnTo>
                  <a:lnTo>
                    <a:pt x="2913494" y="75526"/>
                  </a:lnTo>
                  <a:lnTo>
                    <a:pt x="2910586" y="68668"/>
                  </a:lnTo>
                  <a:lnTo>
                    <a:pt x="2906725" y="59524"/>
                  </a:lnTo>
                  <a:lnTo>
                    <a:pt x="2900642" y="41236"/>
                  </a:lnTo>
                  <a:lnTo>
                    <a:pt x="2900642" y="19812"/>
                  </a:lnTo>
                  <a:lnTo>
                    <a:pt x="2937319" y="19812"/>
                  </a:lnTo>
                  <a:lnTo>
                    <a:pt x="2923603" y="51904"/>
                  </a:lnTo>
                  <a:lnTo>
                    <a:pt x="2923603" y="62572"/>
                  </a:lnTo>
                  <a:lnTo>
                    <a:pt x="2947987" y="62572"/>
                  </a:lnTo>
                  <a:lnTo>
                    <a:pt x="2947987" y="51904"/>
                  </a:lnTo>
                  <a:lnTo>
                    <a:pt x="2935795" y="51904"/>
                  </a:lnTo>
                  <a:lnTo>
                    <a:pt x="2951035" y="21336"/>
                  </a:lnTo>
                  <a:lnTo>
                    <a:pt x="2951035" y="9144"/>
                  </a:lnTo>
                  <a:lnTo>
                    <a:pt x="2874734" y="9144"/>
                  </a:lnTo>
                  <a:lnTo>
                    <a:pt x="2874734" y="19812"/>
                  </a:lnTo>
                  <a:lnTo>
                    <a:pt x="2888450" y="19812"/>
                  </a:lnTo>
                  <a:lnTo>
                    <a:pt x="2888335" y="29578"/>
                  </a:lnTo>
                  <a:lnTo>
                    <a:pt x="2888234" y="38722"/>
                  </a:lnTo>
                  <a:lnTo>
                    <a:pt x="2888170" y="44399"/>
                  </a:lnTo>
                  <a:lnTo>
                    <a:pt x="2888043" y="47332"/>
                  </a:lnTo>
                  <a:lnTo>
                    <a:pt x="2887980" y="48856"/>
                  </a:lnTo>
                  <a:lnTo>
                    <a:pt x="2887853" y="51904"/>
                  </a:lnTo>
                  <a:lnTo>
                    <a:pt x="2887307" y="65239"/>
                  </a:lnTo>
                  <a:lnTo>
                    <a:pt x="2887243" y="65938"/>
                  </a:lnTo>
                  <a:lnTo>
                    <a:pt x="2885884" y="82054"/>
                  </a:lnTo>
                  <a:lnTo>
                    <a:pt x="2885770" y="82765"/>
                  </a:lnTo>
                  <a:lnTo>
                    <a:pt x="2883878" y="94576"/>
                  </a:lnTo>
                  <a:lnTo>
                    <a:pt x="2879826" y="106870"/>
                  </a:lnTo>
                  <a:lnTo>
                    <a:pt x="2874353" y="118592"/>
                  </a:lnTo>
                  <a:lnTo>
                    <a:pt x="2867190" y="129730"/>
                  </a:lnTo>
                  <a:lnTo>
                    <a:pt x="2857970" y="140398"/>
                  </a:lnTo>
                  <a:lnTo>
                    <a:pt x="2861018" y="141922"/>
                  </a:lnTo>
                  <a:lnTo>
                    <a:pt x="2864066" y="144970"/>
                  </a:lnTo>
                  <a:lnTo>
                    <a:pt x="2868638" y="148018"/>
                  </a:lnTo>
                  <a:lnTo>
                    <a:pt x="2880906" y="131762"/>
                  </a:lnTo>
                  <a:lnTo>
                    <a:pt x="2890164" y="112915"/>
                  </a:lnTo>
                  <a:lnTo>
                    <a:pt x="2896285" y="91719"/>
                  </a:lnTo>
                  <a:lnTo>
                    <a:pt x="2896362" y="91173"/>
                  </a:lnTo>
                  <a:lnTo>
                    <a:pt x="2899118" y="68668"/>
                  </a:lnTo>
                  <a:lnTo>
                    <a:pt x="2903994" y="80695"/>
                  </a:lnTo>
                  <a:lnTo>
                    <a:pt x="2909455" y="91719"/>
                  </a:lnTo>
                  <a:lnTo>
                    <a:pt x="2915488" y="101892"/>
                  </a:lnTo>
                  <a:lnTo>
                    <a:pt x="2922079" y="111340"/>
                  </a:lnTo>
                  <a:lnTo>
                    <a:pt x="2913748" y="119100"/>
                  </a:lnTo>
                  <a:lnTo>
                    <a:pt x="2904693" y="126441"/>
                  </a:lnTo>
                  <a:lnTo>
                    <a:pt x="2894774" y="133502"/>
                  </a:lnTo>
                  <a:lnTo>
                    <a:pt x="2883878" y="140398"/>
                  </a:lnTo>
                  <a:lnTo>
                    <a:pt x="2886926" y="141922"/>
                  </a:lnTo>
                  <a:lnTo>
                    <a:pt x="2889974" y="146494"/>
                  </a:lnTo>
                  <a:lnTo>
                    <a:pt x="2893022" y="149542"/>
                  </a:lnTo>
                  <a:lnTo>
                    <a:pt x="2903042" y="143510"/>
                  </a:lnTo>
                  <a:lnTo>
                    <a:pt x="2912503" y="136766"/>
                  </a:lnTo>
                  <a:lnTo>
                    <a:pt x="2921393" y="129146"/>
                  </a:lnTo>
                  <a:lnTo>
                    <a:pt x="2929699" y="120484"/>
                  </a:lnTo>
                  <a:lnTo>
                    <a:pt x="2936862" y="127406"/>
                  </a:lnTo>
                  <a:lnTo>
                    <a:pt x="2944749" y="134289"/>
                  </a:lnTo>
                  <a:lnTo>
                    <a:pt x="2953486" y="141160"/>
                  </a:lnTo>
                  <a:lnTo>
                    <a:pt x="2963227" y="148018"/>
                  </a:lnTo>
                  <a:lnTo>
                    <a:pt x="2969323" y="138874"/>
                  </a:lnTo>
                  <a:lnTo>
                    <a:pt x="2972371" y="135826"/>
                  </a:lnTo>
                  <a:close/>
                </a:path>
                <a:path w="3331209" h="352425">
                  <a:moveTo>
                    <a:pt x="3059328" y="10668"/>
                  </a:moveTo>
                  <a:lnTo>
                    <a:pt x="3024174" y="10668"/>
                  </a:lnTo>
                  <a:lnTo>
                    <a:pt x="3024174" y="19812"/>
                  </a:lnTo>
                  <a:lnTo>
                    <a:pt x="3024174" y="39712"/>
                  </a:lnTo>
                  <a:lnTo>
                    <a:pt x="3015030" y="39712"/>
                  </a:lnTo>
                  <a:lnTo>
                    <a:pt x="3015030" y="19812"/>
                  </a:lnTo>
                  <a:lnTo>
                    <a:pt x="3024174" y="19812"/>
                  </a:lnTo>
                  <a:lnTo>
                    <a:pt x="3024174" y="10668"/>
                  </a:lnTo>
                  <a:lnTo>
                    <a:pt x="2979978" y="10668"/>
                  </a:lnTo>
                  <a:lnTo>
                    <a:pt x="2979978" y="19812"/>
                  </a:lnTo>
                  <a:lnTo>
                    <a:pt x="3004362" y="19812"/>
                  </a:lnTo>
                  <a:lnTo>
                    <a:pt x="3004362" y="39712"/>
                  </a:lnTo>
                  <a:lnTo>
                    <a:pt x="3004362" y="48856"/>
                  </a:lnTo>
                  <a:lnTo>
                    <a:pt x="3004362" y="54952"/>
                  </a:lnTo>
                  <a:lnTo>
                    <a:pt x="3003778" y="64668"/>
                  </a:lnTo>
                  <a:lnTo>
                    <a:pt x="3001886" y="73240"/>
                  </a:lnTo>
                  <a:lnTo>
                    <a:pt x="2998584" y="80670"/>
                  </a:lnTo>
                  <a:lnTo>
                    <a:pt x="2993694" y="86956"/>
                  </a:lnTo>
                  <a:lnTo>
                    <a:pt x="2993694" y="48856"/>
                  </a:lnTo>
                  <a:lnTo>
                    <a:pt x="3004362" y="48856"/>
                  </a:lnTo>
                  <a:lnTo>
                    <a:pt x="3004362" y="39712"/>
                  </a:lnTo>
                  <a:lnTo>
                    <a:pt x="2984550" y="39712"/>
                  </a:lnTo>
                  <a:lnTo>
                    <a:pt x="2984550" y="148018"/>
                  </a:lnTo>
                  <a:lnTo>
                    <a:pt x="2993694" y="148018"/>
                  </a:lnTo>
                  <a:lnTo>
                    <a:pt x="2993694" y="137350"/>
                  </a:lnTo>
                  <a:lnTo>
                    <a:pt x="3045510" y="137350"/>
                  </a:lnTo>
                  <a:lnTo>
                    <a:pt x="3045510" y="148018"/>
                  </a:lnTo>
                  <a:lnTo>
                    <a:pt x="3056280" y="148018"/>
                  </a:lnTo>
                  <a:lnTo>
                    <a:pt x="3056280" y="137350"/>
                  </a:lnTo>
                  <a:lnTo>
                    <a:pt x="3056280" y="128206"/>
                  </a:lnTo>
                  <a:lnTo>
                    <a:pt x="3056280" y="39712"/>
                  </a:lnTo>
                  <a:lnTo>
                    <a:pt x="3045510" y="39712"/>
                  </a:lnTo>
                  <a:lnTo>
                    <a:pt x="3045510" y="128206"/>
                  </a:lnTo>
                  <a:lnTo>
                    <a:pt x="2993694" y="128206"/>
                  </a:lnTo>
                  <a:lnTo>
                    <a:pt x="2993694" y="109816"/>
                  </a:lnTo>
                  <a:lnTo>
                    <a:pt x="3045510" y="109816"/>
                  </a:lnTo>
                  <a:lnTo>
                    <a:pt x="3045510" y="100672"/>
                  </a:lnTo>
                  <a:lnTo>
                    <a:pt x="2993694" y="100672"/>
                  </a:lnTo>
                  <a:lnTo>
                    <a:pt x="2993694" y="88480"/>
                  </a:lnTo>
                  <a:lnTo>
                    <a:pt x="2996742" y="90004"/>
                  </a:lnTo>
                  <a:lnTo>
                    <a:pt x="2999790" y="93052"/>
                  </a:lnTo>
                  <a:lnTo>
                    <a:pt x="3001314" y="96100"/>
                  </a:lnTo>
                  <a:lnTo>
                    <a:pt x="3006648" y="88480"/>
                  </a:lnTo>
                  <a:lnTo>
                    <a:pt x="3015030" y="54952"/>
                  </a:lnTo>
                  <a:lnTo>
                    <a:pt x="3015030" y="48856"/>
                  </a:lnTo>
                  <a:lnTo>
                    <a:pt x="3024174" y="48856"/>
                  </a:lnTo>
                  <a:lnTo>
                    <a:pt x="3024174" y="82384"/>
                  </a:lnTo>
                  <a:lnTo>
                    <a:pt x="3028746" y="85432"/>
                  </a:lnTo>
                  <a:lnTo>
                    <a:pt x="3045510" y="85432"/>
                  </a:lnTo>
                  <a:lnTo>
                    <a:pt x="3045510" y="76288"/>
                  </a:lnTo>
                  <a:lnTo>
                    <a:pt x="3039414" y="76288"/>
                  </a:lnTo>
                  <a:lnTo>
                    <a:pt x="3036366" y="77812"/>
                  </a:lnTo>
                  <a:lnTo>
                    <a:pt x="3033318" y="74764"/>
                  </a:lnTo>
                  <a:lnTo>
                    <a:pt x="3034842" y="70192"/>
                  </a:lnTo>
                  <a:lnTo>
                    <a:pt x="3034842" y="48856"/>
                  </a:lnTo>
                  <a:lnTo>
                    <a:pt x="3045510" y="48856"/>
                  </a:lnTo>
                  <a:lnTo>
                    <a:pt x="3045510" y="39712"/>
                  </a:lnTo>
                  <a:lnTo>
                    <a:pt x="3034842" y="39712"/>
                  </a:lnTo>
                  <a:lnTo>
                    <a:pt x="3034842" y="19812"/>
                  </a:lnTo>
                  <a:lnTo>
                    <a:pt x="3059328" y="19812"/>
                  </a:lnTo>
                  <a:lnTo>
                    <a:pt x="3059328" y="10668"/>
                  </a:lnTo>
                  <a:close/>
                </a:path>
                <a:path w="3331209" h="352425">
                  <a:moveTo>
                    <a:pt x="3126384" y="105244"/>
                  </a:moveTo>
                  <a:lnTo>
                    <a:pt x="3121812" y="103720"/>
                  </a:lnTo>
                  <a:lnTo>
                    <a:pt x="3115716" y="100672"/>
                  </a:lnTo>
                  <a:lnTo>
                    <a:pt x="3114192" y="109816"/>
                  </a:lnTo>
                  <a:lnTo>
                    <a:pt x="3114192" y="117436"/>
                  </a:lnTo>
                  <a:lnTo>
                    <a:pt x="3112668" y="125056"/>
                  </a:lnTo>
                  <a:lnTo>
                    <a:pt x="3111144" y="131254"/>
                  </a:lnTo>
                  <a:lnTo>
                    <a:pt x="3108223" y="132715"/>
                  </a:lnTo>
                  <a:lnTo>
                    <a:pt x="3082086" y="132715"/>
                  </a:lnTo>
                  <a:lnTo>
                    <a:pt x="3077616" y="129730"/>
                  </a:lnTo>
                  <a:lnTo>
                    <a:pt x="3077616" y="68668"/>
                  </a:lnTo>
                  <a:lnTo>
                    <a:pt x="3106572" y="68668"/>
                  </a:lnTo>
                  <a:lnTo>
                    <a:pt x="3106572" y="74764"/>
                  </a:lnTo>
                  <a:lnTo>
                    <a:pt x="3117240" y="74764"/>
                  </a:lnTo>
                  <a:lnTo>
                    <a:pt x="3117240" y="68668"/>
                  </a:lnTo>
                  <a:lnTo>
                    <a:pt x="3117240" y="9144"/>
                  </a:lnTo>
                  <a:lnTo>
                    <a:pt x="3063900" y="9144"/>
                  </a:lnTo>
                  <a:lnTo>
                    <a:pt x="3063900" y="19812"/>
                  </a:lnTo>
                  <a:lnTo>
                    <a:pt x="3106572" y="19812"/>
                  </a:lnTo>
                  <a:lnTo>
                    <a:pt x="3106572" y="58000"/>
                  </a:lnTo>
                  <a:lnTo>
                    <a:pt x="3066948" y="58000"/>
                  </a:lnTo>
                  <a:lnTo>
                    <a:pt x="3066948" y="123532"/>
                  </a:lnTo>
                  <a:lnTo>
                    <a:pt x="3068091" y="132715"/>
                  </a:lnTo>
                  <a:lnTo>
                    <a:pt x="3071520" y="139433"/>
                  </a:lnTo>
                  <a:lnTo>
                    <a:pt x="3077235" y="143560"/>
                  </a:lnTo>
                  <a:lnTo>
                    <a:pt x="3085236" y="144970"/>
                  </a:lnTo>
                  <a:lnTo>
                    <a:pt x="3115716" y="144970"/>
                  </a:lnTo>
                  <a:lnTo>
                    <a:pt x="3121812" y="138874"/>
                  </a:lnTo>
                  <a:lnTo>
                    <a:pt x="3122688" y="132715"/>
                  </a:lnTo>
                  <a:lnTo>
                    <a:pt x="3123336" y="128206"/>
                  </a:lnTo>
                  <a:lnTo>
                    <a:pt x="3126384" y="112864"/>
                  </a:lnTo>
                  <a:lnTo>
                    <a:pt x="3126384" y="105244"/>
                  </a:lnTo>
                  <a:close/>
                </a:path>
                <a:path w="3331209" h="352425">
                  <a:moveTo>
                    <a:pt x="3192005" y="15240"/>
                  </a:moveTo>
                  <a:lnTo>
                    <a:pt x="3182772" y="15240"/>
                  </a:lnTo>
                  <a:lnTo>
                    <a:pt x="3182772" y="28956"/>
                  </a:lnTo>
                  <a:lnTo>
                    <a:pt x="3192005" y="28956"/>
                  </a:lnTo>
                  <a:lnTo>
                    <a:pt x="3192005" y="15240"/>
                  </a:lnTo>
                  <a:close/>
                </a:path>
                <a:path w="3331209" h="352425">
                  <a:moveTo>
                    <a:pt x="3230105" y="15240"/>
                  </a:moveTo>
                  <a:lnTo>
                    <a:pt x="3219437" y="15240"/>
                  </a:lnTo>
                  <a:lnTo>
                    <a:pt x="3219437" y="28956"/>
                  </a:lnTo>
                  <a:lnTo>
                    <a:pt x="3230105" y="28956"/>
                  </a:lnTo>
                  <a:lnTo>
                    <a:pt x="3230105" y="15240"/>
                  </a:lnTo>
                  <a:close/>
                </a:path>
                <a:path w="3331209" h="352425">
                  <a:moveTo>
                    <a:pt x="3260585" y="108305"/>
                  </a:moveTo>
                  <a:lnTo>
                    <a:pt x="3249917" y="108305"/>
                  </a:lnTo>
                  <a:lnTo>
                    <a:pt x="3249917" y="118973"/>
                  </a:lnTo>
                  <a:lnTo>
                    <a:pt x="3260585" y="118973"/>
                  </a:lnTo>
                  <a:lnTo>
                    <a:pt x="3260585" y="108305"/>
                  </a:lnTo>
                  <a:close/>
                </a:path>
                <a:path w="3331209" h="352425">
                  <a:moveTo>
                    <a:pt x="3268205" y="38201"/>
                  </a:moveTo>
                  <a:lnTo>
                    <a:pt x="3257537" y="38201"/>
                  </a:lnTo>
                  <a:lnTo>
                    <a:pt x="3257537" y="41249"/>
                  </a:lnTo>
                  <a:lnTo>
                    <a:pt x="3268205" y="41249"/>
                  </a:lnTo>
                  <a:lnTo>
                    <a:pt x="3268205" y="38201"/>
                  </a:lnTo>
                  <a:close/>
                </a:path>
                <a:path w="3331209" h="352425">
                  <a:moveTo>
                    <a:pt x="3268205" y="15240"/>
                  </a:moveTo>
                  <a:lnTo>
                    <a:pt x="3257537" y="15240"/>
                  </a:lnTo>
                  <a:lnTo>
                    <a:pt x="3257537" y="28956"/>
                  </a:lnTo>
                  <a:lnTo>
                    <a:pt x="3268205" y="28956"/>
                  </a:lnTo>
                  <a:lnTo>
                    <a:pt x="3268205" y="15240"/>
                  </a:lnTo>
                  <a:close/>
                </a:path>
                <a:path w="3331209" h="352425">
                  <a:moveTo>
                    <a:pt x="3268205" y="7556"/>
                  </a:moveTo>
                  <a:lnTo>
                    <a:pt x="3144672" y="7556"/>
                  </a:lnTo>
                  <a:lnTo>
                    <a:pt x="3144672" y="15176"/>
                  </a:lnTo>
                  <a:lnTo>
                    <a:pt x="3144672" y="29146"/>
                  </a:lnTo>
                  <a:lnTo>
                    <a:pt x="3144672" y="38036"/>
                  </a:lnTo>
                  <a:lnTo>
                    <a:pt x="3144672" y="41846"/>
                  </a:lnTo>
                  <a:lnTo>
                    <a:pt x="3155340" y="41846"/>
                  </a:lnTo>
                  <a:lnTo>
                    <a:pt x="3155340" y="38036"/>
                  </a:lnTo>
                  <a:lnTo>
                    <a:pt x="3268205" y="38036"/>
                  </a:lnTo>
                  <a:lnTo>
                    <a:pt x="3268205" y="29146"/>
                  </a:lnTo>
                  <a:lnTo>
                    <a:pt x="3155340" y="29146"/>
                  </a:lnTo>
                  <a:lnTo>
                    <a:pt x="3155340" y="15176"/>
                  </a:lnTo>
                  <a:lnTo>
                    <a:pt x="3268205" y="15176"/>
                  </a:lnTo>
                  <a:lnTo>
                    <a:pt x="3268205" y="7556"/>
                  </a:lnTo>
                  <a:close/>
                </a:path>
                <a:path w="3331209" h="352425">
                  <a:moveTo>
                    <a:pt x="3277349" y="47345"/>
                  </a:moveTo>
                  <a:lnTo>
                    <a:pt x="3210293" y="47345"/>
                  </a:lnTo>
                  <a:lnTo>
                    <a:pt x="3210293" y="39725"/>
                  </a:lnTo>
                  <a:lnTo>
                    <a:pt x="3199625" y="39725"/>
                  </a:lnTo>
                  <a:lnTo>
                    <a:pt x="3199625" y="47345"/>
                  </a:lnTo>
                  <a:lnTo>
                    <a:pt x="3135528" y="47345"/>
                  </a:lnTo>
                  <a:lnTo>
                    <a:pt x="3135528" y="56489"/>
                  </a:lnTo>
                  <a:lnTo>
                    <a:pt x="3199625" y="56489"/>
                  </a:lnTo>
                  <a:lnTo>
                    <a:pt x="3199625" y="65633"/>
                  </a:lnTo>
                  <a:lnTo>
                    <a:pt x="3210293" y="65633"/>
                  </a:lnTo>
                  <a:lnTo>
                    <a:pt x="3210293" y="56489"/>
                  </a:lnTo>
                  <a:lnTo>
                    <a:pt x="3277349" y="56489"/>
                  </a:lnTo>
                  <a:lnTo>
                    <a:pt x="3277349" y="47345"/>
                  </a:lnTo>
                  <a:close/>
                </a:path>
                <a:path w="3331209" h="352425">
                  <a:moveTo>
                    <a:pt x="3280397" y="135826"/>
                  </a:moveTo>
                  <a:lnTo>
                    <a:pt x="3260585" y="135826"/>
                  </a:lnTo>
                  <a:lnTo>
                    <a:pt x="3260585" y="126936"/>
                  </a:lnTo>
                  <a:lnTo>
                    <a:pt x="3260585" y="126593"/>
                  </a:lnTo>
                  <a:lnTo>
                    <a:pt x="3260585" y="119316"/>
                  </a:lnTo>
                  <a:lnTo>
                    <a:pt x="3249917" y="119316"/>
                  </a:lnTo>
                  <a:lnTo>
                    <a:pt x="3249917" y="126936"/>
                  </a:lnTo>
                  <a:lnTo>
                    <a:pt x="3249917" y="135826"/>
                  </a:lnTo>
                  <a:lnTo>
                    <a:pt x="3164484" y="135826"/>
                  </a:lnTo>
                  <a:lnTo>
                    <a:pt x="3164484" y="126936"/>
                  </a:lnTo>
                  <a:lnTo>
                    <a:pt x="3249917" y="126936"/>
                  </a:lnTo>
                  <a:lnTo>
                    <a:pt x="3249917" y="119316"/>
                  </a:lnTo>
                  <a:lnTo>
                    <a:pt x="3164484" y="119316"/>
                  </a:lnTo>
                  <a:lnTo>
                    <a:pt x="3164484" y="107886"/>
                  </a:lnTo>
                  <a:lnTo>
                    <a:pt x="3260585" y="107886"/>
                  </a:lnTo>
                  <a:lnTo>
                    <a:pt x="3260585" y="100685"/>
                  </a:lnTo>
                  <a:lnTo>
                    <a:pt x="3260585" y="100266"/>
                  </a:lnTo>
                  <a:lnTo>
                    <a:pt x="3260585" y="91541"/>
                  </a:lnTo>
                  <a:lnTo>
                    <a:pt x="3249917" y="91541"/>
                  </a:lnTo>
                  <a:lnTo>
                    <a:pt x="3249917" y="100266"/>
                  </a:lnTo>
                  <a:lnTo>
                    <a:pt x="3164484" y="100266"/>
                  </a:lnTo>
                  <a:lnTo>
                    <a:pt x="3164484" y="91376"/>
                  </a:lnTo>
                  <a:lnTo>
                    <a:pt x="3260585" y="91376"/>
                  </a:lnTo>
                  <a:lnTo>
                    <a:pt x="3260585" y="83921"/>
                  </a:lnTo>
                  <a:lnTo>
                    <a:pt x="3260585" y="83756"/>
                  </a:lnTo>
                  <a:lnTo>
                    <a:pt x="3260585" y="74866"/>
                  </a:lnTo>
                  <a:lnTo>
                    <a:pt x="3260585" y="65976"/>
                  </a:lnTo>
                  <a:lnTo>
                    <a:pt x="3249917" y="65976"/>
                  </a:lnTo>
                  <a:lnTo>
                    <a:pt x="3249917" y="74866"/>
                  </a:lnTo>
                  <a:lnTo>
                    <a:pt x="3249917" y="83756"/>
                  </a:lnTo>
                  <a:lnTo>
                    <a:pt x="3164484" y="83756"/>
                  </a:lnTo>
                  <a:lnTo>
                    <a:pt x="3164484" y="74866"/>
                  </a:lnTo>
                  <a:lnTo>
                    <a:pt x="3249917" y="74866"/>
                  </a:lnTo>
                  <a:lnTo>
                    <a:pt x="3249917" y="65976"/>
                  </a:lnTo>
                  <a:lnTo>
                    <a:pt x="3153816" y="65976"/>
                  </a:lnTo>
                  <a:lnTo>
                    <a:pt x="3153816" y="74866"/>
                  </a:lnTo>
                  <a:lnTo>
                    <a:pt x="3153816" y="83756"/>
                  </a:lnTo>
                  <a:lnTo>
                    <a:pt x="3153816" y="135826"/>
                  </a:lnTo>
                  <a:lnTo>
                    <a:pt x="3130956" y="135826"/>
                  </a:lnTo>
                  <a:lnTo>
                    <a:pt x="3130956" y="144970"/>
                  </a:lnTo>
                  <a:lnTo>
                    <a:pt x="3280397" y="144970"/>
                  </a:lnTo>
                  <a:lnTo>
                    <a:pt x="3280397" y="135826"/>
                  </a:lnTo>
                  <a:close/>
                </a:path>
                <a:path w="3331209" h="352425">
                  <a:moveTo>
                    <a:pt x="3330791" y="122008"/>
                  </a:moveTo>
                  <a:lnTo>
                    <a:pt x="3329775" y="118960"/>
                  </a:lnTo>
                  <a:lnTo>
                    <a:pt x="3329267" y="117436"/>
                  </a:lnTo>
                  <a:lnTo>
                    <a:pt x="3326219" y="114388"/>
                  </a:lnTo>
                  <a:lnTo>
                    <a:pt x="3321558" y="109816"/>
                  </a:lnTo>
                  <a:lnTo>
                    <a:pt x="3320034" y="109054"/>
                  </a:lnTo>
                  <a:lnTo>
                    <a:pt x="3320034" y="123532"/>
                  </a:lnTo>
                  <a:lnTo>
                    <a:pt x="3320034" y="132778"/>
                  </a:lnTo>
                  <a:lnTo>
                    <a:pt x="3316986" y="135826"/>
                  </a:lnTo>
                  <a:lnTo>
                    <a:pt x="3309366" y="135826"/>
                  </a:lnTo>
                  <a:lnTo>
                    <a:pt x="3307842" y="134302"/>
                  </a:lnTo>
                  <a:lnTo>
                    <a:pt x="3304794" y="132778"/>
                  </a:lnTo>
                  <a:lnTo>
                    <a:pt x="3304794" y="123532"/>
                  </a:lnTo>
                  <a:lnTo>
                    <a:pt x="3307842" y="120484"/>
                  </a:lnTo>
                  <a:lnTo>
                    <a:pt x="3310890" y="118960"/>
                  </a:lnTo>
                  <a:lnTo>
                    <a:pt x="3313938" y="118960"/>
                  </a:lnTo>
                  <a:lnTo>
                    <a:pt x="3316986" y="120484"/>
                  </a:lnTo>
                  <a:lnTo>
                    <a:pt x="3320034" y="123532"/>
                  </a:lnTo>
                  <a:lnTo>
                    <a:pt x="3320034" y="109054"/>
                  </a:lnTo>
                  <a:lnTo>
                    <a:pt x="3318510" y="108292"/>
                  </a:lnTo>
                  <a:lnTo>
                    <a:pt x="3307842" y="108292"/>
                  </a:lnTo>
                  <a:lnTo>
                    <a:pt x="3303270" y="109816"/>
                  </a:lnTo>
                  <a:lnTo>
                    <a:pt x="3295650" y="117436"/>
                  </a:lnTo>
                  <a:lnTo>
                    <a:pt x="3294126" y="122008"/>
                  </a:lnTo>
                  <a:lnTo>
                    <a:pt x="3294126" y="132778"/>
                  </a:lnTo>
                  <a:lnTo>
                    <a:pt x="3295650" y="137350"/>
                  </a:lnTo>
                  <a:lnTo>
                    <a:pt x="3298698" y="141922"/>
                  </a:lnTo>
                  <a:lnTo>
                    <a:pt x="3303270" y="144970"/>
                  </a:lnTo>
                  <a:lnTo>
                    <a:pt x="3307842" y="146494"/>
                  </a:lnTo>
                  <a:lnTo>
                    <a:pt x="3316986" y="146494"/>
                  </a:lnTo>
                  <a:lnTo>
                    <a:pt x="3321558" y="144970"/>
                  </a:lnTo>
                  <a:lnTo>
                    <a:pt x="3326219" y="141922"/>
                  </a:lnTo>
                  <a:lnTo>
                    <a:pt x="3329267" y="137350"/>
                  </a:lnTo>
                  <a:lnTo>
                    <a:pt x="3329775" y="135826"/>
                  </a:lnTo>
                  <a:lnTo>
                    <a:pt x="3330791" y="132778"/>
                  </a:lnTo>
                  <a:lnTo>
                    <a:pt x="3330791" y="122008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005512" y="3043237"/>
              <a:ext cx="460533" cy="149447"/>
            </a:xfrm>
            <a:prstGeom prst="rect">
              <a:avLst/>
            </a:prstGeom>
          </p:spPr>
        </p:pic>
        <p:sp>
          <p:nvSpPr>
            <p:cNvPr id="81" name="object 81" descr=""/>
            <p:cNvSpPr/>
            <p:nvPr/>
          </p:nvSpPr>
          <p:spPr>
            <a:xfrm>
              <a:off x="6491954" y="3087433"/>
              <a:ext cx="29209" cy="85725"/>
            </a:xfrm>
            <a:custGeom>
              <a:avLst/>
              <a:gdLst/>
              <a:ahLst/>
              <a:cxnLst/>
              <a:rect l="l" t="t" r="r" b="b"/>
              <a:pathLst>
                <a:path w="29209" h="85725">
                  <a:moveTo>
                    <a:pt x="18288" y="24384"/>
                  </a:moveTo>
                  <a:lnTo>
                    <a:pt x="10668" y="24384"/>
                  </a:lnTo>
                  <a:lnTo>
                    <a:pt x="4572" y="21336"/>
                  </a:lnTo>
                  <a:lnTo>
                    <a:pt x="1524" y="18288"/>
                  </a:lnTo>
                  <a:lnTo>
                    <a:pt x="0" y="15240"/>
                  </a:lnTo>
                  <a:lnTo>
                    <a:pt x="0" y="9144"/>
                  </a:lnTo>
                  <a:lnTo>
                    <a:pt x="1524" y="6096"/>
                  </a:lnTo>
                  <a:lnTo>
                    <a:pt x="7620" y="0"/>
                  </a:lnTo>
                  <a:lnTo>
                    <a:pt x="21336" y="0"/>
                  </a:lnTo>
                  <a:lnTo>
                    <a:pt x="27432" y="6096"/>
                  </a:lnTo>
                  <a:lnTo>
                    <a:pt x="28956" y="9144"/>
                  </a:lnTo>
                  <a:lnTo>
                    <a:pt x="28956" y="15240"/>
                  </a:lnTo>
                  <a:lnTo>
                    <a:pt x="27432" y="18288"/>
                  </a:lnTo>
                  <a:lnTo>
                    <a:pt x="24384" y="21336"/>
                  </a:lnTo>
                  <a:lnTo>
                    <a:pt x="18288" y="24384"/>
                  </a:lnTo>
                  <a:close/>
                </a:path>
                <a:path w="29209" h="85725">
                  <a:moveTo>
                    <a:pt x="21336" y="85439"/>
                  </a:moveTo>
                  <a:lnTo>
                    <a:pt x="7620" y="85439"/>
                  </a:lnTo>
                  <a:lnTo>
                    <a:pt x="0" y="77819"/>
                  </a:lnTo>
                  <a:lnTo>
                    <a:pt x="0" y="70199"/>
                  </a:lnTo>
                  <a:lnTo>
                    <a:pt x="1524" y="67151"/>
                  </a:lnTo>
                  <a:lnTo>
                    <a:pt x="4572" y="64103"/>
                  </a:lnTo>
                  <a:lnTo>
                    <a:pt x="10668" y="61055"/>
                  </a:lnTo>
                  <a:lnTo>
                    <a:pt x="18288" y="61055"/>
                  </a:lnTo>
                  <a:lnTo>
                    <a:pt x="24384" y="64103"/>
                  </a:lnTo>
                  <a:lnTo>
                    <a:pt x="27432" y="67151"/>
                  </a:lnTo>
                  <a:lnTo>
                    <a:pt x="28956" y="70199"/>
                  </a:lnTo>
                  <a:lnTo>
                    <a:pt x="28956" y="77819"/>
                  </a:lnTo>
                  <a:lnTo>
                    <a:pt x="21336" y="85439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667309" y="3043237"/>
              <a:ext cx="305085" cy="147923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027259" y="3056953"/>
              <a:ext cx="480345" cy="115919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532084" y="3085909"/>
              <a:ext cx="67056" cy="85439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657052" y="3047809"/>
              <a:ext cx="143446" cy="144875"/>
            </a:xfrm>
            <a:prstGeom prst="rect">
              <a:avLst/>
            </a:prstGeom>
          </p:spPr>
        </p:pic>
        <p:sp>
          <p:nvSpPr>
            <p:cNvPr id="86" name="object 86" descr=""/>
            <p:cNvSpPr/>
            <p:nvPr/>
          </p:nvSpPr>
          <p:spPr>
            <a:xfrm>
              <a:off x="7866024" y="3058325"/>
              <a:ext cx="105410" cy="113030"/>
            </a:xfrm>
            <a:custGeom>
              <a:avLst/>
              <a:gdLst/>
              <a:ahLst/>
              <a:cxnLst/>
              <a:rect l="l" t="t" r="r" b="b"/>
              <a:pathLst>
                <a:path w="105409" h="113030">
                  <a:moveTo>
                    <a:pt x="68681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0" y="52070"/>
                  </a:lnTo>
                  <a:lnTo>
                    <a:pt x="0" y="64770"/>
                  </a:lnTo>
                  <a:lnTo>
                    <a:pt x="0" y="113030"/>
                  </a:lnTo>
                  <a:lnTo>
                    <a:pt x="15240" y="113030"/>
                  </a:lnTo>
                  <a:lnTo>
                    <a:pt x="15240" y="64770"/>
                  </a:lnTo>
                  <a:lnTo>
                    <a:pt x="62484" y="64770"/>
                  </a:lnTo>
                  <a:lnTo>
                    <a:pt x="62484" y="52070"/>
                  </a:lnTo>
                  <a:lnTo>
                    <a:pt x="15240" y="52070"/>
                  </a:lnTo>
                  <a:lnTo>
                    <a:pt x="15240" y="13970"/>
                  </a:lnTo>
                  <a:lnTo>
                    <a:pt x="68681" y="13970"/>
                  </a:lnTo>
                  <a:lnTo>
                    <a:pt x="68681" y="0"/>
                  </a:lnTo>
                  <a:close/>
                </a:path>
                <a:path w="105409" h="113030">
                  <a:moveTo>
                    <a:pt x="105257" y="152"/>
                  </a:moveTo>
                  <a:lnTo>
                    <a:pt x="91541" y="152"/>
                  </a:lnTo>
                  <a:lnTo>
                    <a:pt x="91541" y="113030"/>
                  </a:lnTo>
                  <a:lnTo>
                    <a:pt x="105257" y="113030"/>
                  </a:lnTo>
                  <a:lnTo>
                    <a:pt x="105257" y="152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998714" y="3056953"/>
              <a:ext cx="187546" cy="115919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8251889" y="3058325"/>
              <a:ext cx="68580" cy="113030"/>
            </a:xfrm>
            <a:custGeom>
              <a:avLst/>
              <a:gdLst/>
              <a:ahLst/>
              <a:cxnLst/>
              <a:rect l="l" t="t" r="r" b="b"/>
              <a:pathLst>
                <a:path w="68579" h="113030">
                  <a:moveTo>
                    <a:pt x="6858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0" y="50800"/>
                  </a:lnTo>
                  <a:lnTo>
                    <a:pt x="0" y="62230"/>
                  </a:lnTo>
                  <a:lnTo>
                    <a:pt x="0" y="100330"/>
                  </a:lnTo>
                  <a:lnTo>
                    <a:pt x="0" y="113030"/>
                  </a:lnTo>
                  <a:lnTo>
                    <a:pt x="68580" y="113030"/>
                  </a:lnTo>
                  <a:lnTo>
                    <a:pt x="68580" y="100330"/>
                  </a:lnTo>
                  <a:lnTo>
                    <a:pt x="13716" y="100330"/>
                  </a:lnTo>
                  <a:lnTo>
                    <a:pt x="13716" y="62230"/>
                  </a:lnTo>
                  <a:lnTo>
                    <a:pt x="64008" y="62230"/>
                  </a:lnTo>
                  <a:lnTo>
                    <a:pt x="64008" y="50800"/>
                  </a:lnTo>
                  <a:lnTo>
                    <a:pt x="13716" y="50800"/>
                  </a:lnTo>
                  <a:lnTo>
                    <a:pt x="13716" y="13970"/>
                  </a:lnTo>
                  <a:lnTo>
                    <a:pt x="68580" y="13970"/>
                  </a:lnTo>
                  <a:lnTo>
                    <a:pt x="68580" y="0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8343328" y="3085909"/>
              <a:ext cx="189166" cy="86963"/>
            </a:xfrm>
            <a:prstGeom prst="rect">
              <a:avLst/>
            </a:prstGeom>
          </p:spPr>
        </p:pic>
        <p:sp>
          <p:nvSpPr>
            <p:cNvPr id="90" name="object 90" descr=""/>
            <p:cNvSpPr/>
            <p:nvPr/>
          </p:nvSpPr>
          <p:spPr>
            <a:xfrm>
              <a:off x="8552307" y="3085909"/>
              <a:ext cx="43180" cy="85725"/>
            </a:xfrm>
            <a:custGeom>
              <a:avLst/>
              <a:gdLst/>
              <a:ahLst/>
              <a:cxnLst/>
              <a:rect l="l" t="t" r="r" b="b"/>
              <a:pathLst>
                <a:path w="43179" h="85725">
                  <a:moveTo>
                    <a:pt x="13716" y="85439"/>
                  </a:moveTo>
                  <a:lnTo>
                    <a:pt x="0" y="85439"/>
                  </a:lnTo>
                  <a:lnTo>
                    <a:pt x="0" y="1524"/>
                  </a:lnTo>
                  <a:lnTo>
                    <a:pt x="12192" y="1524"/>
                  </a:lnTo>
                  <a:lnTo>
                    <a:pt x="12192" y="13716"/>
                  </a:lnTo>
                  <a:lnTo>
                    <a:pt x="13716" y="13716"/>
                  </a:lnTo>
                  <a:lnTo>
                    <a:pt x="15240" y="10668"/>
                  </a:lnTo>
                  <a:lnTo>
                    <a:pt x="18288" y="6096"/>
                  </a:lnTo>
                  <a:lnTo>
                    <a:pt x="21336" y="4572"/>
                  </a:lnTo>
                  <a:lnTo>
                    <a:pt x="25908" y="1524"/>
                  </a:lnTo>
                  <a:lnTo>
                    <a:pt x="30480" y="0"/>
                  </a:lnTo>
                  <a:lnTo>
                    <a:pt x="42672" y="0"/>
                  </a:lnTo>
                  <a:lnTo>
                    <a:pt x="42672" y="13716"/>
                  </a:lnTo>
                  <a:lnTo>
                    <a:pt x="25908" y="13716"/>
                  </a:lnTo>
                  <a:lnTo>
                    <a:pt x="19812" y="16764"/>
                  </a:lnTo>
                  <a:lnTo>
                    <a:pt x="18288" y="19812"/>
                  </a:lnTo>
                  <a:lnTo>
                    <a:pt x="15240" y="22860"/>
                  </a:lnTo>
                  <a:lnTo>
                    <a:pt x="13716" y="25908"/>
                  </a:lnTo>
                  <a:lnTo>
                    <a:pt x="13716" y="85439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8649938" y="3043237"/>
              <a:ext cx="446817" cy="149447"/>
            </a:xfrm>
            <a:prstGeom prst="rect">
              <a:avLst/>
            </a:prstGeom>
          </p:spPr>
        </p:pic>
        <p:sp>
          <p:nvSpPr>
            <p:cNvPr id="92" name="object 92" descr=""/>
            <p:cNvSpPr/>
            <p:nvPr/>
          </p:nvSpPr>
          <p:spPr>
            <a:xfrm>
              <a:off x="9116555" y="3044761"/>
              <a:ext cx="654685" cy="147955"/>
            </a:xfrm>
            <a:custGeom>
              <a:avLst/>
              <a:gdLst/>
              <a:ahLst/>
              <a:cxnLst/>
              <a:rect l="l" t="t" r="r" b="b"/>
              <a:pathLst>
                <a:path w="654684" h="147955">
                  <a:moveTo>
                    <a:pt x="97637" y="99161"/>
                  </a:moveTo>
                  <a:lnTo>
                    <a:pt x="85445" y="99161"/>
                  </a:lnTo>
                  <a:lnTo>
                    <a:pt x="85445" y="108305"/>
                  </a:lnTo>
                  <a:lnTo>
                    <a:pt x="97637" y="108305"/>
                  </a:lnTo>
                  <a:lnTo>
                    <a:pt x="97637" y="99161"/>
                  </a:lnTo>
                  <a:close/>
                </a:path>
                <a:path w="654684" h="147955">
                  <a:moveTo>
                    <a:pt x="97637" y="40640"/>
                  </a:moveTo>
                  <a:lnTo>
                    <a:pt x="33528" y="40640"/>
                  </a:lnTo>
                  <a:lnTo>
                    <a:pt x="33528" y="52070"/>
                  </a:lnTo>
                  <a:lnTo>
                    <a:pt x="33528" y="88900"/>
                  </a:lnTo>
                  <a:lnTo>
                    <a:pt x="33528" y="99060"/>
                  </a:lnTo>
                  <a:lnTo>
                    <a:pt x="33528" y="107950"/>
                  </a:lnTo>
                  <a:lnTo>
                    <a:pt x="45720" y="107950"/>
                  </a:lnTo>
                  <a:lnTo>
                    <a:pt x="45720" y="99060"/>
                  </a:lnTo>
                  <a:lnTo>
                    <a:pt x="97637" y="99060"/>
                  </a:lnTo>
                  <a:lnTo>
                    <a:pt x="97637" y="88900"/>
                  </a:lnTo>
                  <a:lnTo>
                    <a:pt x="45720" y="88900"/>
                  </a:lnTo>
                  <a:lnTo>
                    <a:pt x="45720" y="52070"/>
                  </a:lnTo>
                  <a:lnTo>
                    <a:pt x="85445" y="52070"/>
                  </a:lnTo>
                  <a:lnTo>
                    <a:pt x="85445" y="88493"/>
                  </a:lnTo>
                  <a:lnTo>
                    <a:pt x="97637" y="88493"/>
                  </a:lnTo>
                  <a:lnTo>
                    <a:pt x="97637" y="52070"/>
                  </a:lnTo>
                  <a:lnTo>
                    <a:pt x="97637" y="51816"/>
                  </a:lnTo>
                  <a:lnTo>
                    <a:pt x="97637" y="40640"/>
                  </a:lnTo>
                  <a:close/>
                </a:path>
                <a:path w="654684" h="147955">
                  <a:moveTo>
                    <a:pt x="131165" y="7620"/>
                  </a:moveTo>
                  <a:lnTo>
                    <a:pt x="0" y="7620"/>
                  </a:lnTo>
                  <a:lnTo>
                    <a:pt x="0" y="17780"/>
                  </a:lnTo>
                  <a:lnTo>
                    <a:pt x="0" y="124460"/>
                  </a:lnTo>
                  <a:lnTo>
                    <a:pt x="0" y="135890"/>
                  </a:lnTo>
                  <a:lnTo>
                    <a:pt x="0" y="144780"/>
                  </a:lnTo>
                  <a:lnTo>
                    <a:pt x="12192" y="144780"/>
                  </a:lnTo>
                  <a:lnTo>
                    <a:pt x="12192" y="135890"/>
                  </a:lnTo>
                  <a:lnTo>
                    <a:pt x="118973" y="135890"/>
                  </a:lnTo>
                  <a:lnTo>
                    <a:pt x="118973" y="144881"/>
                  </a:lnTo>
                  <a:lnTo>
                    <a:pt x="131165" y="144881"/>
                  </a:lnTo>
                  <a:lnTo>
                    <a:pt x="131165" y="18288"/>
                  </a:lnTo>
                  <a:lnTo>
                    <a:pt x="118973" y="18288"/>
                  </a:lnTo>
                  <a:lnTo>
                    <a:pt x="118973" y="124460"/>
                  </a:lnTo>
                  <a:lnTo>
                    <a:pt x="12192" y="124460"/>
                  </a:lnTo>
                  <a:lnTo>
                    <a:pt x="12192" y="17780"/>
                  </a:lnTo>
                  <a:lnTo>
                    <a:pt x="131165" y="17780"/>
                  </a:lnTo>
                  <a:lnTo>
                    <a:pt x="131165" y="7620"/>
                  </a:lnTo>
                  <a:close/>
                </a:path>
                <a:path w="654684" h="147955">
                  <a:moveTo>
                    <a:pt x="186029" y="24384"/>
                  </a:moveTo>
                  <a:lnTo>
                    <a:pt x="180314" y="17818"/>
                  </a:lnTo>
                  <a:lnTo>
                    <a:pt x="174599" y="11811"/>
                  </a:lnTo>
                  <a:lnTo>
                    <a:pt x="168884" y="6388"/>
                  </a:lnTo>
                  <a:lnTo>
                    <a:pt x="163169" y="1524"/>
                  </a:lnTo>
                  <a:lnTo>
                    <a:pt x="155549" y="9144"/>
                  </a:lnTo>
                  <a:lnTo>
                    <a:pt x="160172" y="14033"/>
                  </a:lnTo>
                  <a:lnTo>
                    <a:pt x="165074" y="19621"/>
                  </a:lnTo>
                  <a:lnTo>
                    <a:pt x="176885" y="33528"/>
                  </a:lnTo>
                  <a:lnTo>
                    <a:pt x="186029" y="24384"/>
                  </a:lnTo>
                  <a:close/>
                </a:path>
                <a:path w="654684" h="147955">
                  <a:moveTo>
                    <a:pt x="190601" y="96113"/>
                  </a:moveTo>
                  <a:lnTo>
                    <a:pt x="189077" y="91541"/>
                  </a:lnTo>
                  <a:lnTo>
                    <a:pt x="182981" y="96113"/>
                  </a:lnTo>
                  <a:lnTo>
                    <a:pt x="178409" y="100685"/>
                  </a:lnTo>
                  <a:lnTo>
                    <a:pt x="172313" y="105257"/>
                  </a:lnTo>
                  <a:lnTo>
                    <a:pt x="172313" y="45720"/>
                  </a:lnTo>
                  <a:lnTo>
                    <a:pt x="144881" y="45720"/>
                  </a:lnTo>
                  <a:lnTo>
                    <a:pt x="144881" y="56388"/>
                  </a:lnTo>
                  <a:lnTo>
                    <a:pt x="161645" y="56388"/>
                  </a:lnTo>
                  <a:lnTo>
                    <a:pt x="161645" y="108305"/>
                  </a:lnTo>
                  <a:lnTo>
                    <a:pt x="160121" y="112877"/>
                  </a:lnTo>
                  <a:lnTo>
                    <a:pt x="157073" y="115925"/>
                  </a:lnTo>
                  <a:lnTo>
                    <a:pt x="163169" y="126593"/>
                  </a:lnTo>
                  <a:lnTo>
                    <a:pt x="169164" y="121119"/>
                  </a:lnTo>
                  <a:lnTo>
                    <a:pt x="175742" y="115925"/>
                  </a:lnTo>
                  <a:lnTo>
                    <a:pt x="182880" y="110731"/>
                  </a:lnTo>
                  <a:lnTo>
                    <a:pt x="190601" y="105257"/>
                  </a:lnTo>
                  <a:lnTo>
                    <a:pt x="190601" y="96113"/>
                  </a:lnTo>
                  <a:close/>
                </a:path>
                <a:path w="654684" h="147955">
                  <a:moveTo>
                    <a:pt x="263842" y="80873"/>
                  </a:moveTo>
                  <a:lnTo>
                    <a:pt x="253174" y="80873"/>
                  </a:lnTo>
                  <a:lnTo>
                    <a:pt x="253174" y="91541"/>
                  </a:lnTo>
                  <a:lnTo>
                    <a:pt x="253174" y="109829"/>
                  </a:lnTo>
                  <a:lnTo>
                    <a:pt x="227266" y="109829"/>
                  </a:lnTo>
                  <a:lnTo>
                    <a:pt x="227266" y="91541"/>
                  </a:lnTo>
                  <a:lnTo>
                    <a:pt x="253174" y="91541"/>
                  </a:lnTo>
                  <a:lnTo>
                    <a:pt x="253174" y="80873"/>
                  </a:lnTo>
                  <a:lnTo>
                    <a:pt x="216598" y="80873"/>
                  </a:lnTo>
                  <a:lnTo>
                    <a:pt x="216598" y="126593"/>
                  </a:lnTo>
                  <a:lnTo>
                    <a:pt x="227266" y="126593"/>
                  </a:lnTo>
                  <a:lnTo>
                    <a:pt x="227266" y="120497"/>
                  </a:lnTo>
                  <a:lnTo>
                    <a:pt x="263842" y="120497"/>
                  </a:lnTo>
                  <a:lnTo>
                    <a:pt x="263842" y="109829"/>
                  </a:lnTo>
                  <a:lnTo>
                    <a:pt x="263842" y="91541"/>
                  </a:lnTo>
                  <a:lnTo>
                    <a:pt x="263842" y="80873"/>
                  </a:lnTo>
                  <a:close/>
                </a:path>
                <a:path w="654684" h="147955">
                  <a:moveTo>
                    <a:pt x="271462" y="59436"/>
                  </a:moveTo>
                  <a:lnTo>
                    <a:pt x="247078" y="59436"/>
                  </a:lnTo>
                  <a:lnTo>
                    <a:pt x="247078" y="45720"/>
                  </a:lnTo>
                  <a:lnTo>
                    <a:pt x="266890" y="45720"/>
                  </a:lnTo>
                  <a:lnTo>
                    <a:pt x="266890" y="36576"/>
                  </a:lnTo>
                  <a:lnTo>
                    <a:pt x="247078" y="36576"/>
                  </a:lnTo>
                  <a:lnTo>
                    <a:pt x="247078" y="21336"/>
                  </a:lnTo>
                  <a:lnTo>
                    <a:pt x="234886" y="21336"/>
                  </a:lnTo>
                  <a:lnTo>
                    <a:pt x="234886" y="36576"/>
                  </a:lnTo>
                  <a:lnTo>
                    <a:pt x="215074" y="36576"/>
                  </a:lnTo>
                  <a:lnTo>
                    <a:pt x="215074" y="45720"/>
                  </a:lnTo>
                  <a:lnTo>
                    <a:pt x="234886" y="45720"/>
                  </a:lnTo>
                  <a:lnTo>
                    <a:pt x="234886" y="59436"/>
                  </a:lnTo>
                  <a:lnTo>
                    <a:pt x="210502" y="59436"/>
                  </a:lnTo>
                  <a:lnTo>
                    <a:pt x="210502" y="68580"/>
                  </a:lnTo>
                  <a:lnTo>
                    <a:pt x="271462" y="68580"/>
                  </a:lnTo>
                  <a:lnTo>
                    <a:pt x="271462" y="59436"/>
                  </a:lnTo>
                  <a:close/>
                </a:path>
                <a:path w="654684" h="147955">
                  <a:moveTo>
                    <a:pt x="286702" y="7620"/>
                  </a:moveTo>
                  <a:lnTo>
                    <a:pt x="195173" y="7620"/>
                  </a:lnTo>
                  <a:lnTo>
                    <a:pt x="195173" y="80873"/>
                  </a:lnTo>
                  <a:lnTo>
                    <a:pt x="193763" y="98044"/>
                  </a:lnTo>
                  <a:lnTo>
                    <a:pt x="189649" y="113068"/>
                  </a:lnTo>
                  <a:lnTo>
                    <a:pt x="182956" y="126098"/>
                  </a:lnTo>
                  <a:lnTo>
                    <a:pt x="173837" y="137261"/>
                  </a:lnTo>
                  <a:lnTo>
                    <a:pt x="176885" y="140309"/>
                  </a:lnTo>
                  <a:lnTo>
                    <a:pt x="178409" y="143357"/>
                  </a:lnTo>
                  <a:lnTo>
                    <a:pt x="181457" y="146405"/>
                  </a:lnTo>
                  <a:lnTo>
                    <a:pt x="192392" y="133781"/>
                  </a:lnTo>
                  <a:lnTo>
                    <a:pt x="200025" y="118592"/>
                  </a:lnTo>
                  <a:lnTo>
                    <a:pt x="204482" y="100545"/>
                  </a:lnTo>
                  <a:lnTo>
                    <a:pt x="205828" y="80873"/>
                  </a:lnTo>
                  <a:lnTo>
                    <a:pt x="205930" y="18288"/>
                  </a:lnTo>
                  <a:lnTo>
                    <a:pt x="276034" y="18288"/>
                  </a:lnTo>
                  <a:lnTo>
                    <a:pt x="276034" y="131165"/>
                  </a:lnTo>
                  <a:lnTo>
                    <a:pt x="274510" y="134213"/>
                  </a:lnTo>
                  <a:lnTo>
                    <a:pt x="256222" y="134213"/>
                  </a:lnTo>
                  <a:lnTo>
                    <a:pt x="245554" y="132689"/>
                  </a:lnTo>
                  <a:lnTo>
                    <a:pt x="247078" y="137261"/>
                  </a:lnTo>
                  <a:lnTo>
                    <a:pt x="247078" y="140309"/>
                  </a:lnTo>
                  <a:lnTo>
                    <a:pt x="248602" y="144881"/>
                  </a:lnTo>
                  <a:lnTo>
                    <a:pt x="282130" y="144881"/>
                  </a:lnTo>
                  <a:lnTo>
                    <a:pt x="286702" y="140309"/>
                  </a:lnTo>
                  <a:lnTo>
                    <a:pt x="286702" y="134213"/>
                  </a:lnTo>
                  <a:lnTo>
                    <a:pt x="286702" y="18288"/>
                  </a:lnTo>
                  <a:lnTo>
                    <a:pt x="286702" y="7620"/>
                  </a:lnTo>
                  <a:close/>
                </a:path>
                <a:path w="654684" h="147955">
                  <a:moveTo>
                    <a:pt x="448348" y="71729"/>
                  </a:moveTo>
                  <a:lnTo>
                    <a:pt x="429679" y="57162"/>
                  </a:lnTo>
                  <a:lnTo>
                    <a:pt x="422414" y="51816"/>
                  </a:lnTo>
                  <a:lnTo>
                    <a:pt x="420344" y="50292"/>
                  </a:lnTo>
                  <a:lnTo>
                    <a:pt x="419633" y="49771"/>
                  </a:lnTo>
                  <a:lnTo>
                    <a:pt x="408724" y="42672"/>
                  </a:lnTo>
                  <a:lnTo>
                    <a:pt x="402628" y="50292"/>
                  </a:lnTo>
                  <a:lnTo>
                    <a:pt x="402628" y="0"/>
                  </a:lnTo>
                  <a:lnTo>
                    <a:pt x="390436" y="0"/>
                  </a:lnTo>
                  <a:lnTo>
                    <a:pt x="390436" y="123545"/>
                  </a:lnTo>
                  <a:lnTo>
                    <a:pt x="402628" y="123545"/>
                  </a:lnTo>
                  <a:lnTo>
                    <a:pt x="402628" y="51816"/>
                  </a:lnTo>
                  <a:lnTo>
                    <a:pt x="412597" y="59791"/>
                  </a:lnTo>
                  <a:lnTo>
                    <a:pt x="422059" y="67678"/>
                  </a:lnTo>
                  <a:lnTo>
                    <a:pt x="439204" y="82397"/>
                  </a:lnTo>
                  <a:lnTo>
                    <a:pt x="448348" y="71729"/>
                  </a:lnTo>
                  <a:close/>
                </a:path>
                <a:path w="654684" h="147955">
                  <a:moveTo>
                    <a:pt x="449872" y="129641"/>
                  </a:moveTo>
                  <a:lnTo>
                    <a:pt x="429323" y="130238"/>
                  </a:lnTo>
                  <a:lnTo>
                    <a:pt x="411200" y="129832"/>
                  </a:lnTo>
                  <a:lnTo>
                    <a:pt x="395655" y="128574"/>
                  </a:lnTo>
                  <a:lnTo>
                    <a:pt x="356450" y="115443"/>
                  </a:lnTo>
                  <a:lnTo>
                    <a:pt x="349288" y="108305"/>
                  </a:lnTo>
                  <a:lnTo>
                    <a:pt x="355104" y="97637"/>
                  </a:lnTo>
                  <a:lnTo>
                    <a:pt x="357568" y="93103"/>
                  </a:lnTo>
                  <a:lnTo>
                    <a:pt x="364147" y="77012"/>
                  </a:lnTo>
                  <a:lnTo>
                    <a:pt x="368998" y="59791"/>
                  </a:lnTo>
                  <a:lnTo>
                    <a:pt x="372148" y="41148"/>
                  </a:lnTo>
                  <a:lnTo>
                    <a:pt x="372148" y="28956"/>
                  </a:lnTo>
                  <a:lnTo>
                    <a:pt x="359956" y="28956"/>
                  </a:lnTo>
                  <a:lnTo>
                    <a:pt x="359956" y="41148"/>
                  </a:lnTo>
                  <a:lnTo>
                    <a:pt x="357314" y="56629"/>
                  </a:lnTo>
                  <a:lnTo>
                    <a:pt x="353669" y="71107"/>
                  </a:lnTo>
                  <a:lnTo>
                    <a:pt x="348602" y="84734"/>
                  </a:lnTo>
                  <a:lnTo>
                    <a:pt x="341668" y="97637"/>
                  </a:lnTo>
                  <a:lnTo>
                    <a:pt x="336207" y="87909"/>
                  </a:lnTo>
                  <a:lnTo>
                    <a:pt x="324802" y="51816"/>
                  </a:lnTo>
                  <a:lnTo>
                    <a:pt x="324802" y="48768"/>
                  </a:lnTo>
                  <a:lnTo>
                    <a:pt x="326326" y="44196"/>
                  </a:lnTo>
                  <a:lnTo>
                    <a:pt x="327850" y="41148"/>
                  </a:lnTo>
                  <a:lnTo>
                    <a:pt x="359956" y="41148"/>
                  </a:lnTo>
                  <a:lnTo>
                    <a:pt x="359956" y="28956"/>
                  </a:lnTo>
                  <a:lnTo>
                    <a:pt x="330898" y="28956"/>
                  </a:lnTo>
                  <a:lnTo>
                    <a:pt x="333184" y="22098"/>
                  </a:lnTo>
                  <a:lnTo>
                    <a:pt x="335330" y="15240"/>
                  </a:lnTo>
                  <a:lnTo>
                    <a:pt x="337197" y="8382"/>
                  </a:lnTo>
                  <a:lnTo>
                    <a:pt x="338620" y="1524"/>
                  </a:lnTo>
                  <a:lnTo>
                    <a:pt x="326326" y="0"/>
                  </a:lnTo>
                  <a:lnTo>
                    <a:pt x="321183" y="21158"/>
                  </a:lnTo>
                  <a:lnTo>
                    <a:pt x="314909" y="41148"/>
                  </a:lnTo>
                  <a:lnTo>
                    <a:pt x="307467" y="60058"/>
                  </a:lnTo>
                  <a:lnTo>
                    <a:pt x="298894" y="77825"/>
                  </a:lnTo>
                  <a:lnTo>
                    <a:pt x="301942" y="82397"/>
                  </a:lnTo>
                  <a:lnTo>
                    <a:pt x="304990" y="85445"/>
                  </a:lnTo>
                  <a:lnTo>
                    <a:pt x="306514" y="88493"/>
                  </a:lnTo>
                  <a:lnTo>
                    <a:pt x="311086" y="82397"/>
                  </a:lnTo>
                  <a:lnTo>
                    <a:pt x="314134" y="74777"/>
                  </a:lnTo>
                  <a:lnTo>
                    <a:pt x="317182" y="68580"/>
                  </a:lnTo>
                  <a:lnTo>
                    <a:pt x="320878" y="79756"/>
                  </a:lnTo>
                  <a:lnTo>
                    <a:pt x="324993" y="90195"/>
                  </a:lnTo>
                  <a:lnTo>
                    <a:pt x="329399" y="99758"/>
                  </a:lnTo>
                  <a:lnTo>
                    <a:pt x="333946" y="108305"/>
                  </a:lnTo>
                  <a:lnTo>
                    <a:pt x="326783" y="117157"/>
                  </a:lnTo>
                  <a:lnTo>
                    <a:pt x="318897" y="125450"/>
                  </a:lnTo>
                  <a:lnTo>
                    <a:pt x="310159" y="133159"/>
                  </a:lnTo>
                  <a:lnTo>
                    <a:pt x="300418" y="140309"/>
                  </a:lnTo>
                  <a:lnTo>
                    <a:pt x="303466" y="141833"/>
                  </a:lnTo>
                  <a:lnTo>
                    <a:pt x="306514" y="144881"/>
                  </a:lnTo>
                  <a:lnTo>
                    <a:pt x="311086" y="147929"/>
                  </a:lnTo>
                  <a:lnTo>
                    <a:pt x="319925" y="141668"/>
                  </a:lnTo>
                  <a:lnTo>
                    <a:pt x="328053" y="134404"/>
                  </a:lnTo>
                  <a:lnTo>
                    <a:pt x="335356" y="126288"/>
                  </a:lnTo>
                  <a:lnTo>
                    <a:pt x="341668" y="117449"/>
                  </a:lnTo>
                  <a:lnTo>
                    <a:pt x="350164" y="125450"/>
                  </a:lnTo>
                  <a:lnTo>
                    <a:pt x="393865" y="140766"/>
                  </a:lnTo>
                  <a:lnTo>
                    <a:pt x="425869" y="142430"/>
                  </a:lnTo>
                  <a:lnTo>
                    <a:pt x="445300" y="141833"/>
                  </a:lnTo>
                  <a:lnTo>
                    <a:pt x="445350" y="141668"/>
                  </a:lnTo>
                  <a:lnTo>
                    <a:pt x="448348" y="132689"/>
                  </a:lnTo>
                  <a:lnTo>
                    <a:pt x="449580" y="130238"/>
                  </a:lnTo>
                  <a:lnTo>
                    <a:pt x="449872" y="129641"/>
                  </a:lnTo>
                  <a:close/>
                </a:path>
                <a:path w="654684" h="147955">
                  <a:moveTo>
                    <a:pt x="507885" y="118973"/>
                  </a:moveTo>
                  <a:lnTo>
                    <a:pt x="506361" y="115925"/>
                  </a:lnTo>
                  <a:lnTo>
                    <a:pt x="506361" y="112877"/>
                  </a:lnTo>
                  <a:lnTo>
                    <a:pt x="506361" y="108305"/>
                  </a:lnTo>
                  <a:lnTo>
                    <a:pt x="500265" y="109829"/>
                  </a:lnTo>
                  <a:lnTo>
                    <a:pt x="492645" y="111353"/>
                  </a:lnTo>
                  <a:lnTo>
                    <a:pt x="486549" y="112877"/>
                  </a:lnTo>
                  <a:lnTo>
                    <a:pt x="486549" y="70104"/>
                  </a:lnTo>
                  <a:lnTo>
                    <a:pt x="506361" y="70104"/>
                  </a:lnTo>
                  <a:lnTo>
                    <a:pt x="506361" y="59436"/>
                  </a:lnTo>
                  <a:lnTo>
                    <a:pt x="486549" y="59436"/>
                  </a:lnTo>
                  <a:lnTo>
                    <a:pt x="486549" y="22860"/>
                  </a:lnTo>
                  <a:lnTo>
                    <a:pt x="506361" y="22860"/>
                  </a:lnTo>
                  <a:lnTo>
                    <a:pt x="506361" y="12192"/>
                  </a:lnTo>
                  <a:lnTo>
                    <a:pt x="454444" y="12192"/>
                  </a:lnTo>
                  <a:lnTo>
                    <a:pt x="454444" y="22860"/>
                  </a:lnTo>
                  <a:lnTo>
                    <a:pt x="475881" y="22860"/>
                  </a:lnTo>
                  <a:lnTo>
                    <a:pt x="475881" y="59436"/>
                  </a:lnTo>
                  <a:lnTo>
                    <a:pt x="455968" y="59436"/>
                  </a:lnTo>
                  <a:lnTo>
                    <a:pt x="455968" y="70104"/>
                  </a:lnTo>
                  <a:lnTo>
                    <a:pt x="475881" y="70104"/>
                  </a:lnTo>
                  <a:lnTo>
                    <a:pt x="475881" y="115925"/>
                  </a:lnTo>
                  <a:lnTo>
                    <a:pt x="468160" y="118973"/>
                  </a:lnTo>
                  <a:lnTo>
                    <a:pt x="452920" y="122021"/>
                  </a:lnTo>
                  <a:lnTo>
                    <a:pt x="457492" y="134213"/>
                  </a:lnTo>
                  <a:lnTo>
                    <a:pt x="481545" y="126593"/>
                  </a:lnTo>
                  <a:lnTo>
                    <a:pt x="494436" y="122643"/>
                  </a:lnTo>
                  <a:lnTo>
                    <a:pt x="507885" y="118973"/>
                  </a:lnTo>
                  <a:close/>
                </a:path>
                <a:path w="654684" h="147955">
                  <a:moveTo>
                    <a:pt x="603897" y="131165"/>
                  </a:moveTo>
                  <a:lnTo>
                    <a:pt x="559701" y="131165"/>
                  </a:lnTo>
                  <a:lnTo>
                    <a:pt x="559701" y="109829"/>
                  </a:lnTo>
                  <a:lnTo>
                    <a:pt x="597801" y="109829"/>
                  </a:lnTo>
                  <a:lnTo>
                    <a:pt x="597801" y="99161"/>
                  </a:lnTo>
                  <a:lnTo>
                    <a:pt x="559701" y="99161"/>
                  </a:lnTo>
                  <a:lnTo>
                    <a:pt x="559701" y="79349"/>
                  </a:lnTo>
                  <a:lnTo>
                    <a:pt x="582561" y="79349"/>
                  </a:lnTo>
                  <a:lnTo>
                    <a:pt x="582561" y="83921"/>
                  </a:lnTo>
                  <a:lnTo>
                    <a:pt x="594753" y="83921"/>
                  </a:lnTo>
                  <a:lnTo>
                    <a:pt x="594753" y="6096"/>
                  </a:lnTo>
                  <a:lnTo>
                    <a:pt x="582561" y="6096"/>
                  </a:lnTo>
                  <a:lnTo>
                    <a:pt x="582561" y="16764"/>
                  </a:lnTo>
                  <a:lnTo>
                    <a:pt x="582561" y="38100"/>
                  </a:lnTo>
                  <a:lnTo>
                    <a:pt x="582561" y="47244"/>
                  </a:lnTo>
                  <a:lnTo>
                    <a:pt x="582561" y="68580"/>
                  </a:lnTo>
                  <a:lnTo>
                    <a:pt x="559701" y="68580"/>
                  </a:lnTo>
                  <a:lnTo>
                    <a:pt x="559701" y="47244"/>
                  </a:lnTo>
                  <a:lnTo>
                    <a:pt x="582561" y="47244"/>
                  </a:lnTo>
                  <a:lnTo>
                    <a:pt x="582561" y="38100"/>
                  </a:lnTo>
                  <a:lnTo>
                    <a:pt x="559701" y="38100"/>
                  </a:lnTo>
                  <a:lnTo>
                    <a:pt x="559701" y="16764"/>
                  </a:lnTo>
                  <a:lnTo>
                    <a:pt x="582561" y="16764"/>
                  </a:lnTo>
                  <a:lnTo>
                    <a:pt x="582561" y="6096"/>
                  </a:lnTo>
                  <a:lnTo>
                    <a:pt x="547509" y="6096"/>
                  </a:lnTo>
                  <a:lnTo>
                    <a:pt x="547509" y="16764"/>
                  </a:lnTo>
                  <a:lnTo>
                    <a:pt x="547509" y="38100"/>
                  </a:lnTo>
                  <a:lnTo>
                    <a:pt x="547509" y="47244"/>
                  </a:lnTo>
                  <a:lnTo>
                    <a:pt x="547509" y="68580"/>
                  </a:lnTo>
                  <a:lnTo>
                    <a:pt x="523125" y="68580"/>
                  </a:lnTo>
                  <a:lnTo>
                    <a:pt x="523125" y="47244"/>
                  </a:lnTo>
                  <a:lnTo>
                    <a:pt x="547509" y="47244"/>
                  </a:lnTo>
                  <a:lnTo>
                    <a:pt x="547509" y="38100"/>
                  </a:lnTo>
                  <a:lnTo>
                    <a:pt x="523125" y="38100"/>
                  </a:lnTo>
                  <a:lnTo>
                    <a:pt x="523125" y="16764"/>
                  </a:lnTo>
                  <a:lnTo>
                    <a:pt x="547509" y="16764"/>
                  </a:lnTo>
                  <a:lnTo>
                    <a:pt x="547509" y="6096"/>
                  </a:lnTo>
                  <a:lnTo>
                    <a:pt x="512457" y="6096"/>
                  </a:lnTo>
                  <a:lnTo>
                    <a:pt x="512457" y="83921"/>
                  </a:lnTo>
                  <a:lnTo>
                    <a:pt x="523125" y="83921"/>
                  </a:lnTo>
                  <a:lnTo>
                    <a:pt x="523125" y="79349"/>
                  </a:lnTo>
                  <a:lnTo>
                    <a:pt x="547509" y="79349"/>
                  </a:lnTo>
                  <a:lnTo>
                    <a:pt x="547509" y="99161"/>
                  </a:lnTo>
                  <a:lnTo>
                    <a:pt x="509409" y="99161"/>
                  </a:lnTo>
                  <a:lnTo>
                    <a:pt x="509409" y="109829"/>
                  </a:lnTo>
                  <a:lnTo>
                    <a:pt x="547509" y="109829"/>
                  </a:lnTo>
                  <a:lnTo>
                    <a:pt x="547509" y="131165"/>
                  </a:lnTo>
                  <a:lnTo>
                    <a:pt x="500265" y="131165"/>
                  </a:lnTo>
                  <a:lnTo>
                    <a:pt x="500265" y="141833"/>
                  </a:lnTo>
                  <a:lnTo>
                    <a:pt x="603897" y="141833"/>
                  </a:lnTo>
                  <a:lnTo>
                    <a:pt x="603897" y="131165"/>
                  </a:lnTo>
                  <a:close/>
                </a:path>
                <a:path w="654684" h="147955">
                  <a:moveTo>
                    <a:pt x="654278" y="120497"/>
                  </a:moveTo>
                  <a:lnTo>
                    <a:pt x="653262" y="117449"/>
                  </a:lnTo>
                  <a:lnTo>
                    <a:pt x="652754" y="115925"/>
                  </a:lnTo>
                  <a:lnTo>
                    <a:pt x="645134" y="108305"/>
                  </a:lnTo>
                  <a:lnTo>
                    <a:pt x="643610" y="107797"/>
                  </a:lnTo>
                  <a:lnTo>
                    <a:pt x="643610" y="123545"/>
                  </a:lnTo>
                  <a:lnTo>
                    <a:pt x="643610" y="128117"/>
                  </a:lnTo>
                  <a:lnTo>
                    <a:pt x="637514" y="134213"/>
                  </a:lnTo>
                  <a:lnTo>
                    <a:pt x="632942" y="134213"/>
                  </a:lnTo>
                  <a:lnTo>
                    <a:pt x="626846" y="128117"/>
                  </a:lnTo>
                  <a:lnTo>
                    <a:pt x="626846" y="123545"/>
                  </a:lnTo>
                  <a:lnTo>
                    <a:pt x="628370" y="120497"/>
                  </a:lnTo>
                  <a:lnTo>
                    <a:pt x="631418" y="117449"/>
                  </a:lnTo>
                  <a:lnTo>
                    <a:pt x="639038" y="117449"/>
                  </a:lnTo>
                  <a:lnTo>
                    <a:pt x="642086" y="120497"/>
                  </a:lnTo>
                  <a:lnTo>
                    <a:pt x="643610" y="123545"/>
                  </a:lnTo>
                  <a:lnTo>
                    <a:pt x="643610" y="107797"/>
                  </a:lnTo>
                  <a:lnTo>
                    <a:pt x="640562" y="106781"/>
                  </a:lnTo>
                  <a:lnTo>
                    <a:pt x="629894" y="106781"/>
                  </a:lnTo>
                  <a:lnTo>
                    <a:pt x="625322" y="108305"/>
                  </a:lnTo>
                  <a:lnTo>
                    <a:pt x="622274" y="111353"/>
                  </a:lnTo>
                  <a:lnTo>
                    <a:pt x="617702" y="114401"/>
                  </a:lnTo>
                  <a:lnTo>
                    <a:pt x="616178" y="118973"/>
                  </a:lnTo>
                  <a:lnTo>
                    <a:pt x="616178" y="131165"/>
                  </a:lnTo>
                  <a:lnTo>
                    <a:pt x="617702" y="135737"/>
                  </a:lnTo>
                  <a:lnTo>
                    <a:pt x="622274" y="138785"/>
                  </a:lnTo>
                  <a:lnTo>
                    <a:pt x="625322" y="143357"/>
                  </a:lnTo>
                  <a:lnTo>
                    <a:pt x="629894" y="144881"/>
                  </a:lnTo>
                  <a:lnTo>
                    <a:pt x="640562" y="144881"/>
                  </a:lnTo>
                  <a:lnTo>
                    <a:pt x="645134" y="143357"/>
                  </a:lnTo>
                  <a:lnTo>
                    <a:pt x="648182" y="138785"/>
                  </a:lnTo>
                  <a:lnTo>
                    <a:pt x="652754" y="135737"/>
                  </a:lnTo>
                  <a:lnTo>
                    <a:pt x="653262" y="134213"/>
                  </a:lnTo>
                  <a:lnTo>
                    <a:pt x="654278" y="131165"/>
                  </a:lnTo>
                  <a:lnTo>
                    <a:pt x="654278" y="120497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3" name="object 93" descr=""/>
          <p:cNvSpPr/>
          <p:nvPr/>
        </p:nvSpPr>
        <p:spPr>
          <a:xfrm>
            <a:off x="387095" y="6123432"/>
            <a:ext cx="9939655" cy="9525"/>
          </a:xfrm>
          <a:custGeom>
            <a:avLst/>
            <a:gdLst/>
            <a:ahLst/>
            <a:cxnLst/>
            <a:rect l="l" t="t" r="r" b="b"/>
            <a:pathLst>
              <a:path w="9939655" h="9525">
                <a:moveTo>
                  <a:pt x="9939528" y="9144"/>
                </a:moveTo>
                <a:lnTo>
                  <a:pt x="0" y="9144"/>
                </a:lnTo>
                <a:lnTo>
                  <a:pt x="0" y="0"/>
                </a:lnTo>
                <a:lnTo>
                  <a:pt x="9939528" y="0"/>
                </a:lnTo>
                <a:lnTo>
                  <a:pt x="9939528" y="9144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4" name="object 94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385667" y="6245351"/>
            <a:ext cx="1000410" cy="108299"/>
          </a:xfrm>
          <a:prstGeom prst="rect">
            <a:avLst/>
          </a:prstGeom>
        </p:spPr>
      </p:pic>
      <p:grpSp>
        <p:nvGrpSpPr>
          <p:cNvPr id="95" name="object 95" descr=""/>
          <p:cNvGrpSpPr/>
          <p:nvPr/>
        </p:nvGrpSpPr>
        <p:grpSpPr>
          <a:xfrm>
            <a:off x="9918762" y="6251447"/>
            <a:ext cx="256540" cy="102235"/>
            <a:chOff x="9918762" y="6251447"/>
            <a:chExt cx="256540" cy="102235"/>
          </a:xfrm>
        </p:grpSpPr>
        <p:pic>
          <p:nvPicPr>
            <p:cNvPr id="96" name="object 96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9918762" y="6251447"/>
              <a:ext cx="216504" cy="102203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10161269" y="6277355"/>
              <a:ext cx="13970" cy="62865"/>
            </a:xfrm>
            <a:custGeom>
              <a:avLst/>
              <a:gdLst/>
              <a:ahLst/>
              <a:cxnLst/>
              <a:rect l="l" t="t" r="r" b="b"/>
              <a:pathLst>
                <a:path w="13970" h="62864">
                  <a:moveTo>
                    <a:pt x="9144" y="13811"/>
                  </a:moveTo>
                  <a:lnTo>
                    <a:pt x="4572" y="13811"/>
                  </a:lnTo>
                  <a:lnTo>
                    <a:pt x="0" y="9239"/>
                  </a:lnTo>
                  <a:lnTo>
                    <a:pt x="0" y="4667"/>
                  </a:lnTo>
                  <a:lnTo>
                    <a:pt x="1524" y="3143"/>
                  </a:lnTo>
                  <a:lnTo>
                    <a:pt x="1524" y="1619"/>
                  </a:lnTo>
                  <a:lnTo>
                    <a:pt x="3048" y="0"/>
                  </a:lnTo>
                  <a:lnTo>
                    <a:pt x="10668" y="0"/>
                  </a:lnTo>
                  <a:lnTo>
                    <a:pt x="12192" y="1619"/>
                  </a:lnTo>
                  <a:lnTo>
                    <a:pt x="13716" y="3143"/>
                  </a:lnTo>
                  <a:lnTo>
                    <a:pt x="13716" y="10763"/>
                  </a:lnTo>
                  <a:lnTo>
                    <a:pt x="12192" y="10763"/>
                  </a:lnTo>
                  <a:lnTo>
                    <a:pt x="9144" y="13811"/>
                  </a:lnTo>
                  <a:close/>
                </a:path>
                <a:path w="13970" h="62864">
                  <a:moveTo>
                    <a:pt x="10668" y="62579"/>
                  </a:moveTo>
                  <a:lnTo>
                    <a:pt x="3048" y="62579"/>
                  </a:lnTo>
                  <a:lnTo>
                    <a:pt x="1524" y="61055"/>
                  </a:lnTo>
                  <a:lnTo>
                    <a:pt x="1524" y="59531"/>
                  </a:lnTo>
                  <a:lnTo>
                    <a:pt x="0" y="58007"/>
                  </a:lnTo>
                  <a:lnTo>
                    <a:pt x="0" y="53435"/>
                  </a:lnTo>
                  <a:lnTo>
                    <a:pt x="1524" y="51911"/>
                  </a:lnTo>
                  <a:lnTo>
                    <a:pt x="1524" y="50387"/>
                  </a:lnTo>
                  <a:lnTo>
                    <a:pt x="3048" y="48863"/>
                  </a:lnTo>
                  <a:lnTo>
                    <a:pt x="10668" y="48863"/>
                  </a:lnTo>
                  <a:lnTo>
                    <a:pt x="13716" y="51911"/>
                  </a:lnTo>
                  <a:lnTo>
                    <a:pt x="13716" y="59531"/>
                  </a:lnTo>
                  <a:lnTo>
                    <a:pt x="10668" y="62579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8" name="object 98" descr=""/>
          <p:cNvSpPr/>
          <p:nvPr/>
        </p:nvSpPr>
        <p:spPr>
          <a:xfrm>
            <a:off x="10258806" y="6256019"/>
            <a:ext cx="55244" cy="84455"/>
          </a:xfrm>
          <a:custGeom>
            <a:avLst/>
            <a:gdLst/>
            <a:ahLst/>
            <a:cxnLst/>
            <a:rect l="l" t="t" r="r" b="b"/>
            <a:pathLst>
              <a:path w="55245" h="84454">
                <a:moveTo>
                  <a:pt x="44291" y="39719"/>
                </a:moveTo>
                <a:lnTo>
                  <a:pt x="12192" y="39719"/>
                </a:lnTo>
                <a:lnTo>
                  <a:pt x="6096" y="33623"/>
                </a:lnTo>
                <a:lnTo>
                  <a:pt x="4572" y="30575"/>
                </a:lnTo>
                <a:lnTo>
                  <a:pt x="3048" y="26003"/>
                </a:lnTo>
                <a:lnTo>
                  <a:pt x="3048" y="18288"/>
                </a:lnTo>
                <a:lnTo>
                  <a:pt x="4572" y="13716"/>
                </a:lnTo>
                <a:lnTo>
                  <a:pt x="7620" y="7620"/>
                </a:lnTo>
                <a:lnTo>
                  <a:pt x="10668" y="4572"/>
                </a:lnTo>
                <a:lnTo>
                  <a:pt x="15240" y="3048"/>
                </a:lnTo>
                <a:lnTo>
                  <a:pt x="18288" y="1524"/>
                </a:lnTo>
                <a:lnTo>
                  <a:pt x="22955" y="0"/>
                </a:lnTo>
                <a:lnTo>
                  <a:pt x="32099" y="0"/>
                </a:lnTo>
                <a:lnTo>
                  <a:pt x="36671" y="1524"/>
                </a:lnTo>
                <a:lnTo>
                  <a:pt x="39719" y="3048"/>
                </a:lnTo>
                <a:lnTo>
                  <a:pt x="44291" y="4572"/>
                </a:lnTo>
                <a:lnTo>
                  <a:pt x="47339" y="7620"/>
                </a:lnTo>
                <a:lnTo>
                  <a:pt x="48101" y="9144"/>
                </a:lnTo>
                <a:lnTo>
                  <a:pt x="21336" y="9144"/>
                </a:lnTo>
                <a:lnTo>
                  <a:pt x="18288" y="12192"/>
                </a:lnTo>
                <a:lnTo>
                  <a:pt x="15240" y="13716"/>
                </a:lnTo>
                <a:lnTo>
                  <a:pt x="15240" y="15240"/>
                </a:lnTo>
                <a:lnTo>
                  <a:pt x="13716" y="18288"/>
                </a:lnTo>
                <a:lnTo>
                  <a:pt x="12192" y="19812"/>
                </a:lnTo>
                <a:lnTo>
                  <a:pt x="12192" y="26003"/>
                </a:lnTo>
                <a:lnTo>
                  <a:pt x="13716" y="27527"/>
                </a:lnTo>
                <a:lnTo>
                  <a:pt x="15240" y="30575"/>
                </a:lnTo>
                <a:lnTo>
                  <a:pt x="15240" y="32099"/>
                </a:lnTo>
                <a:lnTo>
                  <a:pt x="18288" y="33623"/>
                </a:lnTo>
                <a:lnTo>
                  <a:pt x="19812" y="35147"/>
                </a:lnTo>
                <a:lnTo>
                  <a:pt x="22955" y="35147"/>
                </a:lnTo>
                <a:lnTo>
                  <a:pt x="24479" y="36671"/>
                </a:lnTo>
                <a:lnTo>
                  <a:pt x="47339" y="36671"/>
                </a:lnTo>
                <a:lnTo>
                  <a:pt x="44291" y="39719"/>
                </a:lnTo>
                <a:close/>
              </a:path>
              <a:path w="55245" h="84454">
                <a:moveTo>
                  <a:pt x="47339" y="36671"/>
                </a:moveTo>
                <a:lnTo>
                  <a:pt x="30575" y="36671"/>
                </a:lnTo>
                <a:lnTo>
                  <a:pt x="33623" y="35147"/>
                </a:lnTo>
                <a:lnTo>
                  <a:pt x="35147" y="35147"/>
                </a:lnTo>
                <a:lnTo>
                  <a:pt x="38195" y="33623"/>
                </a:lnTo>
                <a:lnTo>
                  <a:pt x="41243" y="30575"/>
                </a:lnTo>
                <a:lnTo>
                  <a:pt x="41243" y="27527"/>
                </a:lnTo>
                <a:lnTo>
                  <a:pt x="42767" y="26003"/>
                </a:lnTo>
                <a:lnTo>
                  <a:pt x="42767" y="19812"/>
                </a:lnTo>
                <a:lnTo>
                  <a:pt x="41243" y="18288"/>
                </a:lnTo>
                <a:lnTo>
                  <a:pt x="41243" y="15240"/>
                </a:lnTo>
                <a:lnTo>
                  <a:pt x="38195" y="12192"/>
                </a:lnTo>
                <a:lnTo>
                  <a:pt x="35147" y="10668"/>
                </a:lnTo>
                <a:lnTo>
                  <a:pt x="33623" y="9144"/>
                </a:lnTo>
                <a:lnTo>
                  <a:pt x="48101" y="9144"/>
                </a:lnTo>
                <a:lnTo>
                  <a:pt x="48863" y="10668"/>
                </a:lnTo>
                <a:lnTo>
                  <a:pt x="51911" y="13716"/>
                </a:lnTo>
                <a:lnTo>
                  <a:pt x="51911" y="30575"/>
                </a:lnTo>
                <a:lnTo>
                  <a:pt x="48863" y="33623"/>
                </a:lnTo>
                <a:lnTo>
                  <a:pt x="47339" y="36671"/>
                </a:lnTo>
                <a:close/>
              </a:path>
              <a:path w="55245" h="84454">
                <a:moveTo>
                  <a:pt x="39719" y="41243"/>
                </a:moveTo>
                <a:lnTo>
                  <a:pt x="15240" y="41243"/>
                </a:lnTo>
                <a:lnTo>
                  <a:pt x="15240" y="39719"/>
                </a:lnTo>
                <a:lnTo>
                  <a:pt x="39719" y="39719"/>
                </a:lnTo>
                <a:lnTo>
                  <a:pt x="39719" y="41243"/>
                </a:lnTo>
                <a:close/>
              </a:path>
              <a:path w="55245" h="84454">
                <a:moveTo>
                  <a:pt x="33623" y="83915"/>
                </a:moveTo>
                <a:lnTo>
                  <a:pt x="22955" y="83915"/>
                </a:lnTo>
                <a:lnTo>
                  <a:pt x="16764" y="82391"/>
                </a:lnTo>
                <a:lnTo>
                  <a:pt x="13716" y="80867"/>
                </a:lnTo>
                <a:lnTo>
                  <a:pt x="9144" y="79343"/>
                </a:lnTo>
                <a:lnTo>
                  <a:pt x="3048" y="73247"/>
                </a:lnTo>
                <a:lnTo>
                  <a:pt x="1524" y="68675"/>
                </a:lnTo>
                <a:lnTo>
                  <a:pt x="0" y="65627"/>
                </a:lnTo>
                <a:lnTo>
                  <a:pt x="0" y="54959"/>
                </a:lnTo>
                <a:lnTo>
                  <a:pt x="4572" y="45815"/>
                </a:lnTo>
                <a:lnTo>
                  <a:pt x="10668" y="42767"/>
                </a:lnTo>
                <a:lnTo>
                  <a:pt x="12192" y="41243"/>
                </a:lnTo>
                <a:lnTo>
                  <a:pt x="42767" y="41243"/>
                </a:lnTo>
                <a:lnTo>
                  <a:pt x="45815" y="42767"/>
                </a:lnTo>
                <a:lnTo>
                  <a:pt x="47339" y="44291"/>
                </a:lnTo>
                <a:lnTo>
                  <a:pt x="50387" y="45815"/>
                </a:lnTo>
                <a:lnTo>
                  <a:pt x="21336" y="45815"/>
                </a:lnTo>
                <a:lnTo>
                  <a:pt x="15240" y="48863"/>
                </a:lnTo>
                <a:lnTo>
                  <a:pt x="12192" y="51911"/>
                </a:lnTo>
                <a:lnTo>
                  <a:pt x="10668" y="54959"/>
                </a:lnTo>
                <a:lnTo>
                  <a:pt x="10668" y="65627"/>
                </a:lnTo>
                <a:lnTo>
                  <a:pt x="12192" y="68675"/>
                </a:lnTo>
                <a:lnTo>
                  <a:pt x="15240" y="71723"/>
                </a:lnTo>
                <a:lnTo>
                  <a:pt x="21336" y="74771"/>
                </a:lnTo>
                <a:lnTo>
                  <a:pt x="51149" y="74771"/>
                </a:lnTo>
                <a:lnTo>
                  <a:pt x="50387" y="76295"/>
                </a:lnTo>
                <a:lnTo>
                  <a:pt x="45815" y="79343"/>
                </a:lnTo>
                <a:lnTo>
                  <a:pt x="42767" y="80867"/>
                </a:lnTo>
                <a:lnTo>
                  <a:pt x="33623" y="83915"/>
                </a:lnTo>
                <a:close/>
              </a:path>
              <a:path w="55245" h="84454">
                <a:moveTo>
                  <a:pt x="51149" y="74771"/>
                </a:moveTo>
                <a:lnTo>
                  <a:pt x="35147" y="74771"/>
                </a:lnTo>
                <a:lnTo>
                  <a:pt x="36671" y="73247"/>
                </a:lnTo>
                <a:lnTo>
                  <a:pt x="39719" y="71723"/>
                </a:lnTo>
                <a:lnTo>
                  <a:pt x="42767" y="68675"/>
                </a:lnTo>
                <a:lnTo>
                  <a:pt x="44291" y="65627"/>
                </a:lnTo>
                <a:lnTo>
                  <a:pt x="45815" y="64103"/>
                </a:lnTo>
                <a:lnTo>
                  <a:pt x="45815" y="58007"/>
                </a:lnTo>
                <a:lnTo>
                  <a:pt x="42767" y="51911"/>
                </a:lnTo>
                <a:lnTo>
                  <a:pt x="39719" y="48863"/>
                </a:lnTo>
                <a:lnTo>
                  <a:pt x="33623" y="45815"/>
                </a:lnTo>
                <a:lnTo>
                  <a:pt x="50387" y="45815"/>
                </a:lnTo>
                <a:lnTo>
                  <a:pt x="54959" y="54959"/>
                </a:lnTo>
                <a:lnTo>
                  <a:pt x="54959" y="68675"/>
                </a:lnTo>
                <a:lnTo>
                  <a:pt x="51911" y="73247"/>
                </a:lnTo>
                <a:lnTo>
                  <a:pt x="51149" y="74771"/>
                </a:lnTo>
                <a:close/>
              </a:path>
            </a:pathLst>
          </a:custGeom>
          <a:solidFill>
            <a:srgbClr val="465469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85559" y="745718"/>
            <a:ext cx="424180" cy="116205"/>
          </a:xfrm>
          <a:custGeom>
            <a:avLst/>
            <a:gdLst/>
            <a:ahLst/>
            <a:cxnLst/>
            <a:rect l="l" t="t" r="r" b="b"/>
            <a:pathLst>
              <a:path w="424180" h="116205">
                <a:moveTo>
                  <a:pt x="111353" y="9144"/>
                </a:moveTo>
                <a:lnTo>
                  <a:pt x="68580" y="9144"/>
                </a:lnTo>
                <a:lnTo>
                  <a:pt x="67056" y="4572"/>
                </a:lnTo>
                <a:lnTo>
                  <a:pt x="65532" y="1524"/>
                </a:lnTo>
                <a:lnTo>
                  <a:pt x="65532" y="0"/>
                </a:lnTo>
                <a:lnTo>
                  <a:pt x="45720" y="1524"/>
                </a:lnTo>
                <a:lnTo>
                  <a:pt x="47244" y="3048"/>
                </a:lnTo>
                <a:lnTo>
                  <a:pt x="47244" y="6096"/>
                </a:lnTo>
                <a:lnTo>
                  <a:pt x="48768" y="9144"/>
                </a:lnTo>
                <a:lnTo>
                  <a:pt x="4572" y="9144"/>
                </a:lnTo>
                <a:lnTo>
                  <a:pt x="4572" y="27432"/>
                </a:lnTo>
                <a:lnTo>
                  <a:pt x="19812" y="27432"/>
                </a:lnTo>
                <a:lnTo>
                  <a:pt x="19812" y="19812"/>
                </a:lnTo>
                <a:lnTo>
                  <a:pt x="96113" y="19812"/>
                </a:lnTo>
                <a:lnTo>
                  <a:pt x="96113" y="27432"/>
                </a:lnTo>
                <a:lnTo>
                  <a:pt x="111353" y="27432"/>
                </a:lnTo>
                <a:lnTo>
                  <a:pt x="111353" y="19812"/>
                </a:lnTo>
                <a:lnTo>
                  <a:pt x="111353" y="9144"/>
                </a:lnTo>
                <a:close/>
              </a:path>
              <a:path w="424180" h="116205">
                <a:moveTo>
                  <a:pt x="114401" y="28956"/>
                </a:moveTo>
                <a:lnTo>
                  <a:pt x="76200" y="28956"/>
                </a:lnTo>
                <a:lnTo>
                  <a:pt x="76200" y="41148"/>
                </a:lnTo>
                <a:lnTo>
                  <a:pt x="73152" y="44196"/>
                </a:lnTo>
                <a:lnTo>
                  <a:pt x="68580" y="47332"/>
                </a:lnTo>
                <a:lnTo>
                  <a:pt x="64008" y="50380"/>
                </a:lnTo>
                <a:lnTo>
                  <a:pt x="41148" y="45808"/>
                </a:lnTo>
                <a:lnTo>
                  <a:pt x="45720" y="41148"/>
                </a:lnTo>
                <a:lnTo>
                  <a:pt x="76200" y="41148"/>
                </a:lnTo>
                <a:lnTo>
                  <a:pt x="76200" y="28956"/>
                </a:lnTo>
                <a:lnTo>
                  <a:pt x="54864" y="28956"/>
                </a:lnTo>
                <a:lnTo>
                  <a:pt x="59436" y="24384"/>
                </a:lnTo>
                <a:lnTo>
                  <a:pt x="41148" y="21336"/>
                </a:lnTo>
                <a:lnTo>
                  <a:pt x="39624" y="24384"/>
                </a:lnTo>
                <a:lnTo>
                  <a:pt x="35052" y="28956"/>
                </a:lnTo>
                <a:lnTo>
                  <a:pt x="3048" y="28956"/>
                </a:lnTo>
                <a:lnTo>
                  <a:pt x="3048" y="41148"/>
                </a:lnTo>
                <a:lnTo>
                  <a:pt x="27432" y="41148"/>
                </a:lnTo>
                <a:lnTo>
                  <a:pt x="24384" y="44196"/>
                </a:lnTo>
                <a:lnTo>
                  <a:pt x="21336" y="47332"/>
                </a:lnTo>
                <a:lnTo>
                  <a:pt x="16764" y="51904"/>
                </a:lnTo>
                <a:lnTo>
                  <a:pt x="25908" y="53428"/>
                </a:lnTo>
                <a:lnTo>
                  <a:pt x="33528" y="54952"/>
                </a:lnTo>
                <a:lnTo>
                  <a:pt x="6096" y="59524"/>
                </a:lnTo>
                <a:lnTo>
                  <a:pt x="9144" y="64096"/>
                </a:lnTo>
                <a:lnTo>
                  <a:pt x="12192" y="73240"/>
                </a:lnTo>
                <a:lnTo>
                  <a:pt x="28460" y="70942"/>
                </a:lnTo>
                <a:lnTo>
                  <a:pt x="42862" y="68478"/>
                </a:lnTo>
                <a:lnTo>
                  <a:pt x="55270" y="65747"/>
                </a:lnTo>
                <a:lnTo>
                  <a:pt x="65532" y="62572"/>
                </a:lnTo>
                <a:lnTo>
                  <a:pt x="74688" y="64884"/>
                </a:lnTo>
                <a:lnTo>
                  <a:pt x="83832" y="67335"/>
                </a:lnTo>
                <a:lnTo>
                  <a:pt x="93014" y="70078"/>
                </a:lnTo>
                <a:lnTo>
                  <a:pt x="102209" y="73240"/>
                </a:lnTo>
                <a:lnTo>
                  <a:pt x="108140" y="62572"/>
                </a:lnTo>
                <a:lnTo>
                  <a:pt x="109829" y="59524"/>
                </a:lnTo>
                <a:lnTo>
                  <a:pt x="82296" y="53428"/>
                </a:lnTo>
                <a:lnTo>
                  <a:pt x="86868" y="50380"/>
                </a:lnTo>
                <a:lnTo>
                  <a:pt x="89916" y="45808"/>
                </a:lnTo>
                <a:lnTo>
                  <a:pt x="94589" y="41148"/>
                </a:lnTo>
                <a:lnTo>
                  <a:pt x="114401" y="41148"/>
                </a:lnTo>
                <a:lnTo>
                  <a:pt x="114401" y="28956"/>
                </a:lnTo>
                <a:close/>
              </a:path>
              <a:path w="424180" h="116205">
                <a:moveTo>
                  <a:pt x="117449" y="100672"/>
                </a:moveTo>
                <a:lnTo>
                  <a:pt x="105460" y="98348"/>
                </a:lnTo>
                <a:lnTo>
                  <a:pt x="94729" y="95719"/>
                </a:lnTo>
                <a:lnTo>
                  <a:pt x="91401" y="94576"/>
                </a:lnTo>
                <a:lnTo>
                  <a:pt x="85432" y="92532"/>
                </a:lnTo>
                <a:lnTo>
                  <a:pt x="77724" y="88480"/>
                </a:lnTo>
                <a:lnTo>
                  <a:pt x="114401" y="88480"/>
                </a:lnTo>
                <a:lnTo>
                  <a:pt x="114401" y="76288"/>
                </a:lnTo>
                <a:lnTo>
                  <a:pt x="65532" y="76288"/>
                </a:lnTo>
                <a:lnTo>
                  <a:pt x="65532" y="67144"/>
                </a:lnTo>
                <a:lnTo>
                  <a:pt x="50292" y="67144"/>
                </a:lnTo>
                <a:lnTo>
                  <a:pt x="50292" y="76288"/>
                </a:lnTo>
                <a:lnTo>
                  <a:pt x="3048" y="76288"/>
                </a:lnTo>
                <a:lnTo>
                  <a:pt x="3048" y="88480"/>
                </a:lnTo>
                <a:lnTo>
                  <a:pt x="38100" y="88480"/>
                </a:lnTo>
                <a:lnTo>
                  <a:pt x="29794" y="92748"/>
                </a:lnTo>
                <a:lnTo>
                  <a:pt x="20764" y="96291"/>
                </a:lnTo>
                <a:lnTo>
                  <a:pt x="10883" y="98983"/>
                </a:lnTo>
                <a:lnTo>
                  <a:pt x="0" y="100672"/>
                </a:lnTo>
                <a:lnTo>
                  <a:pt x="3048" y="105244"/>
                </a:lnTo>
                <a:lnTo>
                  <a:pt x="6096" y="114388"/>
                </a:lnTo>
                <a:lnTo>
                  <a:pt x="19227" y="110655"/>
                </a:lnTo>
                <a:lnTo>
                  <a:pt x="31051" y="106197"/>
                </a:lnTo>
                <a:lnTo>
                  <a:pt x="41465" y="100888"/>
                </a:lnTo>
                <a:lnTo>
                  <a:pt x="50292" y="94576"/>
                </a:lnTo>
                <a:lnTo>
                  <a:pt x="50292" y="115912"/>
                </a:lnTo>
                <a:lnTo>
                  <a:pt x="65532" y="115912"/>
                </a:lnTo>
                <a:lnTo>
                  <a:pt x="65532" y="94576"/>
                </a:lnTo>
                <a:lnTo>
                  <a:pt x="75018" y="100888"/>
                </a:lnTo>
                <a:lnTo>
                  <a:pt x="85356" y="106197"/>
                </a:lnTo>
                <a:lnTo>
                  <a:pt x="96862" y="110655"/>
                </a:lnTo>
                <a:lnTo>
                  <a:pt x="109829" y="114388"/>
                </a:lnTo>
                <a:lnTo>
                  <a:pt x="114401" y="105244"/>
                </a:lnTo>
                <a:lnTo>
                  <a:pt x="117449" y="100672"/>
                </a:lnTo>
                <a:close/>
              </a:path>
              <a:path w="424180" h="116205">
                <a:moveTo>
                  <a:pt x="160121" y="3048"/>
                </a:moveTo>
                <a:lnTo>
                  <a:pt x="146405" y="0"/>
                </a:lnTo>
                <a:lnTo>
                  <a:pt x="142684" y="13690"/>
                </a:lnTo>
                <a:lnTo>
                  <a:pt x="138341" y="27432"/>
                </a:lnTo>
                <a:lnTo>
                  <a:pt x="133540" y="40551"/>
                </a:lnTo>
                <a:lnTo>
                  <a:pt x="128117" y="53428"/>
                </a:lnTo>
                <a:lnTo>
                  <a:pt x="129641" y="62572"/>
                </a:lnTo>
                <a:lnTo>
                  <a:pt x="131165" y="70192"/>
                </a:lnTo>
                <a:lnTo>
                  <a:pt x="132689" y="74764"/>
                </a:lnTo>
                <a:lnTo>
                  <a:pt x="134213" y="70192"/>
                </a:lnTo>
                <a:lnTo>
                  <a:pt x="140309" y="61048"/>
                </a:lnTo>
                <a:lnTo>
                  <a:pt x="140309" y="114388"/>
                </a:lnTo>
                <a:lnTo>
                  <a:pt x="154025" y="114388"/>
                </a:lnTo>
                <a:lnTo>
                  <a:pt x="154025" y="61048"/>
                </a:lnTo>
                <a:lnTo>
                  <a:pt x="154025" y="25908"/>
                </a:lnTo>
                <a:lnTo>
                  <a:pt x="157073" y="10668"/>
                </a:lnTo>
                <a:lnTo>
                  <a:pt x="160121" y="3048"/>
                </a:lnTo>
                <a:close/>
              </a:path>
              <a:path w="424180" h="116205">
                <a:moveTo>
                  <a:pt x="201269" y="6096"/>
                </a:moveTo>
                <a:lnTo>
                  <a:pt x="160121" y="6096"/>
                </a:lnTo>
                <a:lnTo>
                  <a:pt x="160121" y="19812"/>
                </a:lnTo>
                <a:lnTo>
                  <a:pt x="167741" y="19812"/>
                </a:lnTo>
                <a:lnTo>
                  <a:pt x="165163" y="30975"/>
                </a:lnTo>
                <a:lnTo>
                  <a:pt x="162026" y="41579"/>
                </a:lnTo>
                <a:lnTo>
                  <a:pt x="158305" y="51612"/>
                </a:lnTo>
                <a:lnTo>
                  <a:pt x="154025" y="61048"/>
                </a:lnTo>
                <a:lnTo>
                  <a:pt x="157073" y="67144"/>
                </a:lnTo>
                <a:lnTo>
                  <a:pt x="160121" y="71716"/>
                </a:lnTo>
                <a:lnTo>
                  <a:pt x="161645" y="76288"/>
                </a:lnTo>
                <a:lnTo>
                  <a:pt x="164693" y="70192"/>
                </a:lnTo>
                <a:lnTo>
                  <a:pt x="166217" y="68668"/>
                </a:lnTo>
                <a:lnTo>
                  <a:pt x="170789" y="71716"/>
                </a:lnTo>
                <a:lnTo>
                  <a:pt x="173837" y="74764"/>
                </a:lnTo>
                <a:lnTo>
                  <a:pt x="176885" y="79336"/>
                </a:lnTo>
                <a:lnTo>
                  <a:pt x="172910" y="86156"/>
                </a:lnTo>
                <a:lnTo>
                  <a:pt x="167932" y="92671"/>
                </a:lnTo>
                <a:lnTo>
                  <a:pt x="162102" y="98628"/>
                </a:lnTo>
                <a:lnTo>
                  <a:pt x="155549" y="103720"/>
                </a:lnTo>
                <a:lnTo>
                  <a:pt x="163169" y="111340"/>
                </a:lnTo>
                <a:lnTo>
                  <a:pt x="191554" y="82575"/>
                </a:lnTo>
                <a:lnTo>
                  <a:pt x="196494" y="64096"/>
                </a:lnTo>
                <a:lnTo>
                  <a:pt x="197726" y="59512"/>
                </a:lnTo>
                <a:lnTo>
                  <a:pt x="197827" y="58000"/>
                </a:lnTo>
                <a:lnTo>
                  <a:pt x="197942" y="56476"/>
                </a:lnTo>
                <a:lnTo>
                  <a:pt x="198729" y="45808"/>
                </a:lnTo>
                <a:lnTo>
                  <a:pt x="199745" y="32004"/>
                </a:lnTo>
                <a:lnTo>
                  <a:pt x="186029" y="32004"/>
                </a:lnTo>
                <a:lnTo>
                  <a:pt x="186029" y="45808"/>
                </a:lnTo>
                <a:lnTo>
                  <a:pt x="186029" y="51904"/>
                </a:lnTo>
                <a:lnTo>
                  <a:pt x="182981" y="64096"/>
                </a:lnTo>
                <a:lnTo>
                  <a:pt x="179933" y="61048"/>
                </a:lnTo>
                <a:lnTo>
                  <a:pt x="175361" y="58000"/>
                </a:lnTo>
                <a:lnTo>
                  <a:pt x="172313" y="56476"/>
                </a:lnTo>
                <a:lnTo>
                  <a:pt x="173837" y="51904"/>
                </a:lnTo>
                <a:lnTo>
                  <a:pt x="175361" y="48856"/>
                </a:lnTo>
                <a:lnTo>
                  <a:pt x="175361" y="45808"/>
                </a:lnTo>
                <a:lnTo>
                  <a:pt x="186029" y="45808"/>
                </a:lnTo>
                <a:lnTo>
                  <a:pt x="186029" y="32004"/>
                </a:lnTo>
                <a:lnTo>
                  <a:pt x="179933" y="32004"/>
                </a:lnTo>
                <a:lnTo>
                  <a:pt x="180022" y="27254"/>
                </a:lnTo>
                <a:lnTo>
                  <a:pt x="181457" y="24384"/>
                </a:lnTo>
                <a:lnTo>
                  <a:pt x="181457" y="19812"/>
                </a:lnTo>
                <a:lnTo>
                  <a:pt x="201269" y="19812"/>
                </a:lnTo>
                <a:lnTo>
                  <a:pt x="201269" y="6096"/>
                </a:lnTo>
                <a:close/>
              </a:path>
              <a:path w="424180" h="116205">
                <a:moveTo>
                  <a:pt x="218033" y="10668"/>
                </a:moveTo>
                <a:lnTo>
                  <a:pt x="205841" y="10668"/>
                </a:lnTo>
                <a:lnTo>
                  <a:pt x="205841" y="88480"/>
                </a:lnTo>
                <a:lnTo>
                  <a:pt x="218033" y="88480"/>
                </a:lnTo>
                <a:lnTo>
                  <a:pt x="218033" y="10668"/>
                </a:lnTo>
                <a:close/>
              </a:path>
              <a:path w="424180" h="116205">
                <a:moveTo>
                  <a:pt x="240982" y="1524"/>
                </a:moveTo>
                <a:lnTo>
                  <a:pt x="225653" y="1524"/>
                </a:lnTo>
                <a:lnTo>
                  <a:pt x="225653" y="96100"/>
                </a:lnTo>
                <a:lnTo>
                  <a:pt x="224129" y="97624"/>
                </a:lnTo>
                <a:lnTo>
                  <a:pt x="205841" y="97624"/>
                </a:lnTo>
                <a:lnTo>
                  <a:pt x="208889" y="109816"/>
                </a:lnTo>
                <a:lnTo>
                  <a:pt x="208889" y="114388"/>
                </a:lnTo>
                <a:lnTo>
                  <a:pt x="227177" y="114388"/>
                </a:lnTo>
                <a:lnTo>
                  <a:pt x="231838" y="112864"/>
                </a:lnTo>
                <a:lnTo>
                  <a:pt x="234886" y="111340"/>
                </a:lnTo>
                <a:lnTo>
                  <a:pt x="236410" y="108292"/>
                </a:lnTo>
                <a:lnTo>
                  <a:pt x="239458" y="105244"/>
                </a:lnTo>
                <a:lnTo>
                  <a:pt x="240982" y="102196"/>
                </a:lnTo>
                <a:lnTo>
                  <a:pt x="240982" y="1524"/>
                </a:lnTo>
                <a:close/>
              </a:path>
              <a:path w="424180" h="116205">
                <a:moveTo>
                  <a:pt x="362915" y="12192"/>
                </a:moveTo>
                <a:lnTo>
                  <a:pt x="266903" y="12192"/>
                </a:lnTo>
                <a:lnTo>
                  <a:pt x="266903" y="30480"/>
                </a:lnTo>
                <a:lnTo>
                  <a:pt x="362915" y="30480"/>
                </a:lnTo>
                <a:lnTo>
                  <a:pt x="362915" y="12192"/>
                </a:lnTo>
                <a:close/>
              </a:path>
              <a:path w="424180" h="116205">
                <a:moveTo>
                  <a:pt x="372059" y="85432"/>
                </a:moveTo>
                <a:lnTo>
                  <a:pt x="259270" y="85432"/>
                </a:lnTo>
                <a:lnTo>
                  <a:pt x="259270" y="103720"/>
                </a:lnTo>
                <a:lnTo>
                  <a:pt x="372059" y="103720"/>
                </a:lnTo>
                <a:lnTo>
                  <a:pt x="372059" y="85432"/>
                </a:lnTo>
                <a:close/>
              </a:path>
              <a:path w="424180" h="116205">
                <a:moveTo>
                  <a:pt x="423964" y="86956"/>
                </a:moveTo>
                <a:lnTo>
                  <a:pt x="420916" y="85432"/>
                </a:lnTo>
                <a:lnTo>
                  <a:pt x="419392" y="82384"/>
                </a:lnTo>
                <a:lnTo>
                  <a:pt x="408724" y="82384"/>
                </a:lnTo>
                <a:lnTo>
                  <a:pt x="402628" y="88480"/>
                </a:lnTo>
                <a:lnTo>
                  <a:pt x="402628" y="94576"/>
                </a:lnTo>
                <a:lnTo>
                  <a:pt x="404152" y="96100"/>
                </a:lnTo>
                <a:lnTo>
                  <a:pt x="405676" y="99148"/>
                </a:lnTo>
                <a:lnTo>
                  <a:pt x="408724" y="100672"/>
                </a:lnTo>
                <a:lnTo>
                  <a:pt x="410248" y="102196"/>
                </a:lnTo>
                <a:lnTo>
                  <a:pt x="416344" y="102196"/>
                </a:lnTo>
                <a:lnTo>
                  <a:pt x="419392" y="100672"/>
                </a:lnTo>
                <a:lnTo>
                  <a:pt x="423964" y="96100"/>
                </a:lnTo>
                <a:lnTo>
                  <a:pt x="423964" y="86956"/>
                </a:lnTo>
                <a:close/>
              </a:path>
              <a:path w="424180" h="116205">
                <a:moveTo>
                  <a:pt x="423964" y="38100"/>
                </a:moveTo>
                <a:lnTo>
                  <a:pt x="420916" y="36576"/>
                </a:lnTo>
                <a:lnTo>
                  <a:pt x="419392" y="35052"/>
                </a:lnTo>
                <a:lnTo>
                  <a:pt x="416344" y="33528"/>
                </a:lnTo>
                <a:lnTo>
                  <a:pt x="410248" y="33528"/>
                </a:lnTo>
                <a:lnTo>
                  <a:pt x="408724" y="35052"/>
                </a:lnTo>
                <a:lnTo>
                  <a:pt x="405676" y="36576"/>
                </a:lnTo>
                <a:lnTo>
                  <a:pt x="404152" y="39624"/>
                </a:lnTo>
                <a:lnTo>
                  <a:pt x="402628" y="41148"/>
                </a:lnTo>
                <a:lnTo>
                  <a:pt x="402628" y="47332"/>
                </a:lnTo>
                <a:lnTo>
                  <a:pt x="408724" y="53428"/>
                </a:lnTo>
                <a:lnTo>
                  <a:pt x="419392" y="53428"/>
                </a:lnTo>
                <a:lnTo>
                  <a:pt x="420916" y="50380"/>
                </a:lnTo>
                <a:lnTo>
                  <a:pt x="423964" y="48856"/>
                </a:lnTo>
                <a:lnTo>
                  <a:pt x="423964" y="38100"/>
                </a:lnTo>
                <a:close/>
              </a:path>
            </a:pathLst>
          </a:custGeom>
          <a:solidFill>
            <a:srgbClr val="05956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064" y="745712"/>
            <a:ext cx="1380172" cy="115919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544163" y="1020318"/>
            <a:ext cx="846455" cy="274955"/>
            <a:chOff x="544163" y="1020318"/>
            <a:chExt cx="846455" cy="27495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163" y="1020318"/>
              <a:ext cx="370617" cy="27460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5261" y="1070705"/>
              <a:ext cx="150971" cy="16468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5188" y="1070705"/>
              <a:ext cx="144875" cy="16163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91494" y="1034034"/>
              <a:ext cx="99060" cy="199834"/>
            </a:xfrm>
            <a:prstGeom prst="rect">
              <a:avLst/>
            </a:prstGeom>
          </p:spPr>
        </p:pic>
      </p:grpSp>
      <p:sp>
        <p:nvSpPr>
          <p:cNvPr id="9" name="object 9" descr=""/>
          <p:cNvSpPr/>
          <p:nvPr/>
        </p:nvSpPr>
        <p:spPr>
          <a:xfrm>
            <a:off x="1468361" y="991361"/>
            <a:ext cx="576580" cy="281305"/>
          </a:xfrm>
          <a:custGeom>
            <a:avLst/>
            <a:gdLst/>
            <a:ahLst/>
            <a:cxnLst/>
            <a:rect l="l" t="t" r="r" b="b"/>
            <a:pathLst>
              <a:path w="576580" h="281305">
                <a:moveTo>
                  <a:pt x="79248" y="53340"/>
                </a:moveTo>
                <a:lnTo>
                  <a:pt x="70942" y="40754"/>
                </a:lnTo>
                <a:lnTo>
                  <a:pt x="61912" y="28003"/>
                </a:lnTo>
                <a:lnTo>
                  <a:pt x="52031" y="14986"/>
                </a:lnTo>
                <a:lnTo>
                  <a:pt x="41148" y="1524"/>
                </a:lnTo>
                <a:lnTo>
                  <a:pt x="10668" y="19812"/>
                </a:lnTo>
                <a:lnTo>
                  <a:pt x="19812" y="33553"/>
                </a:lnTo>
                <a:lnTo>
                  <a:pt x="28956" y="47434"/>
                </a:lnTo>
                <a:lnTo>
                  <a:pt x="38100" y="61607"/>
                </a:lnTo>
                <a:lnTo>
                  <a:pt x="47244" y="76200"/>
                </a:lnTo>
                <a:lnTo>
                  <a:pt x="79248" y="53340"/>
                </a:lnTo>
                <a:close/>
              </a:path>
              <a:path w="576580" h="281305">
                <a:moveTo>
                  <a:pt x="280606" y="125069"/>
                </a:moveTo>
                <a:lnTo>
                  <a:pt x="239458" y="125069"/>
                </a:lnTo>
                <a:lnTo>
                  <a:pt x="239458" y="76200"/>
                </a:lnTo>
                <a:lnTo>
                  <a:pt x="269938" y="76200"/>
                </a:lnTo>
                <a:lnTo>
                  <a:pt x="269938" y="42672"/>
                </a:lnTo>
                <a:lnTo>
                  <a:pt x="239458" y="42672"/>
                </a:lnTo>
                <a:lnTo>
                  <a:pt x="239458" y="0"/>
                </a:lnTo>
                <a:lnTo>
                  <a:pt x="201269" y="0"/>
                </a:lnTo>
                <a:lnTo>
                  <a:pt x="201269" y="42672"/>
                </a:lnTo>
                <a:lnTo>
                  <a:pt x="201269" y="76200"/>
                </a:lnTo>
                <a:lnTo>
                  <a:pt x="201269" y="125069"/>
                </a:lnTo>
                <a:lnTo>
                  <a:pt x="158597" y="125069"/>
                </a:lnTo>
                <a:lnTo>
                  <a:pt x="158597" y="76200"/>
                </a:lnTo>
                <a:lnTo>
                  <a:pt x="201269" y="76200"/>
                </a:lnTo>
                <a:lnTo>
                  <a:pt x="201269" y="42672"/>
                </a:lnTo>
                <a:lnTo>
                  <a:pt x="158597" y="42672"/>
                </a:lnTo>
                <a:lnTo>
                  <a:pt x="158597" y="0"/>
                </a:lnTo>
                <a:lnTo>
                  <a:pt x="120497" y="0"/>
                </a:lnTo>
                <a:lnTo>
                  <a:pt x="120497" y="42672"/>
                </a:lnTo>
                <a:lnTo>
                  <a:pt x="90017" y="42672"/>
                </a:lnTo>
                <a:lnTo>
                  <a:pt x="90017" y="76200"/>
                </a:lnTo>
                <a:lnTo>
                  <a:pt x="120497" y="76200"/>
                </a:lnTo>
                <a:lnTo>
                  <a:pt x="120421" y="99161"/>
                </a:lnTo>
                <a:lnTo>
                  <a:pt x="120307" y="108673"/>
                </a:lnTo>
                <a:lnTo>
                  <a:pt x="119849" y="118732"/>
                </a:lnTo>
                <a:lnTo>
                  <a:pt x="118973" y="125069"/>
                </a:lnTo>
                <a:lnTo>
                  <a:pt x="79248" y="125069"/>
                </a:lnTo>
                <a:lnTo>
                  <a:pt x="79248" y="160121"/>
                </a:lnTo>
                <a:lnTo>
                  <a:pt x="114401" y="160121"/>
                </a:lnTo>
                <a:lnTo>
                  <a:pt x="109537" y="172440"/>
                </a:lnTo>
                <a:lnTo>
                  <a:pt x="104114" y="184023"/>
                </a:lnTo>
                <a:lnTo>
                  <a:pt x="98107" y="194716"/>
                </a:lnTo>
                <a:lnTo>
                  <a:pt x="91541" y="204406"/>
                </a:lnTo>
                <a:lnTo>
                  <a:pt x="101536" y="211264"/>
                </a:lnTo>
                <a:lnTo>
                  <a:pt x="110972" y="218122"/>
                </a:lnTo>
                <a:lnTo>
                  <a:pt x="119824" y="224980"/>
                </a:lnTo>
                <a:lnTo>
                  <a:pt x="128117" y="231838"/>
                </a:lnTo>
                <a:lnTo>
                  <a:pt x="137312" y="216154"/>
                </a:lnTo>
                <a:lnTo>
                  <a:pt x="144500" y="198882"/>
                </a:lnTo>
                <a:lnTo>
                  <a:pt x="149974" y="180149"/>
                </a:lnTo>
                <a:lnTo>
                  <a:pt x="154025" y="160121"/>
                </a:lnTo>
                <a:lnTo>
                  <a:pt x="201269" y="160121"/>
                </a:lnTo>
                <a:lnTo>
                  <a:pt x="201269" y="227266"/>
                </a:lnTo>
                <a:lnTo>
                  <a:pt x="239458" y="227266"/>
                </a:lnTo>
                <a:lnTo>
                  <a:pt x="239458" y="160121"/>
                </a:lnTo>
                <a:lnTo>
                  <a:pt x="280606" y="160121"/>
                </a:lnTo>
                <a:lnTo>
                  <a:pt x="280606" y="125069"/>
                </a:lnTo>
                <a:close/>
              </a:path>
              <a:path w="576580" h="281305">
                <a:moveTo>
                  <a:pt x="285178" y="233362"/>
                </a:moveTo>
                <a:lnTo>
                  <a:pt x="265455" y="234492"/>
                </a:lnTo>
                <a:lnTo>
                  <a:pt x="233705" y="235458"/>
                </a:lnTo>
                <a:lnTo>
                  <a:pt x="189953" y="236156"/>
                </a:lnTo>
                <a:lnTo>
                  <a:pt x="134213" y="236410"/>
                </a:lnTo>
                <a:lnTo>
                  <a:pt x="112636" y="234886"/>
                </a:lnTo>
                <a:lnTo>
                  <a:pt x="113360" y="234886"/>
                </a:lnTo>
                <a:lnTo>
                  <a:pt x="95491" y="230505"/>
                </a:lnTo>
                <a:lnTo>
                  <a:pt x="79908" y="222910"/>
                </a:lnTo>
                <a:lnTo>
                  <a:pt x="67056" y="212026"/>
                </a:lnTo>
                <a:lnTo>
                  <a:pt x="67056" y="99161"/>
                </a:lnTo>
                <a:lnTo>
                  <a:pt x="3048" y="99161"/>
                </a:lnTo>
                <a:lnTo>
                  <a:pt x="3048" y="135737"/>
                </a:lnTo>
                <a:lnTo>
                  <a:pt x="30480" y="135737"/>
                </a:lnTo>
                <a:lnTo>
                  <a:pt x="30480" y="208978"/>
                </a:lnTo>
                <a:lnTo>
                  <a:pt x="22720" y="214960"/>
                </a:lnTo>
                <a:lnTo>
                  <a:pt x="15240" y="221361"/>
                </a:lnTo>
                <a:lnTo>
                  <a:pt x="7772" y="228053"/>
                </a:lnTo>
                <a:lnTo>
                  <a:pt x="0" y="234886"/>
                </a:lnTo>
                <a:lnTo>
                  <a:pt x="16764" y="279184"/>
                </a:lnTo>
                <a:lnTo>
                  <a:pt x="50292" y="245554"/>
                </a:lnTo>
                <a:lnTo>
                  <a:pt x="57708" y="251866"/>
                </a:lnTo>
                <a:lnTo>
                  <a:pt x="97142" y="268592"/>
                </a:lnTo>
                <a:lnTo>
                  <a:pt x="122123" y="272440"/>
                </a:lnTo>
                <a:lnTo>
                  <a:pt x="120459" y="272440"/>
                </a:lnTo>
                <a:lnTo>
                  <a:pt x="136639" y="273062"/>
                </a:lnTo>
                <a:lnTo>
                  <a:pt x="217665" y="273062"/>
                </a:lnTo>
                <a:lnTo>
                  <a:pt x="260083" y="272440"/>
                </a:lnTo>
                <a:lnTo>
                  <a:pt x="274688" y="262978"/>
                </a:lnTo>
                <a:lnTo>
                  <a:pt x="277368" y="253568"/>
                </a:lnTo>
                <a:lnTo>
                  <a:pt x="280225" y="245554"/>
                </a:lnTo>
                <a:lnTo>
                  <a:pt x="280924" y="243611"/>
                </a:lnTo>
                <a:lnTo>
                  <a:pt x="283921" y="236410"/>
                </a:lnTo>
                <a:lnTo>
                  <a:pt x="284022" y="236156"/>
                </a:lnTo>
                <a:lnTo>
                  <a:pt x="285178" y="233362"/>
                </a:lnTo>
                <a:close/>
              </a:path>
              <a:path w="576580" h="281305">
                <a:moveTo>
                  <a:pt x="405676" y="10668"/>
                </a:moveTo>
                <a:lnTo>
                  <a:pt x="303466" y="10668"/>
                </a:lnTo>
                <a:lnTo>
                  <a:pt x="303466" y="280708"/>
                </a:lnTo>
                <a:lnTo>
                  <a:pt x="338518" y="280708"/>
                </a:lnTo>
                <a:lnTo>
                  <a:pt x="338518" y="42672"/>
                </a:lnTo>
                <a:lnTo>
                  <a:pt x="367576" y="42672"/>
                </a:lnTo>
                <a:lnTo>
                  <a:pt x="343090" y="118973"/>
                </a:lnTo>
                <a:lnTo>
                  <a:pt x="353148" y="134950"/>
                </a:lnTo>
                <a:lnTo>
                  <a:pt x="360324" y="150799"/>
                </a:lnTo>
                <a:lnTo>
                  <a:pt x="364617" y="166382"/>
                </a:lnTo>
                <a:lnTo>
                  <a:pt x="366052" y="181546"/>
                </a:lnTo>
                <a:lnTo>
                  <a:pt x="366052" y="189166"/>
                </a:lnTo>
                <a:lnTo>
                  <a:pt x="363004" y="193738"/>
                </a:lnTo>
                <a:lnTo>
                  <a:pt x="350710" y="193738"/>
                </a:lnTo>
                <a:lnTo>
                  <a:pt x="346138" y="192214"/>
                </a:lnTo>
                <a:lnTo>
                  <a:pt x="341566" y="192214"/>
                </a:lnTo>
                <a:lnTo>
                  <a:pt x="347662" y="230314"/>
                </a:lnTo>
                <a:lnTo>
                  <a:pt x="362559" y="229463"/>
                </a:lnTo>
                <a:lnTo>
                  <a:pt x="396836" y="211201"/>
                </a:lnTo>
                <a:lnTo>
                  <a:pt x="402158" y="193738"/>
                </a:lnTo>
                <a:lnTo>
                  <a:pt x="402259" y="192214"/>
                </a:lnTo>
                <a:lnTo>
                  <a:pt x="396722" y="149466"/>
                </a:lnTo>
                <a:lnTo>
                  <a:pt x="378244" y="112877"/>
                </a:lnTo>
                <a:lnTo>
                  <a:pt x="405676" y="42672"/>
                </a:lnTo>
                <a:lnTo>
                  <a:pt x="405676" y="10668"/>
                </a:lnTo>
                <a:close/>
              </a:path>
              <a:path w="576580" h="281305">
                <a:moveTo>
                  <a:pt x="463588" y="118973"/>
                </a:moveTo>
                <a:lnTo>
                  <a:pt x="425488" y="118973"/>
                </a:lnTo>
                <a:lnTo>
                  <a:pt x="425361" y="131165"/>
                </a:lnTo>
                <a:lnTo>
                  <a:pt x="425323" y="134950"/>
                </a:lnTo>
                <a:lnTo>
                  <a:pt x="425196" y="146735"/>
                </a:lnTo>
                <a:lnTo>
                  <a:pt x="420916" y="193738"/>
                </a:lnTo>
                <a:lnTo>
                  <a:pt x="397764" y="238531"/>
                </a:lnTo>
                <a:lnTo>
                  <a:pt x="384340" y="251650"/>
                </a:lnTo>
                <a:lnTo>
                  <a:pt x="393179" y="259626"/>
                </a:lnTo>
                <a:lnTo>
                  <a:pt x="401294" y="267322"/>
                </a:lnTo>
                <a:lnTo>
                  <a:pt x="408559" y="274459"/>
                </a:lnTo>
                <a:lnTo>
                  <a:pt x="414820" y="280708"/>
                </a:lnTo>
                <a:lnTo>
                  <a:pt x="432244" y="262915"/>
                </a:lnTo>
                <a:lnTo>
                  <a:pt x="455104" y="223393"/>
                </a:lnTo>
                <a:lnTo>
                  <a:pt x="462419" y="186118"/>
                </a:lnTo>
                <a:lnTo>
                  <a:pt x="462534" y="183984"/>
                </a:lnTo>
                <a:lnTo>
                  <a:pt x="462648" y="181546"/>
                </a:lnTo>
                <a:lnTo>
                  <a:pt x="463207" y="170459"/>
                </a:lnTo>
                <a:lnTo>
                  <a:pt x="463270" y="166382"/>
                </a:lnTo>
                <a:lnTo>
                  <a:pt x="463486" y="150799"/>
                </a:lnTo>
                <a:lnTo>
                  <a:pt x="463588" y="118973"/>
                </a:lnTo>
                <a:close/>
              </a:path>
              <a:path w="576580" h="281305">
                <a:moveTo>
                  <a:pt x="538353" y="118973"/>
                </a:moveTo>
                <a:lnTo>
                  <a:pt x="500253" y="118973"/>
                </a:lnTo>
                <a:lnTo>
                  <a:pt x="500253" y="274612"/>
                </a:lnTo>
                <a:lnTo>
                  <a:pt x="538353" y="274612"/>
                </a:lnTo>
                <a:lnTo>
                  <a:pt x="538353" y="118973"/>
                </a:lnTo>
                <a:close/>
              </a:path>
              <a:path w="576580" h="281305">
                <a:moveTo>
                  <a:pt x="576389" y="89966"/>
                </a:moveTo>
                <a:lnTo>
                  <a:pt x="553859" y="73723"/>
                </a:lnTo>
                <a:lnTo>
                  <a:pt x="533971" y="54876"/>
                </a:lnTo>
                <a:lnTo>
                  <a:pt x="525221" y="44196"/>
                </a:lnTo>
                <a:lnTo>
                  <a:pt x="516661" y="33769"/>
                </a:lnTo>
                <a:lnTo>
                  <a:pt x="501777" y="10668"/>
                </a:lnTo>
                <a:lnTo>
                  <a:pt x="504825" y="1524"/>
                </a:lnTo>
                <a:lnTo>
                  <a:pt x="463588" y="1524"/>
                </a:lnTo>
                <a:lnTo>
                  <a:pt x="449326" y="28105"/>
                </a:lnTo>
                <a:lnTo>
                  <a:pt x="431774" y="52971"/>
                </a:lnTo>
                <a:lnTo>
                  <a:pt x="411086" y="76149"/>
                </a:lnTo>
                <a:lnTo>
                  <a:pt x="387388" y="97637"/>
                </a:lnTo>
                <a:lnTo>
                  <a:pt x="393103" y="105664"/>
                </a:lnTo>
                <a:lnTo>
                  <a:pt x="398818" y="113830"/>
                </a:lnTo>
                <a:lnTo>
                  <a:pt x="404533" y="122288"/>
                </a:lnTo>
                <a:lnTo>
                  <a:pt x="410248" y="131165"/>
                </a:lnTo>
                <a:lnTo>
                  <a:pt x="431088" y="111150"/>
                </a:lnTo>
                <a:lnTo>
                  <a:pt x="450062" y="89966"/>
                </a:lnTo>
                <a:lnTo>
                  <a:pt x="467042" y="67652"/>
                </a:lnTo>
                <a:lnTo>
                  <a:pt x="481876" y="44196"/>
                </a:lnTo>
                <a:lnTo>
                  <a:pt x="496836" y="68478"/>
                </a:lnTo>
                <a:lnTo>
                  <a:pt x="514350" y="90919"/>
                </a:lnTo>
                <a:lnTo>
                  <a:pt x="534695" y="111366"/>
                </a:lnTo>
                <a:lnTo>
                  <a:pt x="558165" y="129641"/>
                </a:lnTo>
                <a:lnTo>
                  <a:pt x="562737" y="118516"/>
                </a:lnTo>
                <a:lnTo>
                  <a:pt x="567309" y="108115"/>
                </a:lnTo>
                <a:lnTo>
                  <a:pt x="571881" y="98564"/>
                </a:lnTo>
                <a:lnTo>
                  <a:pt x="575970" y="90919"/>
                </a:lnTo>
                <a:lnTo>
                  <a:pt x="576389" y="89966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095214" y="1072229"/>
            <a:ext cx="52069" cy="163830"/>
          </a:xfrm>
          <a:custGeom>
            <a:avLst/>
            <a:gdLst/>
            <a:ahLst/>
            <a:cxnLst/>
            <a:rect l="l" t="t" r="r" b="b"/>
            <a:pathLst>
              <a:path w="52069" h="163830">
                <a:moveTo>
                  <a:pt x="33528" y="47339"/>
                </a:moveTo>
                <a:lnTo>
                  <a:pt x="18288" y="47339"/>
                </a:lnTo>
                <a:lnTo>
                  <a:pt x="12192" y="45815"/>
                </a:lnTo>
                <a:lnTo>
                  <a:pt x="7620" y="39719"/>
                </a:lnTo>
                <a:lnTo>
                  <a:pt x="3048" y="35147"/>
                </a:lnTo>
                <a:lnTo>
                  <a:pt x="0" y="30575"/>
                </a:lnTo>
                <a:lnTo>
                  <a:pt x="0" y="16764"/>
                </a:lnTo>
                <a:lnTo>
                  <a:pt x="3048" y="12192"/>
                </a:lnTo>
                <a:lnTo>
                  <a:pt x="7620" y="6096"/>
                </a:lnTo>
                <a:lnTo>
                  <a:pt x="12192" y="1524"/>
                </a:lnTo>
                <a:lnTo>
                  <a:pt x="18288" y="0"/>
                </a:lnTo>
                <a:lnTo>
                  <a:pt x="33528" y="0"/>
                </a:lnTo>
                <a:lnTo>
                  <a:pt x="39624" y="1524"/>
                </a:lnTo>
                <a:lnTo>
                  <a:pt x="48768" y="10668"/>
                </a:lnTo>
                <a:lnTo>
                  <a:pt x="51816" y="16764"/>
                </a:lnTo>
                <a:lnTo>
                  <a:pt x="51816" y="30575"/>
                </a:lnTo>
                <a:lnTo>
                  <a:pt x="48768" y="35147"/>
                </a:lnTo>
                <a:lnTo>
                  <a:pt x="44196" y="41243"/>
                </a:lnTo>
                <a:lnTo>
                  <a:pt x="39624" y="45815"/>
                </a:lnTo>
                <a:lnTo>
                  <a:pt x="33528" y="47339"/>
                </a:lnTo>
                <a:close/>
              </a:path>
              <a:path w="52069" h="163830">
                <a:moveTo>
                  <a:pt x="33528" y="163258"/>
                </a:moveTo>
                <a:lnTo>
                  <a:pt x="18288" y="163258"/>
                </a:lnTo>
                <a:lnTo>
                  <a:pt x="12192" y="161734"/>
                </a:lnTo>
                <a:lnTo>
                  <a:pt x="3048" y="152590"/>
                </a:lnTo>
                <a:lnTo>
                  <a:pt x="0" y="146494"/>
                </a:lnTo>
                <a:lnTo>
                  <a:pt x="0" y="132778"/>
                </a:lnTo>
                <a:lnTo>
                  <a:pt x="3048" y="128206"/>
                </a:lnTo>
                <a:lnTo>
                  <a:pt x="12192" y="119062"/>
                </a:lnTo>
                <a:lnTo>
                  <a:pt x="18288" y="116014"/>
                </a:lnTo>
                <a:lnTo>
                  <a:pt x="33528" y="116014"/>
                </a:lnTo>
                <a:lnTo>
                  <a:pt x="39624" y="117538"/>
                </a:lnTo>
                <a:lnTo>
                  <a:pt x="44196" y="123634"/>
                </a:lnTo>
                <a:lnTo>
                  <a:pt x="48768" y="128206"/>
                </a:lnTo>
                <a:lnTo>
                  <a:pt x="51816" y="132778"/>
                </a:lnTo>
                <a:lnTo>
                  <a:pt x="51816" y="146494"/>
                </a:lnTo>
                <a:lnTo>
                  <a:pt x="48768" y="152590"/>
                </a:lnTo>
                <a:lnTo>
                  <a:pt x="39624" y="161734"/>
                </a:lnTo>
                <a:lnTo>
                  <a:pt x="33528" y="163258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2371248" y="988313"/>
            <a:ext cx="2591435" cy="283845"/>
            <a:chOff x="2371248" y="988313"/>
            <a:chExt cx="2591435" cy="283845"/>
          </a:xfrm>
        </p:grpSpPr>
        <p:sp>
          <p:nvSpPr>
            <p:cNvPr id="12" name="object 12" descr=""/>
            <p:cNvSpPr/>
            <p:nvPr/>
          </p:nvSpPr>
          <p:spPr>
            <a:xfrm>
              <a:off x="2371248" y="988314"/>
              <a:ext cx="231775" cy="282575"/>
            </a:xfrm>
            <a:custGeom>
              <a:avLst/>
              <a:gdLst/>
              <a:ahLst/>
              <a:cxnLst/>
              <a:rect l="l" t="t" r="r" b="b"/>
              <a:pathLst>
                <a:path w="231775" h="282575">
                  <a:moveTo>
                    <a:pt x="121920" y="35052"/>
                  </a:moveTo>
                  <a:lnTo>
                    <a:pt x="77724" y="35052"/>
                  </a:lnTo>
                  <a:lnTo>
                    <a:pt x="80867" y="25288"/>
                  </a:lnTo>
                  <a:lnTo>
                    <a:pt x="83439" y="16383"/>
                  </a:lnTo>
                  <a:lnTo>
                    <a:pt x="85439" y="8048"/>
                  </a:lnTo>
                  <a:lnTo>
                    <a:pt x="86868" y="0"/>
                  </a:lnTo>
                  <a:lnTo>
                    <a:pt x="134207" y="6096"/>
                  </a:lnTo>
                  <a:lnTo>
                    <a:pt x="121920" y="35052"/>
                  </a:lnTo>
                  <a:close/>
                </a:path>
                <a:path w="231775" h="282575">
                  <a:moveTo>
                    <a:pt x="41148" y="282225"/>
                  </a:moveTo>
                  <a:lnTo>
                    <a:pt x="0" y="282225"/>
                  </a:lnTo>
                  <a:lnTo>
                    <a:pt x="0" y="35052"/>
                  </a:lnTo>
                  <a:lnTo>
                    <a:pt x="231743" y="35052"/>
                  </a:lnTo>
                  <a:lnTo>
                    <a:pt x="231743" y="73152"/>
                  </a:lnTo>
                  <a:lnTo>
                    <a:pt x="41148" y="73152"/>
                  </a:lnTo>
                  <a:lnTo>
                    <a:pt x="41148" y="100679"/>
                  </a:lnTo>
                  <a:lnTo>
                    <a:pt x="231743" y="100679"/>
                  </a:lnTo>
                  <a:lnTo>
                    <a:pt x="231743" y="135731"/>
                  </a:lnTo>
                  <a:lnTo>
                    <a:pt x="41148" y="135731"/>
                  </a:lnTo>
                  <a:lnTo>
                    <a:pt x="41148" y="163163"/>
                  </a:lnTo>
                  <a:lnTo>
                    <a:pt x="231743" y="163163"/>
                  </a:lnTo>
                  <a:lnTo>
                    <a:pt x="231743" y="198310"/>
                  </a:lnTo>
                  <a:lnTo>
                    <a:pt x="41148" y="198310"/>
                  </a:lnTo>
                  <a:lnTo>
                    <a:pt x="41148" y="227266"/>
                  </a:lnTo>
                  <a:lnTo>
                    <a:pt x="231743" y="227266"/>
                  </a:lnTo>
                  <a:lnTo>
                    <a:pt x="231743" y="263842"/>
                  </a:lnTo>
                  <a:lnTo>
                    <a:pt x="41148" y="263842"/>
                  </a:lnTo>
                  <a:lnTo>
                    <a:pt x="41148" y="282225"/>
                  </a:lnTo>
                  <a:close/>
                </a:path>
                <a:path w="231775" h="282575">
                  <a:moveTo>
                    <a:pt x="231743" y="100679"/>
                  </a:moveTo>
                  <a:lnTo>
                    <a:pt x="190595" y="100679"/>
                  </a:lnTo>
                  <a:lnTo>
                    <a:pt x="190595" y="73152"/>
                  </a:lnTo>
                  <a:lnTo>
                    <a:pt x="231743" y="73152"/>
                  </a:lnTo>
                  <a:lnTo>
                    <a:pt x="231743" y="100679"/>
                  </a:lnTo>
                  <a:close/>
                </a:path>
                <a:path w="231775" h="282575">
                  <a:moveTo>
                    <a:pt x="231743" y="163163"/>
                  </a:moveTo>
                  <a:lnTo>
                    <a:pt x="190595" y="163163"/>
                  </a:lnTo>
                  <a:lnTo>
                    <a:pt x="190595" y="135731"/>
                  </a:lnTo>
                  <a:lnTo>
                    <a:pt x="231743" y="135731"/>
                  </a:lnTo>
                  <a:lnTo>
                    <a:pt x="231743" y="163163"/>
                  </a:lnTo>
                  <a:close/>
                </a:path>
                <a:path w="231775" h="282575">
                  <a:moveTo>
                    <a:pt x="231743" y="227266"/>
                  </a:moveTo>
                  <a:lnTo>
                    <a:pt x="190595" y="227266"/>
                  </a:lnTo>
                  <a:lnTo>
                    <a:pt x="190595" y="198310"/>
                  </a:lnTo>
                  <a:lnTo>
                    <a:pt x="231743" y="198310"/>
                  </a:lnTo>
                  <a:lnTo>
                    <a:pt x="231743" y="227266"/>
                  </a:lnTo>
                  <a:close/>
                </a:path>
                <a:path w="231775" h="282575">
                  <a:moveTo>
                    <a:pt x="231743" y="280701"/>
                  </a:moveTo>
                  <a:lnTo>
                    <a:pt x="190595" y="280701"/>
                  </a:lnTo>
                  <a:lnTo>
                    <a:pt x="190595" y="263842"/>
                  </a:lnTo>
                  <a:lnTo>
                    <a:pt x="231743" y="263842"/>
                  </a:lnTo>
                  <a:lnTo>
                    <a:pt x="231743" y="280701"/>
                  </a:lnTo>
                  <a:close/>
                </a:path>
              </a:pathLst>
            </a:custGeom>
            <a:solidFill>
              <a:srgbClr val="1C4D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36615" y="988313"/>
              <a:ext cx="2325719" cy="283749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364236" y="1450848"/>
            <a:ext cx="4928870" cy="2415540"/>
            <a:chOff x="364236" y="1450848"/>
            <a:chExt cx="4928870" cy="2415540"/>
          </a:xfrm>
        </p:grpSpPr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4236" y="1450848"/>
              <a:ext cx="4928615" cy="2415516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7091" y="1481037"/>
              <a:ext cx="4840614" cy="2326490"/>
            </a:xfrm>
            <a:prstGeom prst="rect">
              <a:avLst/>
            </a:prstGeom>
          </p:spPr>
        </p:pic>
      </p:grpSp>
      <p:sp>
        <p:nvSpPr>
          <p:cNvPr id="17" name="object 17" descr=""/>
          <p:cNvSpPr/>
          <p:nvPr/>
        </p:nvSpPr>
        <p:spPr>
          <a:xfrm>
            <a:off x="5486400" y="2040635"/>
            <a:ext cx="62865" cy="728980"/>
          </a:xfrm>
          <a:custGeom>
            <a:avLst/>
            <a:gdLst/>
            <a:ahLst/>
            <a:cxnLst/>
            <a:rect l="l" t="t" r="r" b="b"/>
            <a:pathLst>
              <a:path w="62864" h="728980">
                <a:moveTo>
                  <a:pt x="38100" y="694944"/>
                </a:moveTo>
                <a:lnTo>
                  <a:pt x="9144" y="694944"/>
                </a:lnTo>
                <a:lnTo>
                  <a:pt x="9144" y="691896"/>
                </a:lnTo>
                <a:lnTo>
                  <a:pt x="7619" y="690372"/>
                </a:lnTo>
                <a:lnTo>
                  <a:pt x="6096" y="690372"/>
                </a:lnTo>
                <a:lnTo>
                  <a:pt x="6096" y="687323"/>
                </a:lnTo>
                <a:lnTo>
                  <a:pt x="4571" y="687323"/>
                </a:lnTo>
                <a:lnTo>
                  <a:pt x="4571" y="684275"/>
                </a:lnTo>
                <a:lnTo>
                  <a:pt x="3048" y="684275"/>
                </a:lnTo>
                <a:lnTo>
                  <a:pt x="3048" y="678180"/>
                </a:lnTo>
                <a:lnTo>
                  <a:pt x="1523" y="678180"/>
                </a:lnTo>
                <a:lnTo>
                  <a:pt x="1523" y="670560"/>
                </a:lnTo>
                <a:lnTo>
                  <a:pt x="0" y="670560"/>
                </a:lnTo>
                <a:lnTo>
                  <a:pt x="0" y="56387"/>
                </a:lnTo>
                <a:lnTo>
                  <a:pt x="1523" y="48767"/>
                </a:lnTo>
                <a:lnTo>
                  <a:pt x="3048" y="42671"/>
                </a:lnTo>
                <a:lnTo>
                  <a:pt x="6096" y="36575"/>
                </a:lnTo>
                <a:lnTo>
                  <a:pt x="7619" y="35051"/>
                </a:lnTo>
                <a:lnTo>
                  <a:pt x="10667" y="28955"/>
                </a:lnTo>
                <a:lnTo>
                  <a:pt x="15239" y="24383"/>
                </a:lnTo>
                <a:lnTo>
                  <a:pt x="16764" y="21335"/>
                </a:lnTo>
                <a:lnTo>
                  <a:pt x="25907" y="12191"/>
                </a:lnTo>
                <a:lnTo>
                  <a:pt x="28955" y="10667"/>
                </a:lnTo>
                <a:lnTo>
                  <a:pt x="30480" y="9143"/>
                </a:lnTo>
                <a:lnTo>
                  <a:pt x="39623" y="4571"/>
                </a:lnTo>
                <a:lnTo>
                  <a:pt x="48767" y="1523"/>
                </a:lnTo>
                <a:lnTo>
                  <a:pt x="54864" y="0"/>
                </a:lnTo>
                <a:lnTo>
                  <a:pt x="60960" y="0"/>
                </a:lnTo>
                <a:lnTo>
                  <a:pt x="54864" y="3047"/>
                </a:lnTo>
                <a:lnTo>
                  <a:pt x="48767" y="9143"/>
                </a:lnTo>
                <a:lnTo>
                  <a:pt x="39623" y="27431"/>
                </a:lnTo>
                <a:lnTo>
                  <a:pt x="38100" y="32004"/>
                </a:lnTo>
                <a:lnTo>
                  <a:pt x="35051" y="44196"/>
                </a:lnTo>
                <a:lnTo>
                  <a:pt x="33528" y="54863"/>
                </a:lnTo>
                <a:lnTo>
                  <a:pt x="33528" y="673607"/>
                </a:lnTo>
                <a:lnTo>
                  <a:pt x="35051" y="673607"/>
                </a:lnTo>
                <a:lnTo>
                  <a:pt x="35051" y="682752"/>
                </a:lnTo>
                <a:lnTo>
                  <a:pt x="36576" y="682752"/>
                </a:lnTo>
                <a:lnTo>
                  <a:pt x="36576" y="688847"/>
                </a:lnTo>
                <a:lnTo>
                  <a:pt x="38100" y="688847"/>
                </a:lnTo>
                <a:lnTo>
                  <a:pt x="38100" y="694944"/>
                </a:lnTo>
                <a:close/>
              </a:path>
              <a:path w="62864" h="728980">
                <a:moveTo>
                  <a:pt x="41148" y="704088"/>
                </a:moveTo>
                <a:lnTo>
                  <a:pt x="15239" y="704088"/>
                </a:lnTo>
                <a:lnTo>
                  <a:pt x="15239" y="701039"/>
                </a:lnTo>
                <a:lnTo>
                  <a:pt x="12192" y="697991"/>
                </a:lnTo>
                <a:lnTo>
                  <a:pt x="10667" y="697991"/>
                </a:lnTo>
                <a:lnTo>
                  <a:pt x="10667" y="694944"/>
                </a:lnTo>
                <a:lnTo>
                  <a:pt x="39623" y="694944"/>
                </a:lnTo>
                <a:lnTo>
                  <a:pt x="39623" y="699515"/>
                </a:lnTo>
                <a:lnTo>
                  <a:pt x="41148" y="699515"/>
                </a:lnTo>
                <a:lnTo>
                  <a:pt x="41148" y="704088"/>
                </a:lnTo>
                <a:close/>
              </a:path>
              <a:path w="62864" h="728980">
                <a:moveTo>
                  <a:pt x="62483" y="728472"/>
                </a:moveTo>
                <a:lnTo>
                  <a:pt x="57912" y="726947"/>
                </a:lnTo>
                <a:lnTo>
                  <a:pt x="51816" y="725423"/>
                </a:lnTo>
                <a:lnTo>
                  <a:pt x="47244" y="723899"/>
                </a:lnTo>
                <a:lnTo>
                  <a:pt x="44196" y="722375"/>
                </a:lnTo>
                <a:lnTo>
                  <a:pt x="39623" y="720852"/>
                </a:lnTo>
                <a:lnTo>
                  <a:pt x="27432" y="714755"/>
                </a:lnTo>
                <a:lnTo>
                  <a:pt x="22860" y="710183"/>
                </a:lnTo>
                <a:lnTo>
                  <a:pt x="19812" y="708660"/>
                </a:lnTo>
                <a:lnTo>
                  <a:pt x="18287" y="708660"/>
                </a:lnTo>
                <a:lnTo>
                  <a:pt x="18287" y="705612"/>
                </a:lnTo>
                <a:lnTo>
                  <a:pt x="16764" y="704088"/>
                </a:lnTo>
                <a:lnTo>
                  <a:pt x="42671" y="704088"/>
                </a:lnTo>
                <a:lnTo>
                  <a:pt x="42671" y="707136"/>
                </a:lnTo>
                <a:lnTo>
                  <a:pt x="44196" y="707136"/>
                </a:lnTo>
                <a:lnTo>
                  <a:pt x="44196" y="710183"/>
                </a:lnTo>
                <a:lnTo>
                  <a:pt x="45719" y="710183"/>
                </a:lnTo>
                <a:lnTo>
                  <a:pt x="45719" y="713231"/>
                </a:lnTo>
                <a:lnTo>
                  <a:pt x="47244" y="713231"/>
                </a:lnTo>
                <a:lnTo>
                  <a:pt x="48767" y="714755"/>
                </a:lnTo>
                <a:lnTo>
                  <a:pt x="48767" y="717804"/>
                </a:lnTo>
                <a:lnTo>
                  <a:pt x="50292" y="717804"/>
                </a:lnTo>
                <a:lnTo>
                  <a:pt x="54864" y="722375"/>
                </a:lnTo>
                <a:lnTo>
                  <a:pt x="57912" y="723899"/>
                </a:lnTo>
                <a:lnTo>
                  <a:pt x="59435" y="725423"/>
                </a:lnTo>
                <a:lnTo>
                  <a:pt x="62483" y="726947"/>
                </a:lnTo>
                <a:lnTo>
                  <a:pt x="62483" y="728472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5522976" y="2854451"/>
            <a:ext cx="4782820" cy="27940"/>
          </a:xfrm>
          <a:custGeom>
            <a:avLst/>
            <a:gdLst/>
            <a:ahLst/>
            <a:cxnLst/>
            <a:rect l="l" t="t" r="r" b="b"/>
            <a:pathLst>
              <a:path w="4782820" h="27939">
                <a:moveTo>
                  <a:pt x="19811" y="13716"/>
                </a:moveTo>
                <a:lnTo>
                  <a:pt x="13716" y="12191"/>
                </a:lnTo>
                <a:lnTo>
                  <a:pt x="6095" y="10667"/>
                </a:lnTo>
                <a:lnTo>
                  <a:pt x="0" y="10667"/>
                </a:lnTo>
                <a:lnTo>
                  <a:pt x="0" y="7620"/>
                </a:lnTo>
                <a:lnTo>
                  <a:pt x="3047" y="6096"/>
                </a:lnTo>
                <a:lnTo>
                  <a:pt x="4571" y="4572"/>
                </a:lnTo>
                <a:lnTo>
                  <a:pt x="10667" y="3048"/>
                </a:lnTo>
                <a:lnTo>
                  <a:pt x="15239" y="1524"/>
                </a:lnTo>
                <a:lnTo>
                  <a:pt x="27431" y="0"/>
                </a:lnTo>
                <a:lnTo>
                  <a:pt x="4739639" y="0"/>
                </a:lnTo>
                <a:lnTo>
                  <a:pt x="4768595" y="9144"/>
                </a:lnTo>
                <a:lnTo>
                  <a:pt x="28955" y="9144"/>
                </a:lnTo>
                <a:lnTo>
                  <a:pt x="22859" y="10667"/>
                </a:lnTo>
                <a:lnTo>
                  <a:pt x="19811" y="12191"/>
                </a:lnTo>
                <a:lnTo>
                  <a:pt x="19811" y="13716"/>
                </a:lnTo>
                <a:close/>
              </a:path>
              <a:path w="4782820" h="27939">
                <a:moveTo>
                  <a:pt x="4777739" y="27432"/>
                </a:moveTo>
                <a:lnTo>
                  <a:pt x="4739639" y="9144"/>
                </a:lnTo>
                <a:lnTo>
                  <a:pt x="4768595" y="9144"/>
                </a:lnTo>
                <a:lnTo>
                  <a:pt x="4771644" y="10667"/>
                </a:lnTo>
                <a:lnTo>
                  <a:pt x="4774691" y="13716"/>
                </a:lnTo>
                <a:lnTo>
                  <a:pt x="4777739" y="15240"/>
                </a:lnTo>
                <a:lnTo>
                  <a:pt x="4782312" y="19812"/>
                </a:lnTo>
                <a:lnTo>
                  <a:pt x="4780788" y="22859"/>
                </a:lnTo>
                <a:lnTo>
                  <a:pt x="4777739" y="25908"/>
                </a:lnTo>
                <a:lnTo>
                  <a:pt x="4777739" y="27432"/>
                </a:lnTo>
                <a:close/>
              </a:path>
            </a:pathLst>
          </a:custGeom>
          <a:solidFill>
            <a:srgbClr val="BFDBF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5486400" y="2863595"/>
            <a:ext cx="4840605" cy="447040"/>
            <a:chOff x="5486400" y="2863595"/>
            <a:chExt cx="4840605" cy="447040"/>
          </a:xfrm>
        </p:grpSpPr>
        <p:sp>
          <p:nvSpPr>
            <p:cNvPr id="20" name="object 20" descr=""/>
            <p:cNvSpPr/>
            <p:nvPr/>
          </p:nvSpPr>
          <p:spPr>
            <a:xfrm>
              <a:off x="5522976" y="2875787"/>
              <a:ext cx="4803775" cy="434340"/>
            </a:xfrm>
            <a:custGeom>
              <a:avLst/>
              <a:gdLst/>
              <a:ahLst/>
              <a:cxnLst/>
              <a:rect l="l" t="t" r="r" b="b"/>
              <a:pathLst>
                <a:path w="4803775" h="434339">
                  <a:moveTo>
                    <a:pt x="4803648" y="41148"/>
                  </a:moveTo>
                  <a:lnTo>
                    <a:pt x="4802124" y="41148"/>
                  </a:lnTo>
                  <a:lnTo>
                    <a:pt x="4802124" y="32004"/>
                  </a:lnTo>
                  <a:lnTo>
                    <a:pt x="4800600" y="32004"/>
                  </a:lnTo>
                  <a:lnTo>
                    <a:pt x="4800600" y="27432"/>
                  </a:lnTo>
                  <a:lnTo>
                    <a:pt x="4799076" y="27432"/>
                  </a:lnTo>
                  <a:lnTo>
                    <a:pt x="4799076" y="24384"/>
                  </a:lnTo>
                  <a:lnTo>
                    <a:pt x="4797552" y="24384"/>
                  </a:lnTo>
                  <a:lnTo>
                    <a:pt x="4797552" y="19812"/>
                  </a:lnTo>
                  <a:lnTo>
                    <a:pt x="4796028" y="19812"/>
                  </a:lnTo>
                  <a:lnTo>
                    <a:pt x="4796028" y="16764"/>
                  </a:lnTo>
                  <a:lnTo>
                    <a:pt x="4794504" y="16764"/>
                  </a:lnTo>
                  <a:lnTo>
                    <a:pt x="4794504" y="13716"/>
                  </a:lnTo>
                  <a:lnTo>
                    <a:pt x="4792980" y="13716"/>
                  </a:lnTo>
                  <a:lnTo>
                    <a:pt x="4792980" y="10668"/>
                  </a:lnTo>
                  <a:lnTo>
                    <a:pt x="4791456" y="10668"/>
                  </a:lnTo>
                  <a:lnTo>
                    <a:pt x="4791456" y="7620"/>
                  </a:lnTo>
                  <a:lnTo>
                    <a:pt x="4783836" y="0"/>
                  </a:lnTo>
                  <a:lnTo>
                    <a:pt x="4780788" y="0"/>
                  </a:lnTo>
                  <a:lnTo>
                    <a:pt x="4776216" y="4572"/>
                  </a:lnTo>
                  <a:lnTo>
                    <a:pt x="4783836" y="12192"/>
                  </a:lnTo>
                  <a:lnTo>
                    <a:pt x="4783836" y="15240"/>
                  </a:lnTo>
                  <a:lnTo>
                    <a:pt x="4785360" y="15240"/>
                  </a:lnTo>
                  <a:lnTo>
                    <a:pt x="4785360" y="18288"/>
                  </a:lnTo>
                  <a:lnTo>
                    <a:pt x="4786884" y="18288"/>
                  </a:lnTo>
                  <a:lnTo>
                    <a:pt x="4788408" y="19812"/>
                  </a:lnTo>
                  <a:lnTo>
                    <a:pt x="4788408" y="22860"/>
                  </a:lnTo>
                  <a:lnTo>
                    <a:pt x="4789932" y="22860"/>
                  </a:lnTo>
                  <a:lnTo>
                    <a:pt x="4789932" y="27432"/>
                  </a:lnTo>
                  <a:lnTo>
                    <a:pt x="4791456" y="27432"/>
                  </a:lnTo>
                  <a:lnTo>
                    <a:pt x="4791456" y="32004"/>
                  </a:lnTo>
                  <a:lnTo>
                    <a:pt x="4792980" y="32004"/>
                  </a:lnTo>
                  <a:lnTo>
                    <a:pt x="4792980" y="39624"/>
                  </a:lnTo>
                  <a:lnTo>
                    <a:pt x="4794504" y="39624"/>
                  </a:lnTo>
                  <a:lnTo>
                    <a:pt x="4794491" y="41148"/>
                  </a:lnTo>
                  <a:lnTo>
                    <a:pt x="4792980" y="373380"/>
                  </a:lnTo>
                  <a:lnTo>
                    <a:pt x="4791456" y="381000"/>
                  </a:lnTo>
                  <a:lnTo>
                    <a:pt x="4788408" y="390144"/>
                  </a:lnTo>
                  <a:lnTo>
                    <a:pt x="4786884" y="391668"/>
                  </a:lnTo>
                  <a:lnTo>
                    <a:pt x="4783836" y="397764"/>
                  </a:lnTo>
                  <a:lnTo>
                    <a:pt x="4780788" y="400812"/>
                  </a:lnTo>
                  <a:lnTo>
                    <a:pt x="4779264" y="403860"/>
                  </a:lnTo>
                  <a:lnTo>
                    <a:pt x="4776216" y="406908"/>
                  </a:lnTo>
                  <a:lnTo>
                    <a:pt x="4768596" y="414528"/>
                  </a:lnTo>
                  <a:lnTo>
                    <a:pt x="4765548" y="416052"/>
                  </a:lnTo>
                  <a:lnTo>
                    <a:pt x="4764024" y="417576"/>
                  </a:lnTo>
                  <a:lnTo>
                    <a:pt x="4757928" y="420624"/>
                  </a:lnTo>
                  <a:lnTo>
                    <a:pt x="4753356" y="422148"/>
                  </a:lnTo>
                  <a:lnTo>
                    <a:pt x="4747260" y="423672"/>
                  </a:lnTo>
                  <a:lnTo>
                    <a:pt x="24384" y="425196"/>
                  </a:lnTo>
                  <a:lnTo>
                    <a:pt x="24384" y="423672"/>
                  </a:lnTo>
                  <a:lnTo>
                    <a:pt x="18288" y="420624"/>
                  </a:lnTo>
                  <a:lnTo>
                    <a:pt x="12192" y="420624"/>
                  </a:lnTo>
                  <a:lnTo>
                    <a:pt x="0" y="423672"/>
                  </a:lnTo>
                  <a:lnTo>
                    <a:pt x="0" y="426720"/>
                  </a:lnTo>
                  <a:lnTo>
                    <a:pt x="3048" y="426720"/>
                  </a:lnTo>
                  <a:lnTo>
                    <a:pt x="6096" y="428244"/>
                  </a:lnTo>
                  <a:lnTo>
                    <a:pt x="10668" y="429768"/>
                  </a:lnTo>
                  <a:lnTo>
                    <a:pt x="16764" y="431292"/>
                  </a:lnTo>
                  <a:lnTo>
                    <a:pt x="30480" y="432816"/>
                  </a:lnTo>
                  <a:lnTo>
                    <a:pt x="4736592" y="434340"/>
                  </a:lnTo>
                  <a:lnTo>
                    <a:pt x="4736592" y="432816"/>
                  </a:lnTo>
                  <a:lnTo>
                    <a:pt x="4750308" y="431292"/>
                  </a:lnTo>
                  <a:lnTo>
                    <a:pt x="4756404" y="429768"/>
                  </a:lnTo>
                  <a:lnTo>
                    <a:pt x="4760976" y="428244"/>
                  </a:lnTo>
                  <a:lnTo>
                    <a:pt x="4764024" y="426720"/>
                  </a:lnTo>
                  <a:lnTo>
                    <a:pt x="4765548" y="425196"/>
                  </a:lnTo>
                  <a:lnTo>
                    <a:pt x="4768596" y="423672"/>
                  </a:lnTo>
                  <a:lnTo>
                    <a:pt x="4770120" y="422148"/>
                  </a:lnTo>
                  <a:lnTo>
                    <a:pt x="4773168" y="420624"/>
                  </a:lnTo>
                  <a:lnTo>
                    <a:pt x="4776216" y="417576"/>
                  </a:lnTo>
                  <a:lnTo>
                    <a:pt x="4779264" y="416052"/>
                  </a:lnTo>
                  <a:lnTo>
                    <a:pt x="4780788" y="414528"/>
                  </a:lnTo>
                  <a:lnTo>
                    <a:pt x="4782007" y="412089"/>
                  </a:lnTo>
                  <a:lnTo>
                    <a:pt x="4783836" y="413004"/>
                  </a:lnTo>
                  <a:lnTo>
                    <a:pt x="4783836" y="411480"/>
                  </a:lnTo>
                  <a:lnTo>
                    <a:pt x="4789932" y="405384"/>
                  </a:lnTo>
                  <a:lnTo>
                    <a:pt x="4796028" y="393192"/>
                  </a:lnTo>
                  <a:lnTo>
                    <a:pt x="4800600" y="379476"/>
                  </a:lnTo>
                  <a:lnTo>
                    <a:pt x="4802124" y="370332"/>
                  </a:lnTo>
                  <a:lnTo>
                    <a:pt x="4803648" y="41148"/>
                  </a:lnTo>
                  <a:close/>
                </a:path>
              </a:pathLst>
            </a:custGeom>
            <a:solidFill>
              <a:srgbClr val="BFDB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486400" y="2863595"/>
              <a:ext cx="53340" cy="437515"/>
            </a:xfrm>
            <a:custGeom>
              <a:avLst/>
              <a:gdLst/>
              <a:ahLst/>
              <a:cxnLst/>
              <a:rect l="l" t="t" r="r" b="b"/>
              <a:pathLst>
                <a:path w="53339" h="437514">
                  <a:moveTo>
                    <a:pt x="39623" y="409955"/>
                  </a:moveTo>
                  <a:lnTo>
                    <a:pt x="7619" y="409955"/>
                  </a:lnTo>
                  <a:lnTo>
                    <a:pt x="7619" y="406907"/>
                  </a:lnTo>
                  <a:lnTo>
                    <a:pt x="6096" y="405383"/>
                  </a:lnTo>
                  <a:lnTo>
                    <a:pt x="4571" y="405383"/>
                  </a:lnTo>
                  <a:lnTo>
                    <a:pt x="4571" y="400811"/>
                  </a:lnTo>
                  <a:lnTo>
                    <a:pt x="3048" y="400811"/>
                  </a:lnTo>
                  <a:lnTo>
                    <a:pt x="3048" y="396239"/>
                  </a:lnTo>
                  <a:lnTo>
                    <a:pt x="1523" y="396239"/>
                  </a:lnTo>
                  <a:lnTo>
                    <a:pt x="1523" y="388619"/>
                  </a:lnTo>
                  <a:lnTo>
                    <a:pt x="0" y="388619"/>
                  </a:lnTo>
                  <a:lnTo>
                    <a:pt x="0" y="48767"/>
                  </a:lnTo>
                  <a:lnTo>
                    <a:pt x="1523" y="41147"/>
                  </a:lnTo>
                  <a:lnTo>
                    <a:pt x="4571" y="32003"/>
                  </a:lnTo>
                  <a:lnTo>
                    <a:pt x="6096" y="28955"/>
                  </a:lnTo>
                  <a:lnTo>
                    <a:pt x="7619" y="27431"/>
                  </a:lnTo>
                  <a:lnTo>
                    <a:pt x="10667" y="21335"/>
                  </a:lnTo>
                  <a:lnTo>
                    <a:pt x="12192" y="19811"/>
                  </a:lnTo>
                  <a:lnTo>
                    <a:pt x="13716" y="16763"/>
                  </a:lnTo>
                  <a:lnTo>
                    <a:pt x="24383" y="6095"/>
                  </a:lnTo>
                  <a:lnTo>
                    <a:pt x="27432" y="4571"/>
                  </a:lnTo>
                  <a:lnTo>
                    <a:pt x="30480" y="1523"/>
                  </a:lnTo>
                  <a:lnTo>
                    <a:pt x="33528" y="0"/>
                  </a:lnTo>
                  <a:lnTo>
                    <a:pt x="36576" y="0"/>
                  </a:lnTo>
                  <a:lnTo>
                    <a:pt x="42671" y="1523"/>
                  </a:lnTo>
                  <a:lnTo>
                    <a:pt x="47244" y="3047"/>
                  </a:lnTo>
                  <a:lnTo>
                    <a:pt x="53339" y="4571"/>
                  </a:lnTo>
                  <a:lnTo>
                    <a:pt x="47244" y="10667"/>
                  </a:lnTo>
                  <a:lnTo>
                    <a:pt x="45719" y="13715"/>
                  </a:lnTo>
                  <a:lnTo>
                    <a:pt x="44196" y="15239"/>
                  </a:lnTo>
                  <a:lnTo>
                    <a:pt x="42671" y="18287"/>
                  </a:lnTo>
                  <a:lnTo>
                    <a:pt x="41148" y="22859"/>
                  </a:lnTo>
                  <a:lnTo>
                    <a:pt x="39623" y="25907"/>
                  </a:lnTo>
                  <a:lnTo>
                    <a:pt x="35051" y="39623"/>
                  </a:lnTo>
                  <a:lnTo>
                    <a:pt x="33528" y="47243"/>
                  </a:lnTo>
                  <a:lnTo>
                    <a:pt x="33528" y="390143"/>
                  </a:lnTo>
                  <a:lnTo>
                    <a:pt x="35051" y="390143"/>
                  </a:lnTo>
                  <a:lnTo>
                    <a:pt x="35051" y="397763"/>
                  </a:lnTo>
                  <a:lnTo>
                    <a:pt x="36576" y="397763"/>
                  </a:lnTo>
                  <a:lnTo>
                    <a:pt x="36576" y="402335"/>
                  </a:lnTo>
                  <a:lnTo>
                    <a:pt x="38100" y="402335"/>
                  </a:lnTo>
                  <a:lnTo>
                    <a:pt x="38100" y="406907"/>
                  </a:lnTo>
                  <a:lnTo>
                    <a:pt x="39623" y="406907"/>
                  </a:lnTo>
                  <a:lnTo>
                    <a:pt x="39623" y="409955"/>
                  </a:lnTo>
                  <a:close/>
                </a:path>
                <a:path w="53339" h="437514">
                  <a:moveTo>
                    <a:pt x="38100" y="437387"/>
                  </a:moveTo>
                  <a:lnTo>
                    <a:pt x="33528" y="435863"/>
                  </a:lnTo>
                  <a:lnTo>
                    <a:pt x="32003" y="434339"/>
                  </a:lnTo>
                  <a:lnTo>
                    <a:pt x="28955" y="432815"/>
                  </a:lnTo>
                  <a:lnTo>
                    <a:pt x="25907" y="429767"/>
                  </a:lnTo>
                  <a:lnTo>
                    <a:pt x="22860" y="428243"/>
                  </a:lnTo>
                  <a:lnTo>
                    <a:pt x="16764" y="422147"/>
                  </a:lnTo>
                  <a:lnTo>
                    <a:pt x="15239" y="422147"/>
                  </a:lnTo>
                  <a:lnTo>
                    <a:pt x="15239" y="419100"/>
                  </a:lnTo>
                  <a:lnTo>
                    <a:pt x="12192" y="416051"/>
                  </a:lnTo>
                  <a:lnTo>
                    <a:pt x="10667" y="416051"/>
                  </a:lnTo>
                  <a:lnTo>
                    <a:pt x="10667" y="413003"/>
                  </a:lnTo>
                  <a:lnTo>
                    <a:pt x="9144" y="413003"/>
                  </a:lnTo>
                  <a:lnTo>
                    <a:pt x="9144" y="409955"/>
                  </a:lnTo>
                  <a:lnTo>
                    <a:pt x="41148" y="409955"/>
                  </a:lnTo>
                  <a:lnTo>
                    <a:pt x="41148" y="414527"/>
                  </a:lnTo>
                  <a:lnTo>
                    <a:pt x="42671" y="414527"/>
                  </a:lnTo>
                  <a:lnTo>
                    <a:pt x="42671" y="419100"/>
                  </a:lnTo>
                  <a:lnTo>
                    <a:pt x="44196" y="419100"/>
                  </a:lnTo>
                  <a:lnTo>
                    <a:pt x="45719" y="420623"/>
                  </a:lnTo>
                  <a:lnTo>
                    <a:pt x="45719" y="423671"/>
                  </a:lnTo>
                  <a:lnTo>
                    <a:pt x="47244" y="423671"/>
                  </a:lnTo>
                  <a:lnTo>
                    <a:pt x="47244" y="426719"/>
                  </a:lnTo>
                  <a:lnTo>
                    <a:pt x="48767" y="426719"/>
                  </a:lnTo>
                  <a:lnTo>
                    <a:pt x="53339" y="431292"/>
                  </a:lnTo>
                  <a:lnTo>
                    <a:pt x="51816" y="432815"/>
                  </a:lnTo>
                  <a:lnTo>
                    <a:pt x="44196" y="434339"/>
                  </a:lnTo>
                  <a:lnTo>
                    <a:pt x="38100" y="435863"/>
                  </a:lnTo>
                  <a:lnTo>
                    <a:pt x="38100" y="437387"/>
                  </a:lnTo>
                  <a:close/>
                </a:path>
              </a:pathLst>
            </a:custGeom>
            <a:solidFill>
              <a:srgbClr val="1C4D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/>
          <p:nvPr/>
        </p:nvSpPr>
        <p:spPr>
          <a:xfrm>
            <a:off x="5482387" y="1729739"/>
            <a:ext cx="1232535" cy="201930"/>
          </a:xfrm>
          <a:custGeom>
            <a:avLst/>
            <a:gdLst/>
            <a:ahLst/>
            <a:cxnLst/>
            <a:rect l="l" t="t" r="r" b="b"/>
            <a:pathLst>
              <a:path w="1232534" h="201930">
                <a:moveTo>
                  <a:pt x="74676" y="12192"/>
                </a:moveTo>
                <a:lnTo>
                  <a:pt x="6096" y="12192"/>
                </a:lnTo>
                <a:lnTo>
                  <a:pt x="6096" y="35052"/>
                </a:lnTo>
                <a:lnTo>
                  <a:pt x="25908" y="35052"/>
                </a:lnTo>
                <a:lnTo>
                  <a:pt x="21005" y="52755"/>
                </a:lnTo>
                <a:lnTo>
                  <a:pt x="15240" y="69164"/>
                </a:lnTo>
                <a:lnTo>
                  <a:pt x="8343" y="84175"/>
                </a:lnTo>
                <a:lnTo>
                  <a:pt x="0" y="97637"/>
                </a:lnTo>
                <a:lnTo>
                  <a:pt x="3149" y="105422"/>
                </a:lnTo>
                <a:lnTo>
                  <a:pt x="5715" y="113068"/>
                </a:lnTo>
                <a:lnTo>
                  <a:pt x="7721" y="120992"/>
                </a:lnTo>
                <a:lnTo>
                  <a:pt x="9144" y="129641"/>
                </a:lnTo>
                <a:lnTo>
                  <a:pt x="12192" y="126593"/>
                </a:lnTo>
                <a:lnTo>
                  <a:pt x="13716" y="123545"/>
                </a:lnTo>
                <a:lnTo>
                  <a:pt x="16764" y="120497"/>
                </a:lnTo>
                <a:lnTo>
                  <a:pt x="16764" y="186118"/>
                </a:lnTo>
                <a:lnTo>
                  <a:pt x="38100" y="186118"/>
                </a:lnTo>
                <a:lnTo>
                  <a:pt x="38100" y="173837"/>
                </a:lnTo>
                <a:lnTo>
                  <a:pt x="71628" y="173837"/>
                </a:lnTo>
                <a:lnTo>
                  <a:pt x="71628" y="152501"/>
                </a:lnTo>
                <a:lnTo>
                  <a:pt x="71628" y="90017"/>
                </a:lnTo>
                <a:lnTo>
                  <a:pt x="71628" y="67056"/>
                </a:lnTo>
                <a:lnTo>
                  <a:pt x="50292" y="67056"/>
                </a:lnTo>
                <a:lnTo>
                  <a:pt x="50292" y="90017"/>
                </a:lnTo>
                <a:lnTo>
                  <a:pt x="50292" y="152501"/>
                </a:lnTo>
                <a:lnTo>
                  <a:pt x="38100" y="152501"/>
                </a:lnTo>
                <a:lnTo>
                  <a:pt x="38100" y="120497"/>
                </a:lnTo>
                <a:lnTo>
                  <a:pt x="38100" y="90017"/>
                </a:lnTo>
                <a:lnTo>
                  <a:pt x="50292" y="90017"/>
                </a:lnTo>
                <a:lnTo>
                  <a:pt x="50292" y="67056"/>
                </a:lnTo>
                <a:lnTo>
                  <a:pt x="41148" y="67056"/>
                </a:lnTo>
                <a:lnTo>
                  <a:pt x="44323" y="59702"/>
                </a:lnTo>
                <a:lnTo>
                  <a:pt x="47053" y="51625"/>
                </a:lnTo>
                <a:lnTo>
                  <a:pt x="49517" y="43268"/>
                </a:lnTo>
                <a:lnTo>
                  <a:pt x="51816" y="35052"/>
                </a:lnTo>
                <a:lnTo>
                  <a:pt x="74676" y="35052"/>
                </a:lnTo>
                <a:lnTo>
                  <a:pt x="74676" y="12192"/>
                </a:lnTo>
                <a:close/>
              </a:path>
              <a:path w="1232534" h="201930">
                <a:moveTo>
                  <a:pt x="201269" y="172313"/>
                </a:moveTo>
                <a:lnTo>
                  <a:pt x="184454" y="171716"/>
                </a:lnTo>
                <a:lnTo>
                  <a:pt x="168503" y="169837"/>
                </a:lnTo>
                <a:lnTo>
                  <a:pt x="153695" y="166522"/>
                </a:lnTo>
                <a:lnTo>
                  <a:pt x="140309" y="161645"/>
                </a:lnTo>
                <a:lnTo>
                  <a:pt x="143217" y="155625"/>
                </a:lnTo>
                <a:lnTo>
                  <a:pt x="144627" y="150977"/>
                </a:lnTo>
                <a:lnTo>
                  <a:pt x="145262" y="148882"/>
                </a:lnTo>
                <a:lnTo>
                  <a:pt x="146735" y="141287"/>
                </a:lnTo>
                <a:lnTo>
                  <a:pt x="147929" y="132689"/>
                </a:lnTo>
                <a:lnTo>
                  <a:pt x="170789" y="132689"/>
                </a:lnTo>
                <a:lnTo>
                  <a:pt x="170789" y="143357"/>
                </a:lnTo>
                <a:lnTo>
                  <a:pt x="193649" y="143357"/>
                </a:lnTo>
                <a:lnTo>
                  <a:pt x="193649" y="111353"/>
                </a:lnTo>
                <a:lnTo>
                  <a:pt x="193649" y="97637"/>
                </a:lnTo>
                <a:lnTo>
                  <a:pt x="193649" y="79248"/>
                </a:lnTo>
                <a:lnTo>
                  <a:pt x="193649" y="64008"/>
                </a:lnTo>
                <a:lnTo>
                  <a:pt x="193649" y="44196"/>
                </a:lnTo>
                <a:lnTo>
                  <a:pt x="170789" y="44196"/>
                </a:lnTo>
                <a:lnTo>
                  <a:pt x="170789" y="64008"/>
                </a:lnTo>
                <a:lnTo>
                  <a:pt x="170789" y="79248"/>
                </a:lnTo>
                <a:lnTo>
                  <a:pt x="170789" y="97637"/>
                </a:lnTo>
                <a:lnTo>
                  <a:pt x="170789" y="111353"/>
                </a:lnTo>
                <a:lnTo>
                  <a:pt x="149453" y="111353"/>
                </a:lnTo>
                <a:lnTo>
                  <a:pt x="149453" y="97637"/>
                </a:lnTo>
                <a:lnTo>
                  <a:pt x="170789" y="97637"/>
                </a:lnTo>
                <a:lnTo>
                  <a:pt x="170789" y="79248"/>
                </a:lnTo>
                <a:lnTo>
                  <a:pt x="149453" y="79248"/>
                </a:lnTo>
                <a:lnTo>
                  <a:pt x="149453" y="64008"/>
                </a:lnTo>
                <a:lnTo>
                  <a:pt x="170789" y="64008"/>
                </a:lnTo>
                <a:lnTo>
                  <a:pt x="170789" y="44196"/>
                </a:lnTo>
                <a:lnTo>
                  <a:pt x="149453" y="44196"/>
                </a:lnTo>
                <a:lnTo>
                  <a:pt x="149453" y="30480"/>
                </a:lnTo>
                <a:lnTo>
                  <a:pt x="199745" y="30480"/>
                </a:lnTo>
                <a:lnTo>
                  <a:pt x="199745" y="7620"/>
                </a:lnTo>
                <a:lnTo>
                  <a:pt x="77724" y="7620"/>
                </a:lnTo>
                <a:lnTo>
                  <a:pt x="77724" y="30480"/>
                </a:lnTo>
                <a:lnTo>
                  <a:pt x="124968" y="30480"/>
                </a:lnTo>
                <a:lnTo>
                  <a:pt x="124968" y="44196"/>
                </a:lnTo>
                <a:lnTo>
                  <a:pt x="124968" y="132689"/>
                </a:lnTo>
                <a:lnTo>
                  <a:pt x="123444" y="140309"/>
                </a:lnTo>
                <a:lnTo>
                  <a:pt x="121920" y="146405"/>
                </a:lnTo>
                <a:lnTo>
                  <a:pt x="118872" y="150977"/>
                </a:lnTo>
                <a:lnTo>
                  <a:pt x="113423" y="146405"/>
                </a:lnTo>
                <a:lnTo>
                  <a:pt x="108394" y="141833"/>
                </a:lnTo>
                <a:lnTo>
                  <a:pt x="103657" y="137261"/>
                </a:lnTo>
                <a:lnTo>
                  <a:pt x="99060" y="132689"/>
                </a:lnTo>
                <a:lnTo>
                  <a:pt x="124968" y="132689"/>
                </a:lnTo>
                <a:lnTo>
                  <a:pt x="124968" y="111353"/>
                </a:lnTo>
                <a:lnTo>
                  <a:pt x="103632" y="111353"/>
                </a:lnTo>
                <a:lnTo>
                  <a:pt x="103632" y="97637"/>
                </a:lnTo>
                <a:lnTo>
                  <a:pt x="124968" y="97637"/>
                </a:lnTo>
                <a:lnTo>
                  <a:pt x="124968" y="79248"/>
                </a:lnTo>
                <a:lnTo>
                  <a:pt x="103632" y="79248"/>
                </a:lnTo>
                <a:lnTo>
                  <a:pt x="103632" y="64008"/>
                </a:lnTo>
                <a:lnTo>
                  <a:pt x="124968" y="64008"/>
                </a:lnTo>
                <a:lnTo>
                  <a:pt x="124968" y="44196"/>
                </a:lnTo>
                <a:lnTo>
                  <a:pt x="80772" y="44196"/>
                </a:lnTo>
                <a:lnTo>
                  <a:pt x="80772" y="132689"/>
                </a:lnTo>
                <a:lnTo>
                  <a:pt x="89916" y="132689"/>
                </a:lnTo>
                <a:lnTo>
                  <a:pt x="77724" y="140309"/>
                </a:lnTo>
                <a:lnTo>
                  <a:pt x="82588" y="147789"/>
                </a:lnTo>
                <a:lnTo>
                  <a:pt x="88011" y="154406"/>
                </a:lnTo>
                <a:lnTo>
                  <a:pt x="94018" y="160451"/>
                </a:lnTo>
                <a:lnTo>
                  <a:pt x="100584" y="166217"/>
                </a:lnTo>
                <a:lnTo>
                  <a:pt x="94297" y="168744"/>
                </a:lnTo>
                <a:lnTo>
                  <a:pt x="86868" y="171564"/>
                </a:lnTo>
                <a:lnTo>
                  <a:pt x="78295" y="174396"/>
                </a:lnTo>
                <a:lnTo>
                  <a:pt x="68580" y="176974"/>
                </a:lnTo>
                <a:lnTo>
                  <a:pt x="72872" y="182689"/>
                </a:lnTo>
                <a:lnTo>
                  <a:pt x="76581" y="188404"/>
                </a:lnTo>
                <a:lnTo>
                  <a:pt x="79730" y="194119"/>
                </a:lnTo>
                <a:lnTo>
                  <a:pt x="82296" y="199834"/>
                </a:lnTo>
                <a:lnTo>
                  <a:pt x="95161" y="195249"/>
                </a:lnTo>
                <a:lnTo>
                  <a:pt x="106299" y="190500"/>
                </a:lnTo>
                <a:lnTo>
                  <a:pt x="115735" y="185483"/>
                </a:lnTo>
                <a:lnTo>
                  <a:pt x="123444" y="180022"/>
                </a:lnTo>
                <a:lnTo>
                  <a:pt x="137820" y="186956"/>
                </a:lnTo>
                <a:lnTo>
                  <a:pt x="153441" y="192024"/>
                </a:lnTo>
                <a:lnTo>
                  <a:pt x="170484" y="195668"/>
                </a:lnTo>
                <a:lnTo>
                  <a:pt x="189077" y="198310"/>
                </a:lnTo>
                <a:lnTo>
                  <a:pt x="197650" y="180022"/>
                </a:lnTo>
                <a:lnTo>
                  <a:pt x="201269" y="172313"/>
                </a:lnTo>
                <a:close/>
              </a:path>
              <a:path w="1232534" h="201930">
                <a:moveTo>
                  <a:pt x="272986" y="9144"/>
                </a:moveTo>
                <a:lnTo>
                  <a:pt x="245465" y="1524"/>
                </a:lnTo>
                <a:lnTo>
                  <a:pt x="236943" y="28105"/>
                </a:lnTo>
                <a:lnTo>
                  <a:pt x="227558" y="52971"/>
                </a:lnTo>
                <a:lnTo>
                  <a:pt x="217601" y="76149"/>
                </a:lnTo>
                <a:lnTo>
                  <a:pt x="207365" y="97637"/>
                </a:lnTo>
                <a:lnTo>
                  <a:pt x="209410" y="105283"/>
                </a:lnTo>
                <a:lnTo>
                  <a:pt x="211226" y="114490"/>
                </a:lnTo>
                <a:lnTo>
                  <a:pt x="212940" y="124002"/>
                </a:lnTo>
                <a:lnTo>
                  <a:pt x="214985" y="134213"/>
                </a:lnTo>
                <a:lnTo>
                  <a:pt x="218681" y="128206"/>
                </a:lnTo>
                <a:lnTo>
                  <a:pt x="222796" y="121640"/>
                </a:lnTo>
                <a:lnTo>
                  <a:pt x="227203" y="114490"/>
                </a:lnTo>
                <a:lnTo>
                  <a:pt x="231749" y="106781"/>
                </a:lnTo>
                <a:lnTo>
                  <a:pt x="231749" y="198310"/>
                </a:lnTo>
                <a:lnTo>
                  <a:pt x="257657" y="198310"/>
                </a:lnTo>
                <a:lnTo>
                  <a:pt x="257657" y="106781"/>
                </a:lnTo>
                <a:lnTo>
                  <a:pt x="257657" y="48768"/>
                </a:lnTo>
                <a:lnTo>
                  <a:pt x="262026" y="39370"/>
                </a:lnTo>
                <a:lnTo>
                  <a:pt x="265938" y="29527"/>
                </a:lnTo>
                <a:lnTo>
                  <a:pt x="269532" y="19418"/>
                </a:lnTo>
                <a:lnTo>
                  <a:pt x="272986" y="9144"/>
                </a:lnTo>
                <a:close/>
              </a:path>
              <a:path w="1232534" h="201930">
                <a:moveTo>
                  <a:pt x="407200" y="108305"/>
                </a:moveTo>
                <a:lnTo>
                  <a:pt x="359854" y="108305"/>
                </a:lnTo>
                <a:lnTo>
                  <a:pt x="359854" y="70104"/>
                </a:lnTo>
                <a:lnTo>
                  <a:pt x="402628" y="70104"/>
                </a:lnTo>
                <a:lnTo>
                  <a:pt x="402628" y="44196"/>
                </a:lnTo>
                <a:lnTo>
                  <a:pt x="359854" y="44196"/>
                </a:lnTo>
                <a:lnTo>
                  <a:pt x="359854" y="0"/>
                </a:lnTo>
                <a:lnTo>
                  <a:pt x="330898" y="0"/>
                </a:lnTo>
                <a:lnTo>
                  <a:pt x="330898" y="44196"/>
                </a:lnTo>
                <a:lnTo>
                  <a:pt x="311086" y="44196"/>
                </a:lnTo>
                <a:lnTo>
                  <a:pt x="314134" y="28956"/>
                </a:lnTo>
                <a:lnTo>
                  <a:pt x="315658" y="19812"/>
                </a:lnTo>
                <a:lnTo>
                  <a:pt x="289750" y="13716"/>
                </a:lnTo>
                <a:lnTo>
                  <a:pt x="284035" y="35725"/>
                </a:lnTo>
                <a:lnTo>
                  <a:pt x="278320" y="56019"/>
                </a:lnTo>
                <a:lnTo>
                  <a:pt x="272605" y="74625"/>
                </a:lnTo>
                <a:lnTo>
                  <a:pt x="266890" y="91541"/>
                </a:lnTo>
                <a:lnTo>
                  <a:pt x="273494" y="94945"/>
                </a:lnTo>
                <a:lnTo>
                  <a:pt x="279654" y="98209"/>
                </a:lnTo>
                <a:lnTo>
                  <a:pt x="285546" y="101180"/>
                </a:lnTo>
                <a:lnTo>
                  <a:pt x="291274" y="103733"/>
                </a:lnTo>
                <a:lnTo>
                  <a:pt x="294690" y="96342"/>
                </a:lnTo>
                <a:lnTo>
                  <a:pt x="297942" y="88061"/>
                </a:lnTo>
                <a:lnTo>
                  <a:pt x="300926" y="79222"/>
                </a:lnTo>
                <a:lnTo>
                  <a:pt x="303466" y="70104"/>
                </a:lnTo>
                <a:lnTo>
                  <a:pt x="330898" y="70104"/>
                </a:lnTo>
                <a:lnTo>
                  <a:pt x="330898" y="108305"/>
                </a:lnTo>
                <a:lnTo>
                  <a:pt x="266890" y="108305"/>
                </a:lnTo>
                <a:lnTo>
                  <a:pt x="266890" y="134213"/>
                </a:lnTo>
                <a:lnTo>
                  <a:pt x="330898" y="134213"/>
                </a:lnTo>
                <a:lnTo>
                  <a:pt x="330898" y="199834"/>
                </a:lnTo>
                <a:lnTo>
                  <a:pt x="359854" y="199834"/>
                </a:lnTo>
                <a:lnTo>
                  <a:pt x="359854" y="134213"/>
                </a:lnTo>
                <a:lnTo>
                  <a:pt x="407200" y="134213"/>
                </a:lnTo>
                <a:lnTo>
                  <a:pt x="407200" y="108305"/>
                </a:lnTo>
                <a:close/>
              </a:path>
              <a:path w="1232534" h="201930">
                <a:moveTo>
                  <a:pt x="480352" y="10668"/>
                </a:moveTo>
                <a:lnTo>
                  <a:pt x="452920" y="1524"/>
                </a:lnTo>
                <a:lnTo>
                  <a:pt x="444614" y="26085"/>
                </a:lnTo>
                <a:lnTo>
                  <a:pt x="435584" y="49352"/>
                </a:lnTo>
                <a:lnTo>
                  <a:pt x="425704" y="71221"/>
                </a:lnTo>
                <a:lnTo>
                  <a:pt x="414820" y="91541"/>
                </a:lnTo>
                <a:lnTo>
                  <a:pt x="417080" y="103251"/>
                </a:lnTo>
                <a:lnTo>
                  <a:pt x="419201" y="113258"/>
                </a:lnTo>
                <a:lnTo>
                  <a:pt x="421030" y="121539"/>
                </a:lnTo>
                <a:lnTo>
                  <a:pt x="422440" y="128117"/>
                </a:lnTo>
                <a:lnTo>
                  <a:pt x="426745" y="123278"/>
                </a:lnTo>
                <a:lnTo>
                  <a:pt x="430631" y="118021"/>
                </a:lnTo>
                <a:lnTo>
                  <a:pt x="434225" y="112471"/>
                </a:lnTo>
                <a:lnTo>
                  <a:pt x="437680" y="106781"/>
                </a:lnTo>
                <a:lnTo>
                  <a:pt x="437680" y="196786"/>
                </a:lnTo>
                <a:lnTo>
                  <a:pt x="465112" y="196786"/>
                </a:lnTo>
                <a:lnTo>
                  <a:pt x="465112" y="106781"/>
                </a:lnTo>
                <a:lnTo>
                  <a:pt x="465112" y="54864"/>
                </a:lnTo>
                <a:lnTo>
                  <a:pt x="469417" y="43675"/>
                </a:lnTo>
                <a:lnTo>
                  <a:pt x="473303" y="32766"/>
                </a:lnTo>
                <a:lnTo>
                  <a:pt x="476897" y="21869"/>
                </a:lnTo>
                <a:lnTo>
                  <a:pt x="480352" y="10668"/>
                </a:lnTo>
                <a:close/>
              </a:path>
              <a:path w="1232534" h="201930">
                <a:moveTo>
                  <a:pt x="613029" y="32004"/>
                </a:moveTo>
                <a:lnTo>
                  <a:pt x="564261" y="32004"/>
                </a:lnTo>
                <a:lnTo>
                  <a:pt x="561073" y="24866"/>
                </a:lnTo>
                <a:lnTo>
                  <a:pt x="558165" y="17145"/>
                </a:lnTo>
                <a:lnTo>
                  <a:pt x="555269" y="8864"/>
                </a:lnTo>
                <a:lnTo>
                  <a:pt x="552069" y="0"/>
                </a:lnTo>
                <a:lnTo>
                  <a:pt x="521500" y="9144"/>
                </a:lnTo>
                <a:lnTo>
                  <a:pt x="526072" y="18288"/>
                </a:lnTo>
                <a:lnTo>
                  <a:pt x="529120" y="25908"/>
                </a:lnTo>
                <a:lnTo>
                  <a:pt x="529209" y="26085"/>
                </a:lnTo>
                <a:lnTo>
                  <a:pt x="532257" y="32004"/>
                </a:lnTo>
                <a:lnTo>
                  <a:pt x="478828" y="32004"/>
                </a:lnTo>
                <a:lnTo>
                  <a:pt x="478828" y="57912"/>
                </a:lnTo>
                <a:lnTo>
                  <a:pt x="503212" y="57912"/>
                </a:lnTo>
                <a:lnTo>
                  <a:pt x="503148" y="82296"/>
                </a:lnTo>
                <a:lnTo>
                  <a:pt x="503059" y="91541"/>
                </a:lnTo>
                <a:lnTo>
                  <a:pt x="503021" y="95719"/>
                </a:lnTo>
                <a:lnTo>
                  <a:pt x="502564" y="108585"/>
                </a:lnTo>
                <a:lnTo>
                  <a:pt x="491020" y="146405"/>
                </a:lnTo>
                <a:lnTo>
                  <a:pt x="469773" y="172237"/>
                </a:lnTo>
                <a:lnTo>
                  <a:pt x="469633" y="172237"/>
                </a:lnTo>
                <a:lnTo>
                  <a:pt x="475107" y="180060"/>
                </a:lnTo>
                <a:lnTo>
                  <a:pt x="479971" y="187071"/>
                </a:lnTo>
                <a:lnTo>
                  <a:pt x="484251" y="193192"/>
                </a:lnTo>
                <a:lnTo>
                  <a:pt x="487972" y="198310"/>
                </a:lnTo>
                <a:lnTo>
                  <a:pt x="505358" y="180606"/>
                </a:lnTo>
                <a:lnTo>
                  <a:pt x="518452" y="159600"/>
                </a:lnTo>
                <a:lnTo>
                  <a:pt x="526973" y="135445"/>
                </a:lnTo>
                <a:lnTo>
                  <a:pt x="530644" y="108305"/>
                </a:lnTo>
                <a:lnTo>
                  <a:pt x="568833" y="108305"/>
                </a:lnTo>
                <a:lnTo>
                  <a:pt x="568820" y="108585"/>
                </a:lnTo>
                <a:lnTo>
                  <a:pt x="567309" y="141833"/>
                </a:lnTo>
                <a:lnTo>
                  <a:pt x="567309" y="158597"/>
                </a:lnTo>
                <a:lnTo>
                  <a:pt x="565785" y="160121"/>
                </a:lnTo>
                <a:lnTo>
                  <a:pt x="565785" y="163169"/>
                </a:lnTo>
                <a:lnTo>
                  <a:pt x="564261" y="164693"/>
                </a:lnTo>
                <a:lnTo>
                  <a:pt x="561213" y="164693"/>
                </a:lnTo>
                <a:lnTo>
                  <a:pt x="559689" y="166217"/>
                </a:lnTo>
                <a:lnTo>
                  <a:pt x="529120" y="166217"/>
                </a:lnTo>
                <a:lnTo>
                  <a:pt x="531228" y="172237"/>
                </a:lnTo>
                <a:lnTo>
                  <a:pt x="533019" y="178841"/>
                </a:lnTo>
                <a:lnTo>
                  <a:pt x="534784" y="186016"/>
                </a:lnTo>
                <a:lnTo>
                  <a:pt x="536829" y="193738"/>
                </a:lnTo>
                <a:lnTo>
                  <a:pt x="542925" y="195262"/>
                </a:lnTo>
                <a:lnTo>
                  <a:pt x="549021" y="193738"/>
                </a:lnTo>
                <a:lnTo>
                  <a:pt x="576453" y="193738"/>
                </a:lnTo>
                <a:lnTo>
                  <a:pt x="595833" y="164693"/>
                </a:lnTo>
                <a:lnTo>
                  <a:pt x="595947" y="163169"/>
                </a:lnTo>
                <a:lnTo>
                  <a:pt x="596265" y="158597"/>
                </a:lnTo>
                <a:lnTo>
                  <a:pt x="598284" y="108305"/>
                </a:lnTo>
                <a:lnTo>
                  <a:pt x="598335" y="106781"/>
                </a:lnTo>
                <a:lnTo>
                  <a:pt x="599313" y="82296"/>
                </a:lnTo>
                <a:lnTo>
                  <a:pt x="532257" y="82296"/>
                </a:lnTo>
                <a:lnTo>
                  <a:pt x="532257" y="57912"/>
                </a:lnTo>
                <a:lnTo>
                  <a:pt x="613029" y="57912"/>
                </a:lnTo>
                <a:lnTo>
                  <a:pt x="613029" y="32004"/>
                </a:lnTo>
                <a:close/>
              </a:path>
              <a:path w="1232534" h="201930">
                <a:moveTo>
                  <a:pt x="706094" y="183070"/>
                </a:moveTo>
                <a:lnTo>
                  <a:pt x="695426" y="163169"/>
                </a:lnTo>
                <a:lnTo>
                  <a:pt x="678510" y="167462"/>
                </a:lnTo>
                <a:lnTo>
                  <a:pt x="661847" y="171183"/>
                </a:lnTo>
                <a:lnTo>
                  <a:pt x="645198" y="174358"/>
                </a:lnTo>
                <a:lnTo>
                  <a:pt x="628281" y="176974"/>
                </a:lnTo>
                <a:lnTo>
                  <a:pt x="631329" y="184594"/>
                </a:lnTo>
                <a:lnTo>
                  <a:pt x="638949" y="199834"/>
                </a:lnTo>
                <a:lnTo>
                  <a:pt x="655218" y="195503"/>
                </a:lnTo>
                <a:lnTo>
                  <a:pt x="688962" y="187413"/>
                </a:lnTo>
                <a:lnTo>
                  <a:pt x="706094" y="183070"/>
                </a:lnTo>
                <a:close/>
              </a:path>
              <a:path w="1232534" h="201930">
                <a:moveTo>
                  <a:pt x="812876" y="176974"/>
                </a:moveTo>
                <a:lnTo>
                  <a:pt x="791984" y="172872"/>
                </a:lnTo>
                <a:lnTo>
                  <a:pt x="772972" y="169659"/>
                </a:lnTo>
                <a:lnTo>
                  <a:pt x="741146" y="164693"/>
                </a:lnTo>
                <a:lnTo>
                  <a:pt x="732002" y="184594"/>
                </a:lnTo>
                <a:lnTo>
                  <a:pt x="767257" y="191643"/>
                </a:lnTo>
                <a:lnTo>
                  <a:pt x="785291" y="195503"/>
                </a:lnTo>
                <a:lnTo>
                  <a:pt x="803732" y="199834"/>
                </a:lnTo>
                <a:lnTo>
                  <a:pt x="812876" y="176974"/>
                </a:lnTo>
                <a:close/>
              </a:path>
              <a:path w="1232534" h="201930">
                <a:moveTo>
                  <a:pt x="817448" y="143357"/>
                </a:moveTo>
                <a:lnTo>
                  <a:pt x="794486" y="143357"/>
                </a:lnTo>
                <a:lnTo>
                  <a:pt x="794486" y="134213"/>
                </a:lnTo>
                <a:lnTo>
                  <a:pt x="794486" y="118973"/>
                </a:lnTo>
                <a:lnTo>
                  <a:pt x="794486" y="42672"/>
                </a:lnTo>
                <a:lnTo>
                  <a:pt x="767054" y="42672"/>
                </a:lnTo>
                <a:lnTo>
                  <a:pt x="767054" y="143357"/>
                </a:lnTo>
                <a:lnTo>
                  <a:pt x="671042" y="143357"/>
                </a:lnTo>
                <a:lnTo>
                  <a:pt x="671042" y="134213"/>
                </a:lnTo>
                <a:lnTo>
                  <a:pt x="767054" y="134213"/>
                </a:lnTo>
                <a:lnTo>
                  <a:pt x="767054" y="118973"/>
                </a:lnTo>
                <a:lnTo>
                  <a:pt x="671042" y="118973"/>
                </a:lnTo>
                <a:lnTo>
                  <a:pt x="671042" y="109829"/>
                </a:lnTo>
                <a:lnTo>
                  <a:pt x="767054" y="109829"/>
                </a:lnTo>
                <a:lnTo>
                  <a:pt x="767054" y="94589"/>
                </a:lnTo>
                <a:lnTo>
                  <a:pt x="671042" y="94589"/>
                </a:lnTo>
                <a:lnTo>
                  <a:pt x="671042" y="85445"/>
                </a:lnTo>
                <a:lnTo>
                  <a:pt x="767054" y="85445"/>
                </a:lnTo>
                <a:lnTo>
                  <a:pt x="767054" y="70104"/>
                </a:lnTo>
                <a:lnTo>
                  <a:pt x="671042" y="70104"/>
                </a:lnTo>
                <a:lnTo>
                  <a:pt x="671042" y="60960"/>
                </a:lnTo>
                <a:lnTo>
                  <a:pt x="767054" y="60960"/>
                </a:lnTo>
                <a:lnTo>
                  <a:pt x="767054" y="42672"/>
                </a:lnTo>
                <a:lnTo>
                  <a:pt x="733526" y="42672"/>
                </a:lnTo>
                <a:lnTo>
                  <a:pt x="733526" y="32004"/>
                </a:lnTo>
                <a:lnTo>
                  <a:pt x="814400" y="32004"/>
                </a:lnTo>
                <a:lnTo>
                  <a:pt x="814400" y="13716"/>
                </a:lnTo>
                <a:lnTo>
                  <a:pt x="733526" y="13716"/>
                </a:lnTo>
                <a:lnTo>
                  <a:pt x="733526" y="0"/>
                </a:lnTo>
                <a:lnTo>
                  <a:pt x="704570" y="0"/>
                </a:lnTo>
                <a:lnTo>
                  <a:pt x="704570" y="13716"/>
                </a:lnTo>
                <a:lnTo>
                  <a:pt x="623709" y="13716"/>
                </a:lnTo>
                <a:lnTo>
                  <a:pt x="623709" y="32004"/>
                </a:lnTo>
                <a:lnTo>
                  <a:pt x="704570" y="32004"/>
                </a:lnTo>
                <a:lnTo>
                  <a:pt x="704570" y="42672"/>
                </a:lnTo>
                <a:lnTo>
                  <a:pt x="643521" y="42672"/>
                </a:lnTo>
                <a:lnTo>
                  <a:pt x="643521" y="143357"/>
                </a:lnTo>
                <a:lnTo>
                  <a:pt x="622185" y="143357"/>
                </a:lnTo>
                <a:lnTo>
                  <a:pt x="622185" y="163169"/>
                </a:lnTo>
                <a:lnTo>
                  <a:pt x="695426" y="163169"/>
                </a:lnTo>
                <a:lnTo>
                  <a:pt x="817448" y="163169"/>
                </a:lnTo>
                <a:lnTo>
                  <a:pt x="817448" y="143357"/>
                </a:lnTo>
                <a:close/>
              </a:path>
              <a:path w="1232534" h="201930">
                <a:moveTo>
                  <a:pt x="893635" y="33528"/>
                </a:moveTo>
                <a:lnTo>
                  <a:pt x="873823" y="33528"/>
                </a:lnTo>
                <a:lnTo>
                  <a:pt x="873823" y="0"/>
                </a:lnTo>
                <a:lnTo>
                  <a:pt x="847915" y="0"/>
                </a:lnTo>
                <a:lnTo>
                  <a:pt x="847915" y="33528"/>
                </a:lnTo>
                <a:lnTo>
                  <a:pt x="826579" y="33528"/>
                </a:lnTo>
                <a:lnTo>
                  <a:pt x="826579" y="57912"/>
                </a:lnTo>
                <a:lnTo>
                  <a:pt x="847915" y="57912"/>
                </a:lnTo>
                <a:lnTo>
                  <a:pt x="847915" y="96113"/>
                </a:lnTo>
                <a:lnTo>
                  <a:pt x="825055" y="100685"/>
                </a:lnTo>
                <a:lnTo>
                  <a:pt x="828103" y="131165"/>
                </a:lnTo>
                <a:lnTo>
                  <a:pt x="847915" y="125069"/>
                </a:lnTo>
                <a:lnTo>
                  <a:pt x="847915" y="169265"/>
                </a:lnTo>
                <a:lnTo>
                  <a:pt x="846391" y="170789"/>
                </a:lnTo>
                <a:lnTo>
                  <a:pt x="843343" y="170789"/>
                </a:lnTo>
                <a:lnTo>
                  <a:pt x="841819" y="172313"/>
                </a:lnTo>
                <a:lnTo>
                  <a:pt x="835723" y="172313"/>
                </a:lnTo>
                <a:lnTo>
                  <a:pt x="828103" y="170789"/>
                </a:lnTo>
                <a:lnTo>
                  <a:pt x="829246" y="178346"/>
                </a:lnTo>
                <a:lnTo>
                  <a:pt x="830389" y="185166"/>
                </a:lnTo>
                <a:lnTo>
                  <a:pt x="832675" y="198310"/>
                </a:lnTo>
                <a:lnTo>
                  <a:pt x="843343" y="196786"/>
                </a:lnTo>
                <a:lnTo>
                  <a:pt x="857059" y="196786"/>
                </a:lnTo>
                <a:lnTo>
                  <a:pt x="866203" y="193738"/>
                </a:lnTo>
                <a:lnTo>
                  <a:pt x="869251" y="189166"/>
                </a:lnTo>
                <a:lnTo>
                  <a:pt x="872299" y="186118"/>
                </a:lnTo>
                <a:lnTo>
                  <a:pt x="873823" y="180022"/>
                </a:lnTo>
                <a:lnTo>
                  <a:pt x="873823" y="172313"/>
                </a:lnTo>
                <a:lnTo>
                  <a:pt x="873823" y="125069"/>
                </a:lnTo>
                <a:lnTo>
                  <a:pt x="873823" y="117449"/>
                </a:lnTo>
                <a:lnTo>
                  <a:pt x="884491" y="114401"/>
                </a:lnTo>
                <a:lnTo>
                  <a:pt x="890587" y="111353"/>
                </a:lnTo>
                <a:lnTo>
                  <a:pt x="893635" y="111353"/>
                </a:lnTo>
                <a:lnTo>
                  <a:pt x="893635" y="90017"/>
                </a:lnTo>
                <a:lnTo>
                  <a:pt x="893635" y="83820"/>
                </a:lnTo>
                <a:lnTo>
                  <a:pt x="873823" y="90017"/>
                </a:lnTo>
                <a:lnTo>
                  <a:pt x="873823" y="57912"/>
                </a:lnTo>
                <a:lnTo>
                  <a:pt x="893635" y="57912"/>
                </a:lnTo>
                <a:lnTo>
                  <a:pt x="893635" y="33528"/>
                </a:lnTo>
                <a:close/>
              </a:path>
              <a:path w="1232534" h="201930">
                <a:moveTo>
                  <a:pt x="1015657" y="93065"/>
                </a:moveTo>
                <a:lnTo>
                  <a:pt x="989749" y="93065"/>
                </a:lnTo>
                <a:lnTo>
                  <a:pt x="989749" y="115925"/>
                </a:lnTo>
                <a:lnTo>
                  <a:pt x="989749" y="129641"/>
                </a:lnTo>
                <a:lnTo>
                  <a:pt x="989749" y="152501"/>
                </a:lnTo>
                <a:lnTo>
                  <a:pt x="989749" y="164693"/>
                </a:lnTo>
                <a:lnTo>
                  <a:pt x="928687" y="164693"/>
                </a:lnTo>
                <a:lnTo>
                  <a:pt x="928687" y="152501"/>
                </a:lnTo>
                <a:lnTo>
                  <a:pt x="989749" y="152501"/>
                </a:lnTo>
                <a:lnTo>
                  <a:pt x="989749" y="129641"/>
                </a:lnTo>
                <a:lnTo>
                  <a:pt x="928687" y="129641"/>
                </a:lnTo>
                <a:lnTo>
                  <a:pt x="928687" y="115925"/>
                </a:lnTo>
                <a:lnTo>
                  <a:pt x="989749" y="115925"/>
                </a:lnTo>
                <a:lnTo>
                  <a:pt x="989749" y="93065"/>
                </a:lnTo>
                <a:lnTo>
                  <a:pt x="901255" y="93065"/>
                </a:lnTo>
                <a:lnTo>
                  <a:pt x="901255" y="198310"/>
                </a:lnTo>
                <a:lnTo>
                  <a:pt x="928687" y="198310"/>
                </a:lnTo>
                <a:lnTo>
                  <a:pt x="928687" y="187642"/>
                </a:lnTo>
                <a:lnTo>
                  <a:pt x="989749" y="187642"/>
                </a:lnTo>
                <a:lnTo>
                  <a:pt x="989749" y="198310"/>
                </a:lnTo>
                <a:lnTo>
                  <a:pt x="1015657" y="198310"/>
                </a:lnTo>
                <a:lnTo>
                  <a:pt x="1015657" y="187642"/>
                </a:lnTo>
                <a:lnTo>
                  <a:pt x="1015657" y="164693"/>
                </a:lnTo>
                <a:lnTo>
                  <a:pt x="1015657" y="152501"/>
                </a:lnTo>
                <a:lnTo>
                  <a:pt x="1015657" y="129641"/>
                </a:lnTo>
                <a:lnTo>
                  <a:pt x="1015657" y="115925"/>
                </a:lnTo>
                <a:lnTo>
                  <a:pt x="1015657" y="93065"/>
                </a:lnTo>
                <a:close/>
              </a:path>
              <a:path w="1232534" h="201930">
                <a:moveTo>
                  <a:pt x="1024801" y="44196"/>
                </a:moveTo>
                <a:lnTo>
                  <a:pt x="1018184" y="41897"/>
                </a:lnTo>
                <a:lnTo>
                  <a:pt x="1011847" y="39433"/>
                </a:lnTo>
                <a:lnTo>
                  <a:pt x="1005509" y="36703"/>
                </a:lnTo>
                <a:lnTo>
                  <a:pt x="999045" y="33566"/>
                </a:lnTo>
                <a:lnTo>
                  <a:pt x="999464" y="33489"/>
                </a:lnTo>
                <a:lnTo>
                  <a:pt x="1021753" y="28956"/>
                </a:lnTo>
                <a:lnTo>
                  <a:pt x="1019467" y="22860"/>
                </a:lnTo>
                <a:lnTo>
                  <a:pt x="1012609" y="4572"/>
                </a:lnTo>
                <a:lnTo>
                  <a:pt x="998893" y="8572"/>
                </a:lnTo>
                <a:lnTo>
                  <a:pt x="998893" y="33604"/>
                </a:lnTo>
                <a:lnTo>
                  <a:pt x="998893" y="42672"/>
                </a:lnTo>
                <a:lnTo>
                  <a:pt x="997369" y="48768"/>
                </a:lnTo>
                <a:lnTo>
                  <a:pt x="995845" y="51816"/>
                </a:lnTo>
                <a:lnTo>
                  <a:pt x="994321" y="56388"/>
                </a:lnTo>
                <a:lnTo>
                  <a:pt x="991273" y="57912"/>
                </a:lnTo>
                <a:lnTo>
                  <a:pt x="930211" y="57912"/>
                </a:lnTo>
                <a:lnTo>
                  <a:pt x="925639" y="54864"/>
                </a:lnTo>
                <a:lnTo>
                  <a:pt x="925639" y="44196"/>
                </a:lnTo>
                <a:lnTo>
                  <a:pt x="951420" y="41389"/>
                </a:lnTo>
                <a:lnTo>
                  <a:pt x="976020" y="37719"/>
                </a:lnTo>
                <a:lnTo>
                  <a:pt x="998893" y="33604"/>
                </a:lnTo>
                <a:lnTo>
                  <a:pt x="998893" y="8572"/>
                </a:lnTo>
                <a:lnTo>
                  <a:pt x="991743" y="10655"/>
                </a:lnTo>
                <a:lnTo>
                  <a:pt x="970305" y="15430"/>
                </a:lnTo>
                <a:lnTo>
                  <a:pt x="948270" y="19367"/>
                </a:lnTo>
                <a:lnTo>
                  <a:pt x="925639" y="22860"/>
                </a:lnTo>
                <a:lnTo>
                  <a:pt x="925639" y="1524"/>
                </a:lnTo>
                <a:lnTo>
                  <a:pt x="899731" y="1524"/>
                </a:lnTo>
                <a:lnTo>
                  <a:pt x="899731" y="50292"/>
                </a:lnTo>
                <a:lnTo>
                  <a:pt x="901471" y="64058"/>
                </a:lnTo>
                <a:lnTo>
                  <a:pt x="906780" y="73533"/>
                </a:lnTo>
                <a:lnTo>
                  <a:pt x="915809" y="79019"/>
                </a:lnTo>
                <a:lnTo>
                  <a:pt x="928687" y="80772"/>
                </a:lnTo>
                <a:lnTo>
                  <a:pt x="998893" y="80772"/>
                </a:lnTo>
                <a:lnTo>
                  <a:pt x="1022248" y="56388"/>
                </a:lnTo>
                <a:lnTo>
                  <a:pt x="1024801" y="44196"/>
                </a:lnTo>
                <a:close/>
              </a:path>
              <a:path w="1232534" h="201930">
                <a:moveTo>
                  <a:pt x="1152918" y="80772"/>
                </a:moveTo>
                <a:lnTo>
                  <a:pt x="1147152" y="73901"/>
                </a:lnTo>
                <a:lnTo>
                  <a:pt x="1141107" y="66865"/>
                </a:lnTo>
                <a:lnTo>
                  <a:pt x="1134478" y="59563"/>
                </a:lnTo>
                <a:lnTo>
                  <a:pt x="1127010" y="51816"/>
                </a:lnTo>
                <a:lnTo>
                  <a:pt x="1105674" y="67056"/>
                </a:lnTo>
                <a:lnTo>
                  <a:pt x="1119009" y="82346"/>
                </a:lnTo>
                <a:lnTo>
                  <a:pt x="1124953" y="89865"/>
                </a:lnTo>
                <a:lnTo>
                  <a:pt x="1125054" y="90017"/>
                </a:lnTo>
                <a:lnTo>
                  <a:pt x="1130058" y="97637"/>
                </a:lnTo>
                <a:lnTo>
                  <a:pt x="1152918" y="80772"/>
                </a:lnTo>
                <a:close/>
              </a:path>
              <a:path w="1232534" h="201930">
                <a:moveTo>
                  <a:pt x="1215491" y="97637"/>
                </a:moveTo>
                <a:lnTo>
                  <a:pt x="1130058" y="97637"/>
                </a:lnTo>
                <a:lnTo>
                  <a:pt x="1049185" y="97637"/>
                </a:lnTo>
                <a:lnTo>
                  <a:pt x="1049185" y="123545"/>
                </a:lnTo>
                <a:lnTo>
                  <a:pt x="1174254" y="123545"/>
                </a:lnTo>
                <a:lnTo>
                  <a:pt x="1165415" y="130683"/>
                </a:lnTo>
                <a:lnTo>
                  <a:pt x="1155014" y="138404"/>
                </a:lnTo>
                <a:lnTo>
                  <a:pt x="1143177" y="146685"/>
                </a:lnTo>
                <a:lnTo>
                  <a:pt x="1130058" y="155549"/>
                </a:lnTo>
                <a:lnTo>
                  <a:pt x="1101674" y="142214"/>
                </a:lnTo>
                <a:lnTo>
                  <a:pt x="1088694" y="136258"/>
                </a:lnTo>
                <a:lnTo>
                  <a:pt x="1076718" y="131165"/>
                </a:lnTo>
                <a:lnTo>
                  <a:pt x="1062901" y="152501"/>
                </a:lnTo>
                <a:lnTo>
                  <a:pt x="1080985" y="160782"/>
                </a:lnTo>
                <a:lnTo>
                  <a:pt x="1103185" y="171792"/>
                </a:lnTo>
                <a:lnTo>
                  <a:pt x="1160538" y="201358"/>
                </a:lnTo>
                <a:lnTo>
                  <a:pt x="1178826" y="176974"/>
                </a:lnTo>
                <a:lnTo>
                  <a:pt x="1172730" y="173837"/>
                </a:lnTo>
                <a:lnTo>
                  <a:pt x="1165110" y="170789"/>
                </a:lnTo>
                <a:lnTo>
                  <a:pt x="1159014" y="169265"/>
                </a:lnTo>
                <a:lnTo>
                  <a:pt x="1172743" y="158686"/>
                </a:lnTo>
                <a:lnTo>
                  <a:pt x="1176667" y="155549"/>
                </a:lnTo>
                <a:lnTo>
                  <a:pt x="1186637" y="147548"/>
                </a:lnTo>
                <a:lnTo>
                  <a:pt x="1200835" y="135826"/>
                </a:lnTo>
                <a:lnTo>
                  <a:pt x="1215491" y="123545"/>
                </a:lnTo>
                <a:lnTo>
                  <a:pt x="1215491" y="97637"/>
                </a:lnTo>
                <a:close/>
              </a:path>
              <a:path w="1232534" h="201930">
                <a:moveTo>
                  <a:pt x="1232255" y="65532"/>
                </a:moveTo>
                <a:lnTo>
                  <a:pt x="1207312" y="54343"/>
                </a:lnTo>
                <a:lnTo>
                  <a:pt x="1185113" y="41148"/>
                </a:lnTo>
                <a:lnTo>
                  <a:pt x="1167739" y="27432"/>
                </a:lnTo>
                <a:lnTo>
                  <a:pt x="1165504" y="25679"/>
                </a:lnTo>
                <a:lnTo>
                  <a:pt x="1148346" y="7620"/>
                </a:lnTo>
                <a:lnTo>
                  <a:pt x="1154442" y="0"/>
                </a:lnTo>
                <a:lnTo>
                  <a:pt x="1119390" y="0"/>
                </a:lnTo>
                <a:lnTo>
                  <a:pt x="1101051" y="21412"/>
                </a:lnTo>
                <a:lnTo>
                  <a:pt x="1080287" y="39814"/>
                </a:lnTo>
                <a:lnTo>
                  <a:pt x="1056944" y="55079"/>
                </a:lnTo>
                <a:lnTo>
                  <a:pt x="1030897" y="67056"/>
                </a:lnTo>
                <a:lnTo>
                  <a:pt x="1035469" y="72796"/>
                </a:lnTo>
                <a:lnTo>
                  <a:pt x="1040041" y="78689"/>
                </a:lnTo>
                <a:lnTo>
                  <a:pt x="1044613" y="84886"/>
                </a:lnTo>
                <a:lnTo>
                  <a:pt x="1049185" y="91541"/>
                </a:lnTo>
                <a:lnTo>
                  <a:pt x="1074102" y="78054"/>
                </a:lnTo>
                <a:lnTo>
                  <a:pt x="1096137" y="62877"/>
                </a:lnTo>
                <a:lnTo>
                  <a:pt x="1115288" y="46012"/>
                </a:lnTo>
                <a:lnTo>
                  <a:pt x="1131582" y="27432"/>
                </a:lnTo>
                <a:lnTo>
                  <a:pt x="1148727" y="46850"/>
                </a:lnTo>
                <a:lnTo>
                  <a:pt x="1168158" y="63830"/>
                </a:lnTo>
                <a:lnTo>
                  <a:pt x="1189913" y="78270"/>
                </a:lnTo>
                <a:lnTo>
                  <a:pt x="1213967" y="90017"/>
                </a:lnTo>
                <a:lnTo>
                  <a:pt x="1214069" y="89865"/>
                </a:lnTo>
                <a:lnTo>
                  <a:pt x="1218539" y="83146"/>
                </a:lnTo>
                <a:lnTo>
                  <a:pt x="1223111" y="76593"/>
                </a:lnTo>
                <a:lnTo>
                  <a:pt x="1227683" y="70637"/>
                </a:lnTo>
                <a:lnTo>
                  <a:pt x="1232255" y="65532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211758" y="2341435"/>
            <a:ext cx="988314" cy="198310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94560" y="2341435"/>
            <a:ext cx="221170" cy="102203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605742" y="2350579"/>
            <a:ext cx="182975" cy="83915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654706" y="2341435"/>
            <a:ext cx="1497616" cy="257841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869584" y="2341435"/>
            <a:ext cx="745712" cy="103727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708356" y="2342959"/>
            <a:ext cx="224123" cy="99155"/>
          </a:xfrm>
          <a:prstGeom prst="rect">
            <a:avLst/>
          </a:prstGeom>
        </p:spPr>
      </p:pic>
      <p:sp>
        <p:nvSpPr>
          <p:cNvPr id="29" name="object 29" descr=""/>
          <p:cNvSpPr/>
          <p:nvPr/>
        </p:nvSpPr>
        <p:spPr>
          <a:xfrm>
            <a:off x="5647080" y="3021812"/>
            <a:ext cx="730885" cy="134620"/>
          </a:xfrm>
          <a:custGeom>
            <a:avLst/>
            <a:gdLst/>
            <a:ahLst/>
            <a:cxnLst/>
            <a:rect l="l" t="t" r="r" b="b"/>
            <a:pathLst>
              <a:path w="730885" h="134619">
                <a:moveTo>
                  <a:pt x="132676" y="59524"/>
                </a:moveTo>
                <a:lnTo>
                  <a:pt x="105244" y="59524"/>
                </a:lnTo>
                <a:lnTo>
                  <a:pt x="105244" y="25996"/>
                </a:lnTo>
                <a:lnTo>
                  <a:pt x="126580" y="25996"/>
                </a:lnTo>
                <a:lnTo>
                  <a:pt x="126580" y="9232"/>
                </a:lnTo>
                <a:lnTo>
                  <a:pt x="85344" y="9232"/>
                </a:lnTo>
                <a:lnTo>
                  <a:pt x="85344" y="25996"/>
                </a:lnTo>
                <a:lnTo>
                  <a:pt x="85344" y="59524"/>
                </a:lnTo>
                <a:lnTo>
                  <a:pt x="50292" y="59524"/>
                </a:lnTo>
                <a:lnTo>
                  <a:pt x="50292" y="25996"/>
                </a:lnTo>
                <a:lnTo>
                  <a:pt x="85344" y="25996"/>
                </a:lnTo>
                <a:lnTo>
                  <a:pt x="85344" y="9232"/>
                </a:lnTo>
                <a:lnTo>
                  <a:pt x="7620" y="9232"/>
                </a:lnTo>
                <a:lnTo>
                  <a:pt x="7620" y="25996"/>
                </a:lnTo>
                <a:lnTo>
                  <a:pt x="30480" y="25996"/>
                </a:lnTo>
                <a:lnTo>
                  <a:pt x="30480" y="59524"/>
                </a:lnTo>
                <a:lnTo>
                  <a:pt x="0" y="59524"/>
                </a:lnTo>
                <a:lnTo>
                  <a:pt x="0" y="76288"/>
                </a:lnTo>
                <a:lnTo>
                  <a:pt x="30480" y="76288"/>
                </a:lnTo>
                <a:lnTo>
                  <a:pt x="29032" y="85115"/>
                </a:lnTo>
                <a:lnTo>
                  <a:pt x="26860" y="93103"/>
                </a:lnTo>
                <a:lnTo>
                  <a:pt x="23837" y="99949"/>
                </a:lnTo>
                <a:lnTo>
                  <a:pt x="15240" y="111442"/>
                </a:lnTo>
                <a:lnTo>
                  <a:pt x="0" y="120586"/>
                </a:lnTo>
                <a:lnTo>
                  <a:pt x="12128" y="129679"/>
                </a:lnTo>
                <a:lnTo>
                  <a:pt x="16764" y="134302"/>
                </a:lnTo>
                <a:lnTo>
                  <a:pt x="24218" y="129679"/>
                </a:lnTo>
                <a:lnTo>
                  <a:pt x="30670" y="124777"/>
                </a:lnTo>
                <a:lnTo>
                  <a:pt x="48856" y="88023"/>
                </a:lnTo>
                <a:lnTo>
                  <a:pt x="50292" y="76288"/>
                </a:lnTo>
                <a:lnTo>
                  <a:pt x="85344" y="76288"/>
                </a:lnTo>
                <a:lnTo>
                  <a:pt x="85344" y="131254"/>
                </a:lnTo>
                <a:lnTo>
                  <a:pt x="105244" y="131254"/>
                </a:lnTo>
                <a:lnTo>
                  <a:pt x="105244" y="76288"/>
                </a:lnTo>
                <a:lnTo>
                  <a:pt x="132676" y="76288"/>
                </a:lnTo>
                <a:lnTo>
                  <a:pt x="132676" y="59524"/>
                </a:lnTo>
                <a:close/>
              </a:path>
              <a:path w="730885" h="134619">
                <a:moveTo>
                  <a:pt x="269938" y="27520"/>
                </a:moveTo>
                <a:lnTo>
                  <a:pt x="247078" y="27520"/>
                </a:lnTo>
                <a:lnTo>
                  <a:pt x="254698" y="18376"/>
                </a:lnTo>
                <a:lnTo>
                  <a:pt x="250748" y="14693"/>
                </a:lnTo>
                <a:lnTo>
                  <a:pt x="245935" y="10566"/>
                </a:lnTo>
                <a:lnTo>
                  <a:pt x="240550" y="6172"/>
                </a:lnTo>
                <a:lnTo>
                  <a:pt x="234886" y="1612"/>
                </a:lnTo>
                <a:lnTo>
                  <a:pt x="222605" y="12280"/>
                </a:lnTo>
                <a:lnTo>
                  <a:pt x="227177" y="18376"/>
                </a:lnTo>
                <a:lnTo>
                  <a:pt x="233362" y="22948"/>
                </a:lnTo>
                <a:lnTo>
                  <a:pt x="237934" y="27520"/>
                </a:lnTo>
                <a:lnTo>
                  <a:pt x="199745" y="27520"/>
                </a:lnTo>
                <a:lnTo>
                  <a:pt x="205841" y="3136"/>
                </a:lnTo>
                <a:lnTo>
                  <a:pt x="186029" y="1612"/>
                </a:lnTo>
                <a:lnTo>
                  <a:pt x="184861" y="8458"/>
                </a:lnTo>
                <a:lnTo>
                  <a:pt x="183553" y="15138"/>
                </a:lnTo>
                <a:lnTo>
                  <a:pt x="181978" y="21424"/>
                </a:lnTo>
                <a:lnTo>
                  <a:pt x="179933" y="27520"/>
                </a:lnTo>
                <a:lnTo>
                  <a:pt x="161645" y="27520"/>
                </a:lnTo>
                <a:lnTo>
                  <a:pt x="164693" y="12280"/>
                </a:lnTo>
                <a:lnTo>
                  <a:pt x="166217" y="6172"/>
                </a:lnTo>
                <a:lnTo>
                  <a:pt x="165925" y="6172"/>
                </a:lnTo>
                <a:lnTo>
                  <a:pt x="147929" y="4660"/>
                </a:lnTo>
                <a:lnTo>
                  <a:pt x="146405" y="12280"/>
                </a:lnTo>
                <a:lnTo>
                  <a:pt x="143357" y="21424"/>
                </a:lnTo>
                <a:lnTo>
                  <a:pt x="141833" y="27520"/>
                </a:lnTo>
                <a:lnTo>
                  <a:pt x="141833" y="44284"/>
                </a:lnTo>
                <a:lnTo>
                  <a:pt x="175361" y="44284"/>
                </a:lnTo>
                <a:lnTo>
                  <a:pt x="167881" y="59740"/>
                </a:lnTo>
                <a:lnTo>
                  <a:pt x="158978" y="74206"/>
                </a:lnTo>
                <a:lnTo>
                  <a:pt x="148348" y="87833"/>
                </a:lnTo>
                <a:lnTo>
                  <a:pt x="135737" y="100774"/>
                </a:lnTo>
                <a:lnTo>
                  <a:pt x="138785" y="106870"/>
                </a:lnTo>
                <a:lnTo>
                  <a:pt x="140309" y="114490"/>
                </a:lnTo>
                <a:lnTo>
                  <a:pt x="141833" y="123634"/>
                </a:lnTo>
                <a:lnTo>
                  <a:pt x="151892" y="114084"/>
                </a:lnTo>
                <a:lnTo>
                  <a:pt x="161074" y="104000"/>
                </a:lnTo>
                <a:lnTo>
                  <a:pt x="169468" y="92951"/>
                </a:lnTo>
                <a:lnTo>
                  <a:pt x="176885" y="80860"/>
                </a:lnTo>
                <a:lnTo>
                  <a:pt x="181457" y="86575"/>
                </a:lnTo>
                <a:lnTo>
                  <a:pt x="186029" y="92151"/>
                </a:lnTo>
                <a:lnTo>
                  <a:pt x="190601" y="97447"/>
                </a:lnTo>
                <a:lnTo>
                  <a:pt x="195173" y="102298"/>
                </a:lnTo>
                <a:lnTo>
                  <a:pt x="185762" y="106603"/>
                </a:lnTo>
                <a:lnTo>
                  <a:pt x="175933" y="110490"/>
                </a:lnTo>
                <a:lnTo>
                  <a:pt x="165811" y="114084"/>
                </a:lnTo>
                <a:lnTo>
                  <a:pt x="155549" y="117538"/>
                </a:lnTo>
                <a:lnTo>
                  <a:pt x="158597" y="122110"/>
                </a:lnTo>
                <a:lnTo>
                  <a:pt x="164693" y="134302"/>
                </a:lnTo>
                <a:lnTo>
                  <a:pt x="177850" y="129705"/>
                </a:lnTo>
                <a:lnTo>
                  <a:pt x="190030" y="124968"/>
                </a:lnTo>
                <a:lnTo>
                  <a:pt x="201383" y="119913"/>
                </a:lnTo>
                <a:lnTo>
                  <a:pt x="211937" y="114490"/>
                </a:lnTo>
                <a:lnTo>
                  <a:pt x="221665" y="119913"/>
                </a:lnTo>
                <a:lnTo>
                  <a:pt x="232549" y="124777"/>
                </a:lnTo>
                <a:lnTo>
                  <a:pt x="244589" y="129057"/>
                </a:lnTo>
                <a:lnTo>
                  <a:pt x="257746" y="132778"/>
                </a:lnTo>
                <a:lnTo>
                  <a:pt x="262318" y="126682"/>
                </a:lnTo>
                <a:lnTo>
                  <a:pt x="265366" y="119062"/>
                </a:lnTo>
                <a:lnTo>
                  <a:pt x="268795" y="114490"/>
                </a:lnTo>
                <a:lnTo>
                  <a:pt x="269938" y="112966"/>
                </a:lnTo>
                <a:lnTo>
                  <a:pt x="257937" y="110655"/>
                </a:lnTo>
                <a:lnTo>
                  <a:pt x="247065" y="108204"/>
                </a:lnTo>
                <a:lnTo>
                  <a:pt x="237324" y="105460"/>
                </a:lnTo>
                <a:lnTo>
                  <a:pt x="228701" y="102298"/>
                </a:lnTo>
                <a:lnTo>
                  <a:pt x="236461" y="95123"/>
                </a:lnTo>
                <a:lnTo>
                  <a:pt x="238531" y="92951"/>
                </a:lnTo>
                <a:lnTo>
                  <a:pt x="243636" y="87541"/>
                </a:lnTo>
                <a:lnTo>
                  <a:pt x="250215" y="79705"/>
                </a:lnTo>
                <a:lnTo>
                  <a:pt x="256222" y="71716"/>
                </a:lnTo>
                <a:lnTo>
                  <a:pt x="256222" y="56476"/>
                </a:lnTo>
                <a:lnTo>
                  <a:pt x="233362" y="56476"/>
                </a:lnTo>
                <a:lnTo>
                  <a:pt x="233362" y="71716"/>
                </a:lnTo>
                <a:lnTo>
                  <a:pt x="229336" y="77419"/>
                </a:lnTo>
                <a:lnTo>
                  <a:pt x="224320" y="82956"/>
                </a:lnTo>
                <a:lnTo>
                  <a:pt x="218478" y="88226"/>
                </a:lnTo>
                <a:lnTo>
                  <a:pt x="212077" y="92951"/>
                </a:lnTo>
                <a:lnTo>
                  <a:pt x="211797" y="92951"/>
                </a:lnTo>
                <a:lnTo>
                  <a:pt x="192125" y="71716"/>
                </a:lnTo>
                <a:lnTo>
                  <a:pt x="233362" y="71716"/>
                </a:lnTo>
                <a:lnTo>
                  <a:pt x="233362" y="56476"/>
                </a:lnTo>
                <a:lnTo>
                  <a:pt x="190601" y="56476"/>
                </a:lnTo>
                <a:lnTo>
                  <a:pt x="193649" y="47332"/>
                </a:lnTo>
                <a:lnTo>
                  <a:pt x="195173" y="44284"/>
                </a:lnTo>
                <a:lnTo>
                  <a:pt x="269938" y="44284"/>
                </a:lnTo>
                <a:lnTo>
                  <a:pt x="269938" y="27520"/>
                </a:lnTo>
                <a:close/>
              </a:path>
              <a:path w="730885" h="134619">
                <a:moveTo>
                  <a:pt x="407200" y="38201"/>
                </a:moveTo>
                <a:lnTo>
                  <a:pt x="382816" y="38201"/>
                </a:lnTo>
                <a:lnTo>
                  <a:pt x="387616" y="33604"/>
                </a:lnTo>
                <a:lnTo>
                  <a:pt x="392722" y="28867"/>
                </a:lnTo>
                <a:lnTo>
                  <a:pt x="394068" y="27533"/>
                </a:lnTo>
                <a:lnTo>
                  <a:pt x="397814" y="23837"/>
                </a:lnTo>
                <a:lnTo>
                  <a:pt x="402628" y="18389"/>
                </a:lnTo>
                <a:lnTo>
                  <a:pt x="388912" y="7721"/>
                </a:lnTo>
                <a:lnTo>
                  <a:pt x="384340" y="13169"/>
                </a:lnTo>
                <a:lnTo>
                  <a:pt x="379768" y="18199"/>
                </a:lnTo>
                <a:lnTo>
                  <a:pt x="375196" y="22936"/>
                </a:lnTo>
                <a:lnTo>
                  <a:pt x="370624" y="27533"/>
                </a:lnTo>
                <a:lnTo>
                  <a:pt x="370624" y="29057"/>
                </a:lnTo>
                <a:lnTo>
                  <a:pt x="365950" y="32105"/>
                </a:lnTo>
                <a:lnTo>
                  <a:pt x="362902" y="35153"/>
                </a:lnTo>
                <a:lnTo>
                  <a:pt x="358330" y="38201"/>
                </a:lnTo>
                <a:lnTo>
                  <a:pt x="338518" y="38201"/>
                </a:lnTo>
                <a:lnTo>
                  <a:pt x="338518" y="29057"/>
                </a:lnTo>
                <a:lnTo>
                  <a:pt x="370624" y="29057"/>
                </a:lnTo>
                <a:lnTo>
                  <a:pt x="370624" y="27533"/>
                </a:lnTo>
                <a:lnTo>
                  <a:pt x="370624" y="12293"/>
                </a:lnTo>
                <a:lnTo>
                  <a:pt x="338518" y="12293"/>
                </a:lnTo>
                <a:lnTo>
                  <a:pt x="338518" y="0"/>
                </a:lnTo>
                <a:lnTo>
                  <a:pt x="320230" y="0"/>
                </a:lnTo>
                <a:lnTo>
                  <a:pt x="320230" y="12293"/>
                </a:lnTo>
                <a:lnTo>
                  <a:pt x="285178" y="12293"/>
                </a:lnTo>
                <a:lnTo>
                  <a:pt x="285178" y="29057"/>
                </a:lnTo>
                <a:lnTo>
                  <a:pt x="320230" y="29057"/>
                </a:lnTo>
                <a:lnTo>
                  <a:pt x="320230" y="38201"/>
                </a:lnTo>
                <a:lnTo>
                  <a:pt x="274510" y="38201"/>
                </a:lnTo>
                <a:lnTo>
                  <a:pt x="274510" y="54965"/>
                </a:lnTo>
                <a:lnTo>
                  <a:pt x="333946" y="54965"/>
                </a:lnTo>
                <a:lnTo>
                  <a:pt x="321640" y="60388"/>
                </a:lnTo>
                <a:lnTo>
                  <a:pt x="307467" y="65252"/>
                </a:lnTo>
                <a:lnTo>
                  <a:pt x="291299" y="69532"/>
                </a:lnTo>
                <a:lnTo>
                  <a:pt x="272986" y="73253"/>
                </a:lnTo>
                <a:lnTo>
                  <a:pt x="276034" y="79349"/>
                </a:lnTo>
                <a:lnTo>
                  <a:pt x="277558" y="83921"/>
                </a:lnTo>
                <a:lnTo>
                  <a:pt x="279082" y="90017"/>
                </a:lnTo>
                <a:lnTo>
                  <a:pt x="292798" y="85445"/>
                </a:lnTo>
                <a:lnTo>
                  <a:pt x="292798" y="134302"/>
                </a:lnTo>
                <a:lnTo>
                  <a:pt x="311086" y="134302"/>
                </a:lnTo>
                <a:lnTo>
                  <a:pt x="311086" y="128206"/>
                </a:lnTo>
                <a:lnTo>
                  <a:pt x="373672" y="128206"/>
                </a:lnTo>
                <a:lnTo>
                  <a:pt x="373672" y="134302"/>
                </a:lnTo>
                <a:lnTo>
                  <a:pt x="391960" y="134302"/>
                </a:lnTo>
                <a:lnTo>
                  <a:pt x="391960" y="128206"/>
                </a:lnTo>
                <a:lnTo>
                  <a:pt x="391960" y="112966"/>
                </a:lnTo>
                <a:lnTo>
                  <a:pt x="391960" y="103822"/>
                </a:lnTo>
                <a:lnTo>
                  <a:pt x="391960" y="88493"/>
                </a:lnTo>
                <a:lnTo>
                  <a:pt x="391960" y="79349"/>
                </a:lnTo>
                <a:lnTo>
                  <a:pt x="391960" y="64109"/>
                </a:lnTo>
                <a:lnTo>
                  <a:pt x="373672" y="64109"/>
                </a:lnTo>
                <a:lnTo>
                  <a:pt x="373672" y="79349"/>
                </a:lnTo>
                <a:lnTo>
                  <a:pt x="373672" y="88493"/>
                </a:lnTo>
                <a:lnTo>
                  <a:pt x="373672" y="103822"/>
                </a:lnTo>
                <a:lnTo>
                  <a:pt x="373672" y="112966"/>
                </a:lnTo>
                <a:lnTo>
                  <a:pt x="311086" y="112966"/>
                </a:lnTo>
                <a:lnTo>
                  <a:pt x="311086" y="103822"/>
                </a:lnTo>
                <a:lnTo>
                  <a:pt x="373672" y="103822"/>
                </a:lnTo>
                <a:lnTo>
                  <a:pt x="373672" y="88493"/>
                </a:lnTo>
                <a:lnTo>
                  <a:pt x="311086" y="88493"/>
                </a:lnTo>
                <a:lnTo>
                  <a:pt x="311086" y="85445"/>
                </a:lnTo>
                <a:lnTo>
                  <a:pt x="311086" y="79349"/>
                </a:lnTo>
                <a:lnTo>
                  <a:pt x="373672" y="79349"/>
                </a:lnTo>
                <a:lnTo>
                  <a:pt x="373672" y="64109"/>
                </a:lnTo>
                <a:lnTo>
                  <a:pt x="346138" y="64109"/>
                </a:lnTo>
                <a:lnTo>
                  <a:pt x="350710" y="61061"/>
                </a:lnTo>
                <a:lnTo>
                  <a:pt x="362902" y="54965"/>
                </a:lnTo>
                <a:lnTo>
                  <a:pt x="407200" y="54965"/>
                </a:lnTo>
                <a:lnTo>
                  <a:pt x="407200" y="38201"/>
                </a:lnTo>
                <a:close/>
              </a:path>
              <a:path w="730885" h="134619">
                <a:moveTo>
                  <a:pt x="457492" y="7708"/>
                </a:moveTo>
                <a:lnTo>
                  <a:pt x="439204" y="1612"/>
                </a:lnTo>
                <a:lnTo>
                  <a:pt x="432320" y="19900"/>
                </a:lnTo>
                <a:lnTo>
                  <a:pt x="425297" y="35902"/>
                </a:lnTo>
                <a:lnTo>
                  <a:pt x="417982" y="49618"/>
                </a:lnTo>
                <a:lnTo>
                  <a:pt x="410248" y="61048"/>
                </a:lnTo>
                <a:lnTo>
                  <a:pt x="412559" y="68668"/>
                </a:lnTo>
                <a:lnTo>
                  <a:pt x="416547" y="80860"/>
                </a:lnTo>
                <a:lnTo>
                  <a:pt x="417868" y="85432"/>
                </a:lnTo>
                <a:lnTo>
                  <a:pt x="420916" y="80860"/>
                </a:lnTo>
                <a:lnTo>
                  <a:pt x="423964" y="74764"/>
                </a:lnTo>
                <a:lnTo>
                  <a:pt x="427012" y="70192"/>
                </a:lnTo>
                <a:lnTo>
                  <a:pt x="427012" y="132778"/>
                </a:lnTo>
                <a:lnTo>
                  <a:pt x="445300" y="132778"/>
                </a:lnTo>
                <a:lnTo>
                  <a:pt x="445300" y="70192"/>
                </a:lnTo>
                <a:lnTo>
                  <a:pt x="445300" y="36664"/>
                </a:lnTo>
                <a:lnTo>
                  <a:pt x="448703" y="29794"/>
                </a:lnTo>
                <a:lnTo>
                  <a:pt x="451967" y="22758"/>
                </a:lnTo>
                <a:lnTo>
                  <a:pt x="454939" y="15455"/>
                </a:lnTo>
                <a:lnTo>
                  <a:pt x="457492" y="7708"/>
                </a:lnTo>
                <a:close/>
              </a:path>
              <a:path w="730885" h="134619">
                <a:moveTo>
                  <a:pt x="544449" y="47332"/>
                </a:moveTo>
                <a:lnTo>
                  <a:pt x="533590" y="39674"/>
                </a:lnTo>
                <a:lnTo>
                  <a:pt x="523875" y="30568"/>
                </a:lnTo>
                <a:lnTo>
                  <a:pt x="517499" y="22948"/>
                </a:lnTo>
                <a:lnTo>
                  <a:pt x="515302" y="20332"/>
                </a:lnTo>
                <a:lnTo>
                  <a:pt x="507873" y="9232"/>
                </a:lnTo>
                <a:lnTo>
                  <a:pt x="510921" y="4660"/>
                </a:lnTo>
                <a:lnTo>
                  <a:pt x="487972" y="4660"/>
                </a:lnTo>
                <a:lnTo>
                  <a:pt x="479412" y="17805"/>
                </a:lnTo>
                <a:lnTo>
                  <a:pt x="469887" y="29794"/>
                </a:lnTo>
                <a:lnTo>
                  <a:pt x="459460" y="40665"/>
                </a:lnTo>
                <a:lnTo>
                  <a:pt x="448348" y="50380"/>
                </a:lnTo>
                <a:lnTo>
                  <a:pt x="451396" y="58000"/>
                </a:lnTo>
                <a:lnTo>
                  <a:pt x="454444" y="62572"/>
                </a:lnTo>
                <a:lnTo>
                  <a:pt x="457492" y="68668"/>
                </a:lnTo>
                <a:lnTo>
                  <a:pt x="466636" y="59524"/>
                </a:lnTo>
                <a:lnTo>
                  <a:pt x="466636" y="80860"/>
                </a:lnTo>
                <a:lnTo>
                  <a:pt x="465505" y="92684"/>
                </a:lnTo>
                <a:lnTo>
                  <a:pt x="462254" y="103047"/>
                </a:lnTo>
                <a:lnTo>
                  <a:pt x="456984" y="112255"/>
                </a:lnTo>
                <a:lnTo>
                  <a:pt x="449872" y="120586"/>
                </a:lnTo>
                <a:lnTo>
                  <a:pt x="462064" y="129730"/>
                </a:lnTo>
                <a:lnTo>
                  <a:pt x="485038" y="96545"/>
                </a:lnTo>
                <a:lnTo>
                  <a:pt x="486448" y="59524"/>
                </a:lnTo>
                <a:lnTo>
                  <a:pt x="486448" y="58000"/>
                </a:lnTo>
                <a:lnTo>
                  <a:pt x="469684" y="58000"/>
                </a:lnTo>
                <a:lnTo>
                  <a:pt x="477494" y="49618"/>
                </a:lnTo>
                <a:lnTo>
                  <a:pt x="484543" y="41046"/>
                </a:lnTo>
                <a:lnTo>
                  <a:pt x="491109" y="32080"/>
                </a:lnTo>
                <a:lnTo>
                  <a:pt x="497116" y="22948"/>
                </a:lnTo>
                <a:lnTo>
                  <a:pt x="503161" y="32715"/>
                </a:lnTo>
                <a:lnTo>
                  <a:pt x="509765" y="41617"/>
                </a:lnTo>
                <a:lnTo>
                  <a:pt x="516915" y="49961"/>
                </a:lnTo>
                <a:lnTo>
                  <a:pt x="524637" y="58000"/>
                </a:lnTo>
                <a:lnTo>
                  <a:pt x="506349" y="58000"/>
                </a:lnTo>
                <a:lnTo>
                  <a:pt x="506349" y="131254"/>
                </a:lnTo>
                <a:lnTo>
                  <a:pt x="526161" y="131254"/>
                </a:lnTo>
                <a:lnTo>
                  <a:pt x="526161" y="59524"/>
                </a:lnTo>
                <a:lnTo>
                  <a:pt x="529209" y="61048"/>
                </a:lnTo>
                <a:lnTo>
                  <a:pt x="535305" y="67144"/>
                </a:lnTo>
                <a:lnTo>
                  <a:pt x="538822" y="59524"/>
                </a:lnTo>
                <a:lnTo>
                  <a:pt x="544449" y="47332"/>
                </a:lnTo>
                <a:close/>
              </a:path>
              <a:path w="730885" h="134619">
                <a:moveTo>
                  <a:pt x="588645" y="6184"/>
                </a:moveTo>
                <a:lnTo>
                  <a:pt x="570357" y="0"/>
                </a:lnTo>
                <a:lnTo>
                  <a:pt x="565492" y="16624"/>
                </a:lnTo>
                <a:lnTo>
                  <a:pt x="560070" y="32092"/>
                </a:lnTo>
                <a:lnTo>
                  <a:pt x="554062" y="46380"/>
                </a:lnTo>
                <a:lnTo>
                  <a:pt x="547497" y="59524"/>
                </a:lnTo>
                <a:lnTo>
                  <a:pt x="548640" y="67005"/>
                </a:lnTo>
                <a:lnTo>
                  <a:pt x="549783" y="73621"/>
                </a:lnTo>
                <a:lnTo>
                  <a:pt x="550926" y="79679"/>
                </a:lnTo>
                <a:lnTo>
                  <a:pt x="552069" y="85432"/>
                </a:lnTo>
                <a:lnTo>
                  <a:pt x="555117" y="80860"/>
                </a:lnTo>
                <a:lnTo>
                  <a:pt x="556641" y="76288"/>
                </a:lnTo>
                <a:lnTo>
                  <a:pt x="559689" y="71716"/>
                </a:lnTo>
                <a:lnTo>
                  <a:pt x="559689" y="134302"/>
                </a:lnTo>
                <a:lnTo>
                  <a:pt x="576453" y="134302"/>
                </a:lnTo>
                <a:lnTo>
                  <a:pt x="576453" y="71716"/>
                </a:lnTo>
                <a:lnTo>
                  <a:pt x="576453" y="36664"/>
                </a:lnTo>
                <a:lnTo>
                  <a:pt x="579640" y="28905"/>
                </a:lnTo>
                <a:lnTo>
                  <a:pt x="585457" y="13957"/>
                </a:lnTo>
                <a:lnTo>
                  <a:pt x="588645" y="6184"/>
                </a:lnTo>
                <a:close/>
              </a:path>
              <a:path w="730885" h="134619">
                <a:moveTo>
                  <a:pt x="681697" y="116014"/>
                </a:moveTo>
                <a:lnTo>
                  <a:pt x="672553" y="116014"/>
                </a:lnTo>
                <a:lnTo>
                  <a:pt x="672553" y="108394"/>
                </a:lnTo>
                <a:lnTo>
                  <a:pt x="672553" y="96202"/>
                </a:lnTo>
                <a:lnTo>
                  <a:pt x="672553" y="35140"/>
                </a:lnTo>
                <a:lnTo>
                  <a:pt x="655789" y="35140"/>
                </a:lnTo>
                <a:lnTo>
                  <a:pt x="655789" y="116014"/>
                </a:lnTo>
                <a:lnTo>
                  <a:pt x="608457" y="116014"/>
                </a:lnTo>
                <a:lnTo>
                  <a:pt x="608457" y="108394"/>
                </a:lnTo>
                <a:lnTo>
                  <a:pt x="655789" y="108394"/>
                </a:lnTo>
                <a:lnTo>
                  <a:pt x="655789" y="96202"/>
                </a:lnTo>
                <a:lnTo>
                  <a:pt x="608457" y="96202"/>
                </a:lnTo>
                <a:lnTo>
                  <a:pt x="608457" y="88480"/>
                </a:lnTo>
                <a:lnTo>
                  <a:pt x="655789" y="88480"/>
                </a:lnTo>
                <a:lnTo>
                  <a:pt x="655789" y="76288"/>
                </a:lnTo>
                <a:lnTo>
                  <a:pt x="608457" y="76288"/>
                </a:lnTo>
                <a:lnTo>
                  <a:pt x="608457" y="68668"/>
                </a:lnTo>
                <a:lnTo>
                  <a:pt x="655789" y="68668"/>
                </a:lnTo>
                <a:lnTo>
                  <a:pt x="655789" y="56476"/>
                </a:lnTo>
                <a:lnTo>
                  <a:pt x="608457" y="56476"/>
                </a:lnTo>
                <a:lnTo>
                  <a:pt x="608457" y="48856"/>
                </a:lnTo>
                <a:lnTo>
                  <a:pt x="655789" y="48856"/>
                </a:lnTo>
                <a:lnTo>
                  <a:pt x="655789" y="35140"/>
                </a:lnTo>
                <a:lnTo>
                  <a:pt x="640549" y="35140"/>
                </a:lnTo>
                <a:lnTo>
                  <a:pt x="640549" y="27520"/>
                </a:lnTo>
                <a:lnTo>
                  <a:pt x="678649" y="27520"/>
                </a:lnTo>
                <a:lnTo>
                  <a:pt x="678649" y="12280"/>
                </a:lnTo>
                <a:lnTo>
                  <a:pt x="640549" y="12280"/>
                </a:lnTo>
                <a:lnTo>
                  <a:pt x="640549" y="3136"/>
                </a:lnTo>
                <a:lnTo>
                  <a:pt x="622173" y="3136"/>
                </a:lnTo>
                <a:lnTo>
                  <a:pt x="622173" y="12280"/>
                </a:lnTo>
                <a:lnTo>
                  <a:pt x="588645" y="12280"/>
                </a:lnTo>
                <a:lnTo>
                  <a:pt x="588645" y="27520"/>
                </a:lnTo>
                <a:lnTo>
                  <a:pt x="622173" y="27520"/>
                </a:lnTo>
                <a:lnTo>
                  <a:pt x="622173" y="35140"/>
                </a:lnTo>
                <a:lnTo>
                  <a:pt x="591693" y="35140"/>
                </a:lnTo>
                <a:lnTo>
                  <a:pt x="591693" y="116014"/>
                </a:lnTo>
                <a:lnTo>
                  <a:pt x="581025" y="116014"/>
                </a:lnTo>
                <a:lnTo>
                  <a:pt x="581025" y="129730"/>
                </a:lnTo>
                <a:lnTo>
                  <a:pt x="681697" y="129730"/>
                </a:lnTo>
                <a:lnTo>
                  <a:pt x="681697" y="116014"/>
                </a:lnTo>
                <a:close/>
              </a:path>
              <a:path w="730885" h="134619">
                <a:moveTo>
                  <a:pt x="730478" y="102298"/>
                </a:moveTo>
                <a:lnTo>
                  <a:pt x="724382" y="96202"/>
                </a:lnTo>
                <a:lnTo>
                  <a:pt x="721334" y="94678"/>
                </a:lnTo>
                <a:lnTo>
                  <a:pt x="713714" y="94678"/>
                </a:lnTo>
                <a:lnTo>
                  <a:pt x="710666" y="96202"/>
                </a:lnTo>
                <a:lnTo>
                  <a:pt x="706094" y="100774"/>
                </a:lnTo>
                <a:lnTo>
                  <a:pt x="706094" y="111442"/>
                </a:lnTo>
                <a:lnTo>
                  <a:pt x="710666" y="116014"/>
                </a:lnTo>
                <a:lnTo>
                  <a:pt x="713714" y="117538"/>
                </a:lnTo>
                <a:lnTo>
                  <a:pt x="721334" y="117538"/>
                </a:lnTo>
                <a:lnTo>
                  <a:pt x="724382" y="116014"/>
                </a:lnTo>
                <a:lnTo>
                  <a:pt x="730478" y="109918"/>
                </a:lnTo>
                <a:lnTo>
                  <a:pt x="730478" y="102298"/>
                </a:lnTo>
                <a:close/>
              </a:path>
              <a:path w="730885" h="134619">
                <a:moveTo>
                  <a:pt x="730478" y="48869"/>
                </a:moveTo>
                <a:lnTo>
                  <a:pt x="728954" y="45821"/>
                </a:lnTo>
                <a:lnTo>
                  <a:pt x="724382" y="41249"/>
                </a:lnTo>
                <a:lnTo>
                  <a:pt x="721334" y="39725"/>
                </a:lnTo>
                <a:lnTo>
                  <a:pt x="713714" y="39725"/>
                </a:lnTo>
                <a:lnTo>
                  <a:pt x="712190" y="41249"/>
                </a:lnTo>
                <a:lnTo>
                  <a:pt x="709142" y="42773"/>
                </a:lnTo>
                <a:lnTo>
                  <a:pt x="706094" y="45821"/>
                </a:lnTo>
                <a:lnTo>
                  <a:pt x="706094" y="56489"/>
                </a:lnTo>
                <a:lnTo>
                  <a:pt x="710666" y="61061"/>
                </a:lnTo>
                <a:lnTo>
                  <a:pt x="713714" y="62585"/>
                </a:lnTo>
                <a:lnTo>
                  <a:pt x="721334" y="62585"/>
                </a:lnTo>
                <a:lnTo>
                  <a:pt x="724382" y="61061"/>
                </a:lnTo>
                <a:lnTo>
                  <a:pt x="730478" y="54965"/>
                </a:lnTo>
                <a:lnTo>
                  <a:pt x="730478" y="48869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" name="object 30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507194" y="3021806"/>
            <a:ext cx="2755868" cy="134302"/>
          </a:xfrm>
          <a:prstGeom prst="rect">
            <a:avLst/>
          </a:prstGeom>
        </p:spPr>
      </p:pic>
      <p:sp>
        <p:nvSpPr>
          <p:cNvPr id="31" name="object 31" descr=""/>
          <p:cNvSpPr/>
          <p:nvPr/>
        </p:nvSpPr>
        <p:spPr>
          <a:xfrm>
            <a:off x="387095" y="6123432"/>
            <a:ext cx="9939655" cy="9525"/>
          </a:xfrm>
          <a:custGeom>
            <a:avLst/>
            <a:gdLst/>
            <a:ahLst/>
            <a:cxnLst/>
            <a:rect l="l" t="t" r="r" b="b"/>
            <a:pathLst>
              <a:path w="9939655" h="9525">
                <a:moveTo>
                  <a:pt x="9939528" y="9144"/>
                </a:moveTo>
                <a:lnTo>
                  <a:pt x="0" y="9144"/>
                </a:lnTo>
                <a:lnTo>
                  <a:pt x="0" y="0"/>
                </a:lnTo>
                <a:lnTo>
                  <a:pt x="9939528" y="0"/>
                </a:lnTo>
                <a:lnTo>
                  <a:pt x="9939528" y="9144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2" name="object 32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85572" y="6245351"/>
            <a:ext cx="1000506" cy="108299"/>
          </a:xfrm>
          <a:prstGeom prst="rect">
            <a:avLst/>
          </a:prstGeom>
        </p:spPr>
      </p:pic>
      <p:grpSp>
        <p:nvGrpSpPr>
          <p:cNvPr id="33" name="object 33" descr=""/>
          <p:cNvGrpSpPr/>
          <p:nvPr/>
        </p:nvGrpSpPr>
        <p:grpSpPr>
          <a:xfrm>
            <a:off x="9918858" y="6251447"/>
            <a:ext cx="256540" cy="102235"/>
            <a:chOff x="9918858" y="6251447"/>
            <a:chExt cx="256540" cy="102235"/>
          </a:xfrm>
        </p:grpSpPr>
        <p:pic>
          <p:nvPicPr>
            <p:cNvPr id="34" name="object 3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918858" y="6251447"/>
              <a:ext cx="214884" cy="102203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10161269" y="6277355"/>
              <a:ext cx="13970" cy="62865"/>
            </a:xfrm>
            <a:custGeom>
              <a:avLst/>
              <a:gdLst/>
              <a:ahLst/>
              <a:cxnLst/>
              <a:rect l="l" t="t" r="r" b="b"/>
              <a:pathLst>
                <a:path w="13970" h="62864">
                  <a:moveTo>
                    <a:pt x="13716" y="10763"/>
                  </a:moveTo>
                  <a:lnTo>
                    <a:pt x="0" y="10763"/>
                  </a:lnTo>
                  <a:lnTo>
                    <a:pt x="0" y="3143"/>
                  </a:lnTo>
                  <a:lnTo>
                    <a:pt x="1524" y="1619"/>
                  </a:lnTo>
                  <a:lnTo>
                    <a:pt x="3048" y="0"/>
                  </a:lnTo>
                  <a:lnTo>
                    <a:pt x="10668" y="0"/>
                  </a:lnTo>
                  <a:lnTo>
                    <a:pt x="12192" y="1619"/>
                  </a:lnTo>
                  <a:lnTo>
                    <a:pt x="13716" y="3143"/>
                  </a:lnTo>
                  <a:lnTo>
                    <a:pt x="13716" y="10763"/>
                  </a:lnTo>
                  <a:close/>
                </a:path>
                <a:path w="13970" h="62864">
                  <a:moveTo>
                    <a:pt x="9144" y="13811"/>
                  </a:moveTo>
                  <a:lnTo>
                    <a:pt x="4572" y="13811"/>
                  </a:lnTo>
                  <a:lnTo>
                    <a:pt x="1524" y="10763"/>
                  </a:lnTo>
                  <a:lnTo>
                    <a:pt x="12192" y="10763"/>
                  </a:lnTo>
                  <a:lnTo>
                    <a:pt x="9144" y="13811"/>
                  </a:lnTo>
                  <a:close/>
                </a:path>
                <a:path w="13970" h="62864">
                  <a:moveTo>
                    <a:pt x="10668" y="62579"/>
                  </a:moveTo>
                  <a:lnTo>
                    <a:pt x="3048" y="62579"/>
                  </a:lnTo>
                  <a:lnTo>
                    <a:pt x="0" y="59531"/>
                  </a:lnTo>
                  <a:lnTo>
                    <a:pt x="0" y="51911"/>
                  </a:lnTo>
                  <a:lnTo>
                    <a:pt x="3048" y="48863"/>
                  </a:lnTo>
                  <a:lnTo>
                    <a:pt x="10668" y="48863"/>
                  </a:lnTo>
                  <a:lnTo>
                    <a:pt x="13716" y="51911"/>
                  </a:lnTo>
                  <a:lnTo>
                    <a:pt x="13716" y="59531"/>
                  </a:lnTo>
                  <a:lnTo>
                    <a:pt x="10668" y="62579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/>
          <p:nvPr/>
        </p:nvSpPr>
        <p:spPr>
          <a:xfrm>
            <a:off x="10258901" y="6256019"/>
            <a:ext cx="55244" cy="84455"/>
          </a:xfrm>
          <a:custGeom>
            <a:avLst/>
            <a:gdLst/>
            <a:ahLst/>
            <a:cxnLst/>
            <a:rect l="l" t="t" r="r" b="b"/>
            <a:pathLst>
              <a:path w="55245" h="84454">
                <a:moveTo>
                  <a:pt x="27432" y="54959"/>
                </a:moveTo>
                <a:lnTo>
                  <a:pt x="19812" y="54959"/>
                </a:lnTo>
                <a:lnTo>
                  <a:pt x="16764" y="53435"/>
                </a:lnTo>
                <a:lnTo>
                  <a:pt x="12192" y="50387"/>
                </a:lnTo>
                <a:lnTo>
                  <a:pt x="9144" y="48863"/>
                </a:lnTo>
                <a:lnTo>
                  <a:pt x="6096" y="45815"/>
                </a:lnTo>
                <a:lnTo>
                  <a:pt x="3048" y="41243"/>
                </a:lnTo>
                <a:lnTo>
                  <a:pt x="1524" y="38195"/>
                </a:lnTo>
                <a:lnTo>
                  <a:pt x="0" y="32099"/>
                </a:lnTo>
                <a:lnTo>
                  <a:pt x="0" y="22955"/>
                </a:lnTo>
                <a:lnTo>
                  <a:pt x="12192" y="4572"/>
                </a:lnTo>
                <a:lnTo>
                  <a:pt x="16764" y="1524"/>
                </a:lnTo>
                <a:lnTo>
                  <a:pt x="21336" y="0"/>
                </a:lnTo>
                <a:lnTo>
                  <a:pt x="30480" y="0"/>
                </a:lnTo>
                <a:lnTo>
                  <a:pt x="33528" y="1524"/>
                </a:lnTo>
                <a:lnTo>
                  <a:pt x="36576" y="1524"/>
                </a:lnTo>
                <a:lnTo>
                  <a:pt x="41148" y="3048"/>
                </a:lnTo>
                <a:lnTo>
                  <a:pt x="44196" y="6096"/>
                </a:lnTo>
                <a:lnTo>
                  <a:pt x="45720" y="9144"/>
                </a:lnTo>
                <a:lnTo>
                  <a:pt x="24384" y="9144"/>
                </a:lnTo>
                <a:lnTo>
                  <a:pt x="15240" y="13716"/>
                </a:lnTo>
                <a:lnTo>
                  <a:pt x="13716" y="15240"/>
                </a:lnTo>
                <a:lnTo>
                  <a:pt x="10668" y="21336"/>
                </a:lnTo>
                <a:lnTo>
                  <a:pt x="9144" y="24479"/>
                </a:lnTo>
                <a:lnTo>
                  <a:pt x="9144" y="30575"/>
                </a:lnTo>
                <a:lnTo>
                  <a:pt x="13716" y="39719"/>
                </a:lnTo>
                <a:lnTo>
                  <a:pt x="15240" y="41243"/>
                </a:lnTo>
                <a:lnTo>
                  <a:pt x="18288" y="42767"/>
                </a:lnTo>
                <a:lnTo>
                  <a:pt x="19812" y="44291"/>
                </a:lnTo>
                <a:lnTo>
                  <a:pt x="22860" y="45815"/>
                </a:lnTo>
                <a:lnTo>
                  <a:pt x="44196" y="45815"/>
                </a:lnTo>
                <a:lnTo>
                  <a:pt x="42672" y="47339"/>
                </a:lnTo>
                <a:lnTo>
                  <a:pt x="39624" y="48863"/>
                </a:lnTo>
                <a:lnTo>
                  <a:pt x="38100" y="50387"/>
                </a:lnTo>
                <a:lnTo>
                  <a:pt x="35052" y="51911"/>
                </a:lnTo>
                <a:lnTo>
                  <a:pt x="33528" y="53435"/>
                </a:lnTo>
                <a:lnTo>
                  <a:pt x="30480" y="53435"/>
                </a:lnTo>
                <a:lnTo>
                  <a:pt x="27432" y="54959"/>
                </a:lnTo>
                <a:close/>
              </a:path>
              <a:path w="55245" h="84454">
                <a:moveTo>
                  <a:pt x="46228" y="74771"/>
                </a:moveTo>
                <a:lnTo>
                  <a:pt x="30480" y="74771"/>
                </a:lnTo>
                <a:lnTo>
                  <a:pt x="33528" y="73247"/>
                </a:lnTo>
                <a:lnTo>
                  <a:pt x="36576" y="70199"/>
                </a:lnTo>
                <a:lnTo>
                  <a:pt x="39624" y="68675"/>
                </a:lnTo>
                <a:lnTo>
                  <a:pt x="41148" y="65627"/>
                </a:lnTo>
                <a:lnTo>
                  <a:pt x="42672" y="61055"/>
                </a:lnTo>
                <a:lnTo>
                  <a:pt x="45720" y="56483"/>
                </a:lnTo>
                <a:lnTo>
                  <a:pt x="45720" y="44291"/>
                </a:lnTo>
                <a:lnTo>
                  <a:pt x="33528" y="44291"/>
                </a:lnTo>
                <a:lnTo>
                  <a:pt x="35052" y="42767"/>
                </a:lnTo>
                <a:lnTo>
                  <a:pt x="38100" y="41243"/>
                </a:lnTo>
                <a:lnTo>
                  <a:pt x="42672" y="36671"/>
                </a:lnTo>
                <a:lnTo>
                  <a:pt x="42672" y="33623"/>
                </a:lnTo>
                <a:lnTo>
                  <a:pt x="44196" y="32099"/>
                </a:lnTo>
                <a:lnTo>
                  <a:pt x="44196" y="21336"/>
                </a:lnTo>
                <a:lnTo>
                  <a:pt x="41148" y="15240"/>
                </a:lnTo>
                <a:lnTo>
                  <a:pt x="38100" y="13716"/>
                </a:lnTo>
                <a:lnTo>
                  <a:pt x="36576" y="12192"/>
                </a:lnTo>
                <a:lnTo>
                  <a:pt x="30480" y="9144"/>
                </a:lnTo>
                <a:lnTo>
                  <a:pt x="45720" y="9144"/>
                </a:lnTo>
                <a:lnTo>
                  <a:pt x="48768" y="10668"/>
                </a:lnTo>
                <a:lnTo>
                  <a:pt x="51816" y="15240"/>
                </a:lnTo>
                <a:lnTo>
                  <a:pt x="53340" y="19812"/>
                </a:lnTo>
                <a:lnTo>
                  <a:pt x="54864" y="24479"/>
                </a:lnTo>
                <a:lnTo>
                  <a:pt x="54864" y="51911"/>
                </a:lnTo>
                <a:lnTo>
                  <a:pt x="51816" y="64103"/>
                </a:lnTo>
                <a:lnTo>
                  <a:pt x="50292" y="68675"/>
                </a:lnTo>
                <a:lnTo>
                  <a:pt x="47244" y="71723"/>
                </a:lnTo>
                <a:lnTo>
                  <a:pt x="46228" y="74771"/>
                </a:lnTo>
                <a:close/>
              </a:path>
              <a:path w="55245" h="84454">
                <a:moveTo>
                  <a:pt x="44196" y="45815"/>
                </a:moveTo>
                <a:lnTo>
                  <a:pt x="28956" y="45815"/>
                </a:lnTo>
                <a:lnTo>
                  <a:pt x="32004" y="44291"/>
                </a:lnTo>
                <a:lnTo>
                  <a:pt x="45720" y="44291"/>
                </a:lnTo>
                <a:lnTo>
                  <a:pt x="44196" y="45815"/>
                </a:lnTo>
                <a:close/>
              </a:path>
              <a:path w="55245" h="84454">
                <a:moveTo>
                  <a:pt x="30480" y="83915"/>
                </a:moveTo>
                <a:lnTo>
                  <a:pt x="21336" y="83915"/>
                </a:lnTo>
                <a:lnTo>
                  <a:pt x="16764" y="82391"/>
                </a:lnTo>
                <a:lnTo>
                  <a:pt x="10668" y="79343"/>
                </a:lnTo>
                <a:lnTo>
                  <a:pt x="4572" y="73247"/>
                </a:lnTo>
                <a:lnTo>
                  <a:pt x="3048" y="70199"/>
                </a:lnTo>
                <a:lnTo>
                  <a:pt x="1524" y="65627"/>
                </a:lnTo>
                <a:lnTo>
                  <a:pt x="0" y="62579"/>
                </a:lnTo>
                <a:lnTo>
                  <a:pt x="10668" y="62579"/>
                </a:lnTo>
                <a:lnTo>
                  <a:pt x="10668" y="65627"/>
                </a:lnTo>
                <a:lnTo>
                  <a:pt x="13716" y="68675"/>
                </a:lnTo>
                <a:lnTo>
                  <a:pt x="15240" y="71723"/>
                </a:lnTo>
                <a:lnTo>
                  <a:pt x="21336" y="74771"/>
                </a:lnTo>
                <a:lnTo>
                  <a:pt x="46228" y="74771"/>
                </a:lnTo>
                <a:lnTo>
                  <a:pt x="45720" y="76295"/>
                </a:lnTo>
                <a:lnTo>
                  <a:pt x="41148" y="79343"/>
                </a:lnTo>
                <a:lnTo>
                  <a:pt x="35052" y="82391"/>
                </a:lnTo>
                <a:lnTo>
                  <a:pt x="30480" y="83915"/>
                </a:lnTo>
                <a:close/>
              </a:path>
            </a:pathLst>
          </a:custGeom>
          <a:solidFill>
            <a:srgbClr val="465469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85660" y="745718"/>
            <a:ext cx="424180" cy="116205"/>
          </a:xfrm>
          <a:custGeom>
            <a:avLst/>
            <a:gdLst/>
            <a:ahLst/>
            <a:cxnLst/>
            <a:rect l="l" t="t" r="r" b="b"/>
            <a:pathLst>
              <a:path w="424180" h="116205">
                <a:moveTo>
                  <a:pt x="111353" y="9144"/>
                </a:moveTo>
                <a:lnTo>
                  <a:pt x="68580" y="9144"/>
                </a:lnTo>
                <a:lnTo>
                  <a:pt x="67056" y="4572"/>
                </a:lnTo>
                <a:lnTo>
                  <a:pt x="65532" y="1524"/>
                </a:lnTo>
                <a:lnTo>
                  <a:pt x="65532" y="0"/>
                </a:lnTo>
                <a:lnTo>
                  <a:pt x="45720" y="1524"/>
                </a:lnTo>
                <a:lnTo>
                  <a:pt x="47244" y="3048"/>
                </a:lnTo>
                <a:lnTo>
                  <a:pt x="47244" y="6096"/>
                </a:lnTo>
                <a:lnTo>
                  <a:pt x="48768" y="9144"/>
                </a:lnTo>
                <a:lnTo>
                  <a:pt x="4572" y="9144"/>
                </a:lnTo>
                <a:lnTo>
                  <a:pt x="4572" y="27432"/>
                </a:lnTo>
                <a:lnTo>
                  <a:pt x="19812" y="27432"/>
                </a:lnTo>
                <a:lnTo>
                  <a:pt x="19812" y="19812"/>
                </a:lnTo>
                <a:lnTo>
                  <a:pt x="96113" y="19812"/>
                </a:lnTo>
                <a:lnTo>
                  <a:pt x="96113" y="27432"/>
                </a:lnTo>
                <a:lnTo>
                  <a:pt x="111353" y="27432"/>
                </a:lnTo>
                <a:lnTo>
                  <a:pt x="111353" y="19812"/>
                </a:lnTo>
                <a:lnTo>
                  <a:pt x="111353" y="9144"/>
                </a:lnTo>
                <a:close/>
              </a:path>
              <a:path w="424180" h="116205">
                <a:moveTo>
                  <a:pt x="114401" y="28956"/>
                </a:moveTo>
                <a:lnTo>
                  <a:pt x="76200" y="28956"/>
                </a:lnTo>
                <a:lnTo>
                  <a:pt x="76200" y="41148"/>
                </a:lnTo>
                <a:lnTo>
                  <a:pt x="73152" y="44196"/>
                </a:lnTo>
                <a:lnTo>
                  <a:pt x="68580" y="47332"/>
                </a:lnTo>
                <a:lnTo>
                  <a:pt x="64008" y="50380"/>
                </a:lnTo>
                <a:lnTo>
                  <a:pt x="41148" y="45808"/>
                </a:lnTo>
                <a:lnTo>
                  <a:pt x="45720" y="41148"/>
                </a:lnTo>
                <a:lnTo>
                  <a:pt x="76200" y="41148"/>
                </a:lnTo>
                <a:lnTo>
                  <a:pt x="76200" y="28956"/>
                </a:lnTo>
                <a:lnTo>
                  <a:pt x="54864" y="28956"/>
                </a:lnTo>
                <a:lnTo>
                  <a:pt x="59436" y="24384"/>
                </a:lnTo>
                <a:lnTo>
                  <a:pt x="41148" y="21336"/>
                </a:lnTo>
                <a:lnTo>
                  <a:pt x="39624" y="24384"/>
                </a:lnTo>
                <a:lnTo>
                  <a:pt x="35052" y="28956"/>
                </a:lnTo>
                <a:lnTo>
                  <a:pt x="3048" y="28956"/>
                </a:lnTo>
                <a:lnTo>
                  <a:pt x="3048" y="41148"/>
                </a:lnTo>
                <a:lnTo>
                  <a:pt x="27432" y="41148"/>
                </a:lnTo>
                <a:lnTo>
                  <a:pt x="24384" y="44196"/>
                </a:lnTo>
                <a:lnTo>
                  <a:pt x="21336" y="47332"/>
                </a:lnTo>
                <a:lnTo>
                  <a:pt x="16764" y="51904"/>
                </a:lnTo>
                <a:lnTo>
                  <a:pt x="25908" y="53428"/>
                </a:lnTo>
                <a:lnTo>
                  <a:pt x="33528" y="54952"/>
                </a:lnTo>
                <a:lnTo>
                  <a:pt x="6096" y="59524"/>
                </a:lnTo>
                <a:lnTo>
                  <a:pt x="9144" y="64096"/>
                </a:lnTo>
                <a:lnTo>
                  <a:pt x="12192" y="73240"/>
                </a:lnTo>
                <a:lnTo>
                  <a:pt x="28460" y="70942"/>
                </a:lnTo>
                <a:lnTo>
                  <a:pt x="42862" y="68478"/>
                </a:lnTo>
                <a:lnTo>
                  <a:pt x="55270" y="65747"/>
                </a:lnTo>
                <a:lnTo>
                  <a:pt x="65532" y="62572"/>
                </a:lnTo>
                <a:lnTo>
                  <a:pt x="74676" y="64884"/>
                </a:lnTo>
                <a:lnTo>
                  <a:pt x="83832" y="67335"/>
                </a:lnTo>
                <a:lnTo>
                  <a:pt x="93002" y="70078"/>
                </a:lnTo>
                <a:lnTo>
                  <a:pt x="102209" y="73240"/>
                </a:lnTo>
                <a:lnTo>
                  <a:pt x="108127" y="62572"/>
                </a:lnTo>
                <a:lnTo>
                  <a:pt x="109829" y="59524"/>
                </a:lnTo>
                <a:lnTo>
                  <a:pt x="82296" y="53428"/>
                </a:lnTo>
                <a:lnTo>
                  <a:pt x="86868" y="50380"/>
                </a:lnTo>
                <a:lnTo>
                  <a:pt x="89916" y="45808"/>
                </a:lnTo>
                <a:lnTo>
                  <a:pt x="94589" y="41148"/>
                </a:lnTo>
                <a:lnTo>
                  <a:pt x="114401" y="41148"/>
                </a:lnTo>
                <a:lnTo>
                  <a:pt x="114401" y="28956"/>
                </a:lnTo>
                <a:close/>
              </a:path>
              <a:path w="424180" h="116205">
                <a:moveTo>
                  <a:pt x="117449" y="100672"/>
                </a:moveTo>
                <a:lnTo>
                  <a:pt x="105448" y="98348"/>
                </a:lnTo>
                <a:lnTo>
                  <a:pt x="94729" y="95719"/>
                </a:lnTo>
                <a:lnTo>
                  <a:pt x="91401" y="94576"/>
                </a:lnTo>
                <a:lnTo>
                  <a:pt x="85432" y="92532"/>
                </a:lnTo>
                <a:lnTo>
                  <a:pt x="77724" y="88480"/>
                </a:lnTo>
                <a:lnTo>
                  <a:pt x="114401" y="88480"/>
                </a:lnTo>
                <a:lnTo>
                  <a:pt x="114401" y="76288"/>
                </a:lnTo>
                <a:lnTo>
                  <a:pt x="65532" y="76288"/>
                </a:lnTo>
                <a:lnTo>
                  <a:pt x="65532" y="67144"/>
                </a:lnTo>
                <a:lnTo>
                  <a:pt x="50292" y="67144"/>
                </a:lnTo>
                <a:lnTo>
                  <a:pt x="50292" y="76288"/>
                </a:lnTo>
                <a:lnTo>
                  <a:pt x="3048" y="76288"/>
                </a:lnTo>
                <a:lnTo>
                  <a:pt x="3048" y="88480"/>
                </a:lnTo>
                <a:lnTo>
                  <a:pt x="38100" y="88480"/>
                </a:lnTo>
                <a:lnTo>
                  <a:pt x="29794" y="92748"/>
                </a:lnTo>
                <a:lnTo>
                  <a:pt x="20764" y="96291"/>
                </a:lnTo>
                <a:lnTo>
                  <a:pt x="10883" y="98983"/>
                </a:lnTo>
                <a:lnTo>
                  <a:pt x="0" y="100672"/>
                </a:lnTo>
                <a:lnTo>
                  <a:pt x="3048" y="105244"/>
                </a:lnTo>
                <a:lnTo>
                  <a:pt x="6096" y="114388"/>
                </a:lnTo>
                <a:lnTo>
                  <a:pt x="19215" y="110655"/>
                </a:lnTo>
                <a:lnTo>
                  <a:pt x="31051" y="106197"/>
                </a:lnTo>
                <a:lnTo>
                  <a:pt x="41452" y="100888"/>
                </a:lnTo>
                <a:lnTo>
                  <a:pt x="50292" y="94576"/>
                </a:lnTo>
                <a:lnTo>
                  <a:pt x="50292" y="115912"/>
                </a:lnTo>
                <a:lnTo>
                  <a:pt x="65532" y="115912"/>
                </a:lnTo>
                <a:lnTo>
                  <a:pt x="65532" y="94576"/>
                </a:lnTo>
                <a:lnTo>
                  <a:pt x="75006" y="100888"/>
                </a:lnTo>
                <a:lnTo>
                  <a:pt x="85356" y="106197"/>
                </a:lnTo>
                <a:lnTo>
                  <a:pt x="96862" y="110655"/>
                </a:lnTo>
                <a:lnTo>
                  <a:pt x="109829" y="114388"/>
                </a:lnTo>
                <a:lnTo>
                  <a:pt x="114401" y="105244"/>
                </a:lnTo>
                <a:lnTo>
                  <a:pt x="117449" y="100672"/>
                </a:lnTo>
                <a:close/>
              </a:path>
              <a:path w="424180" h="116205">
                <a:moveTo>
                  <a:pt x="160121" y="3048"/>
                </a:moveTo>
                <a:lnTo>
                  <a:pt x="146405" y="0"/>
                </a:lnTo>
                <a:lnTo>
                  <a:pt x="142684" y="13690"/>
                </a:lnTo>
                <a:lnTo>
                  <a:pt x="138328" y="27432"/>
                </a:lnTo>
                <a:lnTo>
                  <a:pt x="133540" y="40551"/>
                </a:lnTo>
                <a:lnTo>
                  <a:pt x="128117" y="53428"/>
                </a:lnTo>
                <a:lnTo>
                  <a:pt x="129641" y="62572"/>
                </a:lnTo>
                <a:lnTo>
                  <a:pt x="131165" y="70192"/>
                </a:lnTo>
                <a:lnTo>
                  <a:pt x="132689" y="74764"/>
                </a:lnTo>
                <a:lnTo>
                  <a:pt x="134213" y="70192"/>
                </a:lnTo>
                <a:lnTo>
                  <a:pt x="140309" y="61048"/>
                </a:lnTo>
                <a:lnTo>
                  <a:pt x="140309" y="114388"/>
                </a:lnTo>
                <a:lnTo>
                  <a:pt x="154025" y="114388"/>
                </a:lnTo>
                <a:lnTo>
                  <a:pt x="154025" y="61048"/>
                </a:lnTo>
                <a:lnTo>
                  <a:pt x="154025" y="25908"/>
                </a:lnTo>
                <a:lnTo>
                  <a:pt x="157073" y="10668"/>
                </a:lnTo>
                <a:lnTo>
                  <a:pt x="160121" y="3048"/>
                </a:lnTo>
                <a:close/>
              </a:path>
              <a:path w="424180" h="116205">
                <a:moveTo>
                  <a:pt x="201269" y="6096"/>
                </a:moveTo>
                <a:lnTo>
                  <a:pt x="160121" y="6096"/>
                </a:lnTo>
                <a:lnTo>
                  <a:pt x="160121" y="19812"/>
                </a:lnTo>
                <a:lnTo>
                  <a:pt x="167741" y="19812"/>
                </a:lnTo>
                <a:lnTo>
                  <a:pt x="165163" y="30975"/>
                </a:lnTo>
                <a:lnTo>
                  <a:pt x="162026" y="41579"/>
                </a:lnTo>
                <a:lnTo>
                  <a:pt x="158305" y="51612"/>
                </a:lnTo>
                <a:lnTo>
                  <a:pt x="154025" y="61048"/>
                </a:lnTo>
                <a:lnTo>
                  <a:pt x="157073" y="67144"/>
                </a:lnTo>
                <a:lnTo>
                  <a:pt x="160121" y="71716"/>
                </a:lnTo>
                <a:lnTo>
                  <a:pt x="161645" y="76288"/>
                </a:lnTo>
                <a:lnTo>
                  <a:pt x="164693" y="70192"/>
                </a:lnTo>
                <a:lnTo>
                  <a:pt x="166217" y="68668"/>
                </a:lnTo>
                <a:lnTo>
                  <a:pt x="170789" y="71716"/>
                </a:lnTo>
                <a:lnTo>
                  <a:pt x="173837" y="74764"/>
                </a:lnTo>
                <a:lnTo>
                  <a:pt x="176885" y="79336"/>
                </a:lnTo>
                <a:lnTo>
                  <a:pt x="172897" y="86156"/>
                </a:lnTo>
                <a:lnTo>
                  <a:pt x="167932" y="92671"/>
                </a:lnTo>
                <a:lnTo>
                  <a:pt x="162090" y="98628"/>
                </a:lnTo>
                <a:lnTo>
                  <a:pt x="155549" y="103720"/>
                </a:lnTo>
                <a:lnTo>
                  <a:pt x="163169" y="111340"/>
                </a:lnTo>
                <a:lnTo>
                  <a:pt x="166217" y="115912"/>
                </a:lnTo>
                <a:lnTo>
                  <a:pt x="181089" y="101320"/>
                </a:lnTo>
                <a:lnTo>
                  <a:pt x="191554" y="82575"/>
                </a:lnTo>
                <a:lnTo>
                  <a:pt x="195262" y="68668"/>
                </a:lnTo>
                <a:lnTo>
                  <a:pt x="196481" y="64096"/>
                </a:lnTo>
                <a:lnTo>
                  <a:pt x="197713" y="59512"/>
                </a:lnTo>
                <a:lnTo>
                  <a:pt x="197827" y="58000"/>
                </a:lnTo>
                <a:lnTo>
                  <a:pt x="197942" y="56476"/>
                </a:lnTo>
                <a:lnTo>
                  <a:pt x="198716" y="45808"/>
                </a:lnTo>
                <a:lnTo>
                  <a:pt x="199745" y="32004"/>
                </a:lnTo>
                <a:lnTo>
                  <a:pt x="186029" y="32004"/>
                </a:lnTo>
                <a:lnTo>
                  <a:pt x="186029" y="45808"/>
                </a:lnTo>
                <a:lnTo>
                  <a:pt x="186029" y="51904"/>
                </a:lnTo>
                <a:lnTo>
                  <a:pt x="182981" y="64096"/>
                </a:lnTo>
                <a:lnTo>
                  <a:pt x="179933" y="61048"/>
                </a:lnTo>
                <a:lnTo>
                  <a:pt x="175361" y="58000"/>
                </a:lnTo>
                <a:lnTo>
                  <a:pt x="172313" y="56476"/>
                </a:lnTo>
                <a:lnTo>
                  <a:pt x="173837" y="51904"/>
                </a:lnTo>
                <a:lnTo>
                  <a:pt x="175361" y="48856"/>
                </a:lnTo>
                <a:lnTo>
                  <a:pt x="175361" y="45808"/>
                </a:lnTo>
                <a:lnTo>
                  <a:pt x="186029" y="45808"/>
                </a:lnTo>
                <a:lnTo>
                  <a:pt x="186029" y="32004"/>
                </a:lnTo>
                <a:lnTo>
                  <a:pt x="179933" y="32004"/>
                </a:lnTo>
                <a:lnTo>
                  <a:pt x="180022" y="27254"/>
                </a:lnTo>
                <a:lnTo>
                  <a:pt x="181457" y="24384"/>
                </a:lnTo>
                <a:lnTo>
                  <a:pt x="181457" y="19812"/>
                </a:lnTo>
                <a:lnTo>
                  <a:pt x="201269" y="19812"/>
                </a:lnTo>
                <a:lnTo>
                  <a:pt x="201269" y="6096"/>
                </a:lnTo>
                <a:close/>
              </a:path>
              <a:path w="424180" h="116205">
                <a:moveTo>
                  <a:pt x="218033" y="10668"/>
                </a:moveTo>
                <a:lnTo>
                  <a:pt x="205841" y="10668"/>
                </a:lnTo>
                <a:lnTo>
                  <a:pt x="205841" y="88480"/>
                </a:lnTo>
                <a:lnTo>
                  <a:pt x="218033" y="88480"/>
                </a:lnTo>
                <a:lnTo>
                  <a:pt x="218033" y="10668"/>
                </a:lnTo>
                <a:close/>
              </a:path>
              <a:path w="424180" h="116205">
                <a:moveTo>
                  <a:pt x="240982" y="1524"/>
                </a:moveTo>
                <a:lnTo>
                  <a:pt x="225653" y="1524"/>
                </a:lnTo>
                <a:lnTo>
                  <a:pt x="225653" y="96100"/>
                </a:lnTo>
                <a:lnTo>
                  <a:pt x="224129" y="97624"/>
                </a:lnTo>
                <a:lnTo>
                  <a:pt x="205841" y="97624"/>
                </a:lnTo>
                <a:lnTo>
                  <a:pt x="208889" y="109816"/>
                </a:lnTo>
                <a:lnTo>
                  <a:pt x="208889" y="114388"/>
                </a:lnTo>
                <a:lnTo>
                  <a:pt x="227177" y="114388"/>
                </a:lnTo>
                <a:lnTo>
                  <a:pt x="231838" y="112864"/>
                </a:lnTo>
                <a:lnTo>
                  <a:pt x="234886" y="111340"/>
                </a:lnTo>
                <a:lnTo>
                  <a:pt x="236410" y="108292"/>
                </a:lnTo>
                <a:lnTo>
                  <a:pt x="239458" y="105244"/>
                </a:lnTo>
                <a:lnTo>
                  <a:pt x="240982" y="102196"/>
                </a:lnTo>
                <a:lnTo>
                  <a:pt x="240982" y="1524"/>
                </a:lnTo>
                <a:close/>
              </a:path>
              <a:path w="424180" h="116205">
                <a:moveTo>
                  <a:pt x="358330" y="48856"/>
                </a:moveTo>
                <a:lnTo>
                  <a:pt x="271462" y="48856"/>
                </a:lnTo>
                <a:lnTo>
                  <a:pt x="271462" y="65620"/>
                </a:lnTo>
                <a:lnTo>
                  <a:pt x="358330" y="65620"/>
                </a:lnTo>
                <a:lnTo>
                  <a:pt x="358330" y="48856"/>
                </a:lnTo>
                <a:close/>
              </a:path>
              <a:path w="424180" h="116205">
                <a:moveTo>
                  <a:pt x="364426" y="9144"/>
                </a:moveTo>
                <a:lnTo>
                  <a:pt x="265366" y="9144"/>
                </a:lnTo>
                <a:lnTo>
                  <a:pt x="265366" y="27432"/>
                </a:lnTo>
                <a:lnTo>
                  <a:pt x="364426" y="27432"/>
                </a:lnTo>
                <a:lnTo>
                  <a:pt x="364426" y="9144"/>
                </a:lnTo>
                <a:close/>
              </a:path>
              <a:path w="424180" h="116205">
                <a:moveTo>
                  <a:pt x="372046" y="91528"/>
                </a:moveTo>
                <a:lnTo>
                  <a:pt x="259270" y="91528"/>
                </a:lnTo>
                <a:lnTo>
                  <a:pt x="259270" y="108292"/>
                </a:lnTo>
                <a:lnTo>
                  <a:pt x="372046" y="108292"/>
                </a:lnTo>
                <a:lnTo>
                  <a:pt x="372046" y="91528"/>
                </a:lnTo>
                <a:close/>
              </a:path>
              <a:path w="424180" h="116205">
                <a:moveTo>
                  <a:pt x="423951" y="86956"/>
                </a:moveTo>
                <a:lnTo>
                  <a:pt x="420903" y="85432"/>
                </a:lnTo>
                <a:lnTo>
                  <a:pt x="419379" y="82384"/>
                </a:lnTo>
                <a:lnTo>
                  <a:pt x="408711" y="82384"/>
                </a:lnTo>
                <a:lnTo>
                  <a:pt x="402615" y="88480"/>
                </a:lnTo>
                <a:lnTo>
                  <a:pt x="402615" y="94576"/>
                </a:lnTo>
                <a:lnTo>
                  <a:pt x="404139" y="96100"/>
                </a:lnTo>
                <a:lnTo>
                  <a:pt x="405663" y="99148"/>
                </a:lnTo>
                <a:lnTo>
                  <a:pt x="408711" y="100672"/>
                </a:lnTo>
                <a:lnTo>
                  <a:pt x="410235" y="102196"/>
                </a:lnTo>
                <a:lnTo>
                  <a:pt x="416331" y="102196"/>
                </a:lnTo>
                <a:lnTo>
                  <a:pt x="419379" y="100672"/>
                </a:lnTo>
                <a:lnTo>
                  <a:pt x="423951" y="96100"/>
                </a:lnTo>
                <a:lnTo>
                  <a:pt x="423951" y="86956"/>
                </a:lnTo>
                <a:close/>
              </a:path>
              <a:path w="424180" h="116205">
                <a:moveTo>
                  <a:pt x="423951" y="38100"/>
                </a:moveTo>
                <a:lnTo>
                  <a:pt x="420903" y="36576"/>
                </a:lnTo>
                <a:lnTo>
                  <a:pt x="419379" y="35052"/>
                </a:lnTo>
                <a:lnTo>
                  <a:pt x="416331" y="33528"/>
                </a:lnTo>
                <a:lnTo>
                  <a:pt x="410235" y="33528"/>
                </a:lnTo>
                <a:lnTo>
                  <a:pt x="408711" y="35052"/>
                </a:lnTo>
                <a:lnTo>
                  <a:pt x="405663" y="36576"/>
                </a:lnTo>
                <a:lnTo>
                  <a:pt x="404139" y="39624"/>
                </a:lnTo>
                <a:lnTo>
                  <a:pt x="402615" y="41148"/>
                </a:lnTo>
                <a:lnTo>
                  <a:pt x="402615" y="47332"/>
                </a:lnTo>
                <a:lnTo>
                  <a:pt x="408711" y="53428"/>
                </a:lnTo>
                <a:lnTo>
                  <a:pt x="419379" y="53428"/>
                </a:lnTo>
                <a:lnTo>
                  <a:pt x="420903" y="50380"/>
                </a:lnTo>
                <a:lnTo>
                  <a:pt x="423951" y="48856"/>
                </a:lnTo>
                <a:lnTo>
                  <a:pt x="423951" y="38100"/>
                </a:lnTo>
                <a:close/>
              </a:path>
            </a:pathLst>
          </a:custGeom>
          <a:solidFill>
            <a:srgbClr val="05956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732" y="745712"/>
            <a:ext cx="1479232" cy="117443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541197" y="988313"/>
            <a:ext cx="1726564" cy="285750"/>
          </a:xfrm>
          <a:custGeom>
            <a:avLst/>
            <a:gdLst/>
            <a:ahLst/>
            <a:cxnLst/>
            <a:rect l="l" t="t" r="r" b="b"/>
            <a:pathLst>
              <a:path w="1726564" h="285750">
                <a:moveTo>
                  <a:pt x="97637" y="120497"/>
                </a:moveTo>
                <a:lnTo>
                  <a:pt x="70116" y="126593"/>
                </a:lnTo>
                <a:lnTo>
                  <a:pt x="70116" y="82397"/>
                </a:lnTo>
                <a:lnTo>
                  <a:pt x="96113" y="82397"/>
                </a:lnTo>
                <a:lnTo>
                  <a:pt x="96113" y="47244"/>
                </a:lnTo>
                <a:lnTo>
                  <a:pt x="70116" y="47244"/>
                </a:lnTo>
                <a:lnTo>
                  <a:pt x="70116" y="1524"/>
                </a:lnTo>
                <a:lnTo>
                  <a:pt x="33540" y="1524"/>
                </a:lnTo>
                <a:lnTo>
                  <a:pt x="33540" y="47244"/>
                </a:lnTo>
                <a:lnTo>
                  <a:pt x="1536" y="47244"/>
                </a:lnTo>
                <a:lnTo>
                  <a:pt x="1536" y="82397"/>
                </a:lnTo>
                <a:lnTo>
                  <a:pt x="33540" y="82397"/>
                </a:lnTo>
                <a:lnTo>
                  <a:pt x="33540" y="135737"/>
                </a:lnTo>
                <a:lnTo>
                  <a:pt x="16205" y="140119"/>
                </a:lnTo>
                <a:lnTo>
                  <a:pt x="8026" y="141947"/>
                </a:lnTo>
                <a:lnTo>
                  <a:pt x="0" y="143357"/>
                </a:lnTo>
                <a:lnTo>
                  <a:pt x="4584" y="186118"/>
                </a:lnTo>
                <a:lnTo>
                  <a:pt x="33540" y="176974"/>
                </a:lnTo>
                <a:lnTo>
                  <a:pt x="33540" y="239458"/>
                </a:lnTo>
                <a:lnTo>
                  <a:pt x="30492" y="242506"/>
                </a:lnTo>
                <a:lnTo>
                  <a:pt x="27444" y="242506"/>
                </a:lnTo>
                <a:lnTo>
                  <a:pt x="22872" y="244030"/>
                </a:lnTo>
                <a:lnTo>
                  <a:pt x="4584" y="244030"/>
                </a:lnTo>
                <a:lnTo>
                  <a:pt x="5956" y="253199"/>
                </a:lnTo>
                <a:lnTo>
                  <a:pt x="9296" y="271551"/>
                </a:lnTo>
                <a:lnTo>
                  <a:pt x="10680" y="280708"/>
                </a:lnTo>
                <a:lnTo>
                  <a:pt x="21513" y="280466"/>
                </a:lnTo>
                <a:lnTo>
                  <a:pt x="39179" y="279425"/>
                </a:lnTo>
                <a:lnTo>
                  <a:pt x="45732" y="279184"/>
                </a:lnTo>
                <a:lnTo>
                  <a:pt x="53352" y="277660"/>
                </a:lnTo>
                <a:lnTo>
                  <a:pt x="59448" y="274612"/>
                </a:lnTo>
                <a:lnTo>
                  <a:pt x="62496" y="268516"/>
                </a:lnTo>
                <a:lnTo>
                  <a:pt x="67068" y="263842"/>
                </a:lnTo>
                <a:lnTo>
                  <a:pt x="70116" y="254698"/>
                </a:lnTo>
                <a:lnTo>
                  <a:pt x="70116" y="176974"/>
                </a:lnTo>
                <a:lnTo>
                  <a:pt x="70116" y="166217"/>
                </a:lnTo>
                <a:lnTo>
                  <a:pt x="88480" y="160693"/>
                </a:lnTo>
                <a:lnTo>
                  <a:pt x="94208" y="159143"/>
                </a:lnTo>
                <a:lnTo>
                  <a:pt x="97637" y="158597"/>
                </a:lnTo>
                <a:lnTo>
                  <a:pt x="97637" y="126593"/>
                </a:lnTo>
                <a:lnTo>
                  <a:pt x="97637" y="120497"/>
                </a:lnTo>
                <a:close/>
              </a:path>
              <a:path w="1726564" h="285750">
                <a:moveTo>
                  <a:pt x="271475" y="132689"/>
                </a:moveTo>
                <a:lnTo>
                  <a:pt x="233375" y="132689"/>
                </a:lnTo>
                <a:lnTo>
                  <a:pt x="233375" y="164693"/>
                </a:lnTo>
                <a:lnTo>
                  <a:pt x="233375" y="184594"/>
                </a:lnTo>
                <a:lnTo>
                  <a:pt x="233375" y="215074"/>
                </a:lnTo>
                <a:lnTo>
                  <a:pt x="233375" y="234886"/>
                </a:lnTo>
                <a:lnTo>
                  <a:pt x="146405" y="234886"/>
                </a:lnTo>
                <a:lnTo>
                  <a:pt x="146405" y="215074"/>
                </a:lnTo>
                <a:lnTo>
                  <a:pt x="233375" y="215074"/>
                </a:lnTo>
                <a:lnTo>
                  <a:pt x="233375" y="184594"/>
                </a:lnTo>
                <a:lnTo>
                  <a:pt x="146405" y="184594"/>
                </a:lnTo>
                <a:lnTo>
                  <a:pt x="146405" y="164693"/>
                </a:lnTo>
                <a:lnTo>
                  <a:pt x="233375" y="164693"/>
                </a:lnTo>
                <a:lnTo>
                  <a:pt x="233375" y="132689"/>
                </a:lnTo>
                <a:lnTo>
                  <a:pt x="108305" y="132689"/>
                </a:lnTo>
                <a:lnTo>
                  <a:pt x="108305" y="282232"/>
                </a:lnTo>
                <a:lnTo>
                  <a:pt x="146405" y="282232"/>
                </a:lnTo>
                <a:lnTo>
                  <a:pt x="146405" y="266890"/>
                </a:lnTo>
                <a:lnTo>
                  <a:pt x="233375" y="266890"/>
                </a:lnTo>
                <a:lnTo>
                  <a:pt x="233375" y="280708"/>
                </a:lnTo>
                <a:lnTo>
                  <a:pt x="271475" y="280708"/>
                </a:lnTo>
                <a:lnTo>
                  <a:pt x="271475" y="266890"/>
                </a:lnTo>
                <a:lnTo>
                  <a:pt x="271475" y="234886"/>
                </a:lnTo>
                <a:lnTo>
                  <a:pt x="271475" y="215074"/>
                </a:lnTo>
                <a:lnTo>
                  <a:pt x="271475" y="184594"/>
                </a:lnTo>
                <a:lnTo>
                  <a:pt x="271475" y="164693"/>
                </a:lnTo>
                <a:lnTo>
                  <a:pt x="271475" y="132689"/>
                </a:lnTo>
                <a:close/>
              </a:path>
              <a:path w="1726564" h="285750">
                <a:moveTo>
                  <a:pt x="283667" y="62484"/>
                </a:moveTo>
                <a:lnTo>
                  <a:pt x="274523" y="59918"/>
                </a:lnTo>
                <a:lnTo>
                  <a:pt x="265379" y="56769"/>
                </a:lnTo>
                <a:lnTo>
                  <a:pt x="256235" y="53060"/>
                </a:lnTo>
                <a:lnTo>
                  <a:pt x="247091" y="48768"/>
                </a:lnTo>
                <a:lnTo>
                  <a:pt x="246799" y="56464"/>
                </a:lnTo>
                <a:lnTo>
                  <a:pt x="246761" y="56769"/>
                </a:lnTo>
                <a:lnTo>
                  <a:pt x="245948" y="63436"/>
                </a:lnTo>
                <a:lnTo>
                  <a:pt x="244513" y="69557"/>
                </a:lnTo>
                <a:lnTo>
                  <a:pt x="242506" y="74676"/>
                </a:lnTo>
                <a:lnTo>
                  <a:pt x="240982" y="79248"/>
                </a:lnTo>
                <a:lnTo>
                  <a:pt x="234899" y="82397"/>
                </a:lnTo>
                <a:lnTo>
                  <a:pt x="149453" y="82397"/>
                </a:lnTo>
                <a:lnTo>
                  <a:pt x="143357" y="77724"/>
                </a:lnTo>
                <a:lnTo>
                  <a:pt x="143357" y="64008"/>
                </a:lnTo>
                <a:lnTo>
                  <a:pt x="180213" y="59156"/>
                </a:lnTo>
                <a:lnTo>
                  <a:pt x="215226" y="53721"/>
                </a:lnTo>
                <a:lnTo>
                  <a:pt x="248234" y="47726"/>
                </a:lnTo>
                <a:lnTo>
                  <a:pt x="279082" y="41148"/>
                </a:lnTo>
                <a:lnTo>
                  <a:pt x="275767" y="32004"/>
                </a:lnTo>
                <a:lnTo>
                  <a:pt x="266903" y="7620"/>
                </a:lnTo>
                <a:lnTo>
                  <a:pt x="236016" y="15290"/>
                </a:lnTo>
                <a:lnTo>
                  <a:pt x="205130" y="22098"/>
                </a:lnTo>
                <a:lnTo>
                  <a:pt x="174231" y="27774"/>
                </a:lnTo>
                <a:lnTo>
                  <a:pt x="143357" y="32004"/>
                </a:lnTo>
                <a:lnTo>
                  <a:pt x="143357" y="3048"/>
                </a:lnTo>
                <a:lnTo>
                  <a:pt x="105257" y="3048"/>
                </a:lnTo>
                <a:lnTo>
                  <a:pt x="105257" y="73152"/>
                </a:lnTo>
                <a:lnTo>
                  <a:pt x="108064" y="92100"/>
                </a:lnTo>
                <a:lnTo>
                  <a:pt x="116306" y="105435"/>
                </a:lnTo>
                <a:lnTo>
                  <a:pt x="129692" y="113334"/>
                </a:lnTo>
                <a:lnTo>
                  <a:pt x="147929" y="115925"/>
                </a:lnTo>
                <a:lnTo>
                  <a:pt x="234899" y="115925"/>
                </a:lnTo>
                <a:lnTo>
                  <a:pt x="274904" y="93433"/>
                </a:lnTo>
                <a:lnTo>
                  <a:pt x="279704" y="79971"/>
                </a:lnTo>
                <a:lnTo>
                  <a:pt x="283667" y="62484"/>
                </a:lnTo>
                <a:close/>
              </a:path>
              <a:path w="1726564" h="285750">
                <a:moveTo>
                  <a:pt x="465112" y="115925"/>
                </a:moveTo>
                <a:lnTo>
                  <a:pt x="456831" y="105613"/>
                </a:lnTo>
                <a:lnTo>
                  <a:pt x="447967" y="95148"/>
                </a:lnTo>
                <a:lnTo>
                  <a:pt x="438543" y="84378"/>
                </a:lnTo>
                <a:lnTo>
                  <a:pt x="428536" y="73152"/>
                </a:lnTo>
                <a:lnTo>
                  <a:pt x="398056" y="94589"/>
                </a:lnTo>
                <a:lnTo>
                  <a:pt x="407797" y="105968"/>
                </a:lnTo>
                <a:lnTo>
                  <a:pt x="416534" y="117068"/>
                </a:lnTo>
                <a:lnTo>
                  <a:pt x="424421" y="127596"/>
                </a:lnTo>
                <a:lnTo>
                  <a:pt x="431584" y="137261"/>
                </a:lnTo>
                <a:lnTo>
                  <a:pt x="465112" y="115925"/>
                </a:lnTo>
                <a:close/>
              </a:path>
              <a:path w="1726564" h="285750">
                <a:moveTo>
                  <a:pt x="553605" y="138785"/>
                </a:moveTo>
                <a:lnTo>
                  <a:pt x="317195" y="138785"/>
                </a:lnTo>
                <a:lnTo>
                  <a:pt x="317195" y="175450"/>
                </a:lnTo>
                <a:lnTo>
                  <a:pt x="494169" y="175450"/>
                </a:lnTo>
                <a:lnTo>
                  <a:pt x="481799" y="185153"/>
                </a:lnTo>
                <a:lnTo>
                  <a:pt x="467601" y="195834"/>
                </a:lnTo>
                <a:lnTo>
                  <a:pt x="451421" y="207391"/>
                </a:lnTo>
                <a:lnTo>
                  <a:pt x="433108" y="219646"/>
                </a:lnTo>
                <a:lnTo>
                  <a:pt x="411988" y="210553"/>
                </a:lnTo>
                <a:lnTo>
                  <a:pt x="356908" y="186118"/>
                </a:lnTo>
                <a:lnTo>
                  <a:pt x="337007" y="215074"/>
                </a:lnTo>
                <a:lnTo>
                  <a:pt x="363016" y="227317"/>
                </a:lnTo>
                <a:lnTo>
                  <a:pt x="394995" y="243281"/>
                </a:lnTo>
                <a:lnTo>
                  <a:pt x="475780" y="285280"/>
                </a:lnTo>
                <a:lnTo>
                  <a:pt x="501789" y="250126"/>
                </a:lnTo>
                <a:lnTo>
                  <a:pt x="494919" y="247827"/>
                </a:lnTo>
                <a:lnTo>
                  <a:pt x="488061" y="245364"/>
                </a:lnTo>
                <a:lnTo>
                  <a:pt x="481164" y="242633"/>
                </a:lnTo>
                <a:lnTo>
                  <a:pt x="474256" y="239458"/>
                </a:lnTo>
                <a:lnTo>
                  <a:pt x="493128" y="225171"/>
                </a:lnTo>
                <a:lnTo>
                  <a:pt x="500176" y="219646"/>
                </a:lnTo>
                <a:lnTo>
                  <a:pt x="512826" y="209740"/>
                </a:lnTo>
                <a:lnTo>
                  <a:pt x="533069" y="193167"/>
                </a:lnTo>
                <a:lnTo>
                  <a:pt x="553605" y="175450"/>
                </a:lnTo>
                <a:lnTo>
                  <a:pt x="553605" y="138785"/>
                </a:lnTo>
                <a:close/>
              </a:path>
              <a:path w="1726564" h="285750">
                <a:moveTo>
                  <a:pt x="576465" y="93065"/>
                </a:moveTo>
                <a:lnTo>
                  <a:pt x="541616" y="77584"/>
                </a:lnTo>
                <a:lnTo>
                  <a:pt x="510349" y="58686"/>
                </a:lnTo>
                <a:lnTo>
                  <a:pt x="486765" y="39624"/>
                </a:lnTo>
                <a:lnTo>
                  <a:pt x="482765" y="36398"/>
                </a:lnTo>
                <a:lnTo>
                  <a:pt x="459016" y="10668"/>
                </a:lnTo>
                <a:lnTo>
                  <a:pt x="466636" y="1524"/>
                </a:lnTo>
                <a:lnTo>
                  <a:pt x="416344" y="1524"/>
                </a:lnTo>
                <a:lnTo>
                  <a:pt x="391464" y="31292"/>
                </a:lnTo>
                <a:lnTo>
                  <a:pt x="362572" y="56781"/>
                </a:lnTo>
                <a:lnTo>
                  <a:pt x="329679" y="78295"/>
                </a:lnTo>
                <a:lnTo>
                  <a:pt x="292811" y="96113"/>
                </a:lnTo>
                <a:lnTo>
                  <a:pt x="298754" y="103517"/>
                </a:lnTo>
                <a:lnTo>
                  <a:pt x="305003" y="111925"/>
                </a:lnTo>
                <a:lnTo>
                  <a:pt x="311238" y="121183"/>
                </a:lnTo>
                <a:lnTo>
                  <a:pt x="317195" y="131165"/>
                </a:lnTo>
                <a:lnTo>
                  <a:pt x="352933" y="110858"/>
                </a:lnTo>
                <a:lnTo>
                  <a:pt x="384517" y="88823"/>
                </a:lnTo>
                <a:lnTo>
                  <a:pt x="411797" y="65074"/>
                </a:lnTo>
                <a:lnTo>
                  <a:pt x="434632" y="39624"/>
                </a:lnTo>
                <a:lnTo>
                  <a:pt x="458965" y="66535"/>
                </a:lnTo>
                <a:lnTo>
                  <a:pt x="486308" y="90157"/>
                </a:lnTo>
                <a:lnTo>
                  <a:pt x="516788" y="110642"/>
                </a:lnTo>
                <a:lnTo>
                  <a:pt x="550557" y="128117"/>
                </a:lnTo>
                <a:lnTo>
                  <a:pt x="558025" y="118135"/>
                </a:lnTo>
                <a:lnTo>
                  <a:pt x="570699" y="100469"/>
                </a:lnTo>
                <a:lnTo>
                  <a:pt x="576465" y="93065"/>
                </a:lnTo>
                <a:close/>
              </a:path>
              <a:path w="1726564" h="285750">
                <a:moveTo>
                  <a:pt x="651230" y="150977"/>
                </a:moveTo>
                <a:lnTo>
                  <a:pt x="605421" y="117449"/>
                </a:lnTo>
                <a:lnTo>
                  <a:pt x="584085" y="144881"/>
                </a:lnTo>
                <a:lnTo>
                  <a:pt x="604088" y="162039"/>
                </a:lnTo>
                <a:lnTo>
                  <a:pt x="614768" y="171500"/>
                </a:lnTo>
                <a:lnTo>
                  <a:pt x="625322" y="181546"/>
                </a:lnTo>
                <a:lnTo>
                  <a:pt x="651230" y="150977"/>
                </a:lnTo>
                <a:close/>
              </a:path>
              <a:path w="1726564" h="285750">
                <a:moveTo>
                  <a:pt x="667994" y="192214"/>
                </a:moveTo>
                <a:lnTo>
                  <a:pt x="632942" y="176974"/>
                </a:lnTo>
                <a:lnTo>
                  <a:pt x="632828" y="177317"/>
                </a:lnTo>
                <a:lnTo>
                  <a:pt x="625995" y="198107"/>
                </a:lnTo>
                <a:lnTo>
                  <a:pt x="618604" y="220218"/>
                </a:lnTo>
                <a:lnTo>
                  <a:pt x="610362" y="243205"/>
                </a:lnTo>
                <a:lnTo>
                  <a:pt x="600849" y="266890"/>
                </a:lnTo>
                <a:lnTo>
                  <a:pt x="610908" y="270637"/>
                </a:lnTo>
                <a:lnTo>
                  <a:pt x="620699" y="274789"/>
                </a:lnTo>
                <a:lnTo>
                  <a:pt x="640562" y="283756"/>
                </a:lnTo>
                <a:lnTo>
                  <a:pt x="649135" y="253123"/>
                </a:lnTo>
                <a:lnTo>
                  <a:pt x="656564" y="227660"/>
                </a:lnTo>
                <a:lnTo>
                  <a:pt x="662851" y="207365"/>
                </a:lnTo>
                <a:lnTo>
                  <a:pt x="667994" y="192214"/>
                </a:lnTo>
                <a:close/>
              </a:path>
              <a:path w="1726564" h="285750">
                <a:moveTo>
                  <a:pt x="675614" y="102209"/>
                </a:moveTo>
                <a:lnTo>
                  <a:pt x="667613" y="95897"/>
                </a:lnTo>
                <a:lnTo>
                  <a:pt x="657326" y="88290"/>
                </a:lnTo>
                <a:lnTo>
                  <a:pt x="629894" y="68580"/>
                </a:lnTo>
                <a:lnTo>
                  <a:pt x="606945" y="96113"/>
                </a:lnTo>
                <a:lnTo>
                  <a:pt x="619899" y="105232"/>
                </a:lnTo>
                <a:lnTo>
                  <a:pt x="631405" y="114211"/>
                </a:lnTo>
                <a:lnTo>
                  <a:pt x="641756" y="122897"/>
                </a:lnTo>
                <a:lnTo>
                  <a:pt x="651230" y="131165"/>
                </a:lnTo>
                <a:lnTo>
                  <a:pt x="675614" y="102209"/>
                </a:lnTo>
                <a:close/>
              </a:path>
              <a:path w="1726564" h="285750">
                <a:moveTo>
                  <a:pt x="867740" y="22860"/>
                </a:moveTo>
                <a:lnTo>
                  <a:pt x="797636" y="22860"/>
                </a:lnTo>
                <a:lnTo>
                  <a:pt x="797636" y="1524"/>
                </a:lnTo>
                <a:lnTo>
                  <a:pt x="758012" y="1524"/>
                </a:lnTo>
                <a:lnTo>
                  <a:pt x="758012" y="22860"/>
                </a:lnTo>
                <a:lnTo>
                  <a:pt x="695426" y="22860"/>
                </a:lnTo>
                <a:lnTo>
                  <a:pt x="695426" y="1524"/>
                </a:lnTo>
                <a:lnTo>
                  <a:pt x="655802" y="1524"/>
                </a:lnTo>
                <a:lnTo>
                  <a:pt x="655802" y="22860"/>
                </a:lnTo>
                <a:lnTo>
                  <a:pt x="585609" y="22860"/>
                </a:lnTo>
                <a:lnTo>
                  <a:pt x="585609" y="57912"/>
                </a:lnTo>
                <a:lnTo>
                  <a:pt x="655802" y="57912"/>
                </a:lnTo>
                <a:lnTo>
                  <a:pt x="655802" y="76200"/>
                </a:lnTo>
                <a:lnTo>
                  <a:pt x="695426" y="76200"/>
                </a:lnTo>
                <a:lnTo>
                  <a:pt x="695426" y="57912"/>
                </a:lnTo>
                <a:lnTo>
                  <a:pt x="758012" y="57912"/>
                </a:lnTo>
                <a:lnTo>
                  <a:pt x="758012" y="76200"/>
                </a:lnTo>
                <a:lnTo>
                  <a:pt x="797636" y="76200"/>
                </a:lnTo>
                <a:lnTo>
                  <a:pt x="797636" y="57912"/>
                </a:lnTo>
                <a:lnTo>
                  <a:pt x="867740" y="57912"/>
                </a:lnTo>
                <a:lnTo>
                  <a:pt x="867740" y="22860"/>
                </a:lnTo>
                <a:close/>
              </a:path>
              <a:path w="1726564" h="285750">
                <a:moveTo>
                  <a:pt x="867752" y="207365"/>
                </a:moveTo>
                <a:lnTo>
                  <a:pt x="867460" y="207365"/>
                </a:lnTo>
                <a:lnTo>
                  <a:pt x="860044" y="204863"/>
                </a:lnTo>
                <a:lnTo>
                  <a:pt x="850785" y="201549"/>
                </a:lnTo>
                <a:lnTo>
                  <a:pt x="840092" y="197383"/>
                </a:lnTo>
                <a:lnTo>
                  <a:pt x="828116" y="192214"/>
                </a:lnTo>
                <a:lnTo>
                  <a:pt x="826922" y="204025"/>
                </a:lnTo>
                <a:lnTo>
                  <a:pt x="806780" y="237934"/>
                </a:lnTo>
                <a:lnTo>
                  <a:pt x="744194" y="237934"/>
                </a:lnTo>
                <a:lnTo>
                  <a:pt x="722858" y="125069"/>
                </a:lnTo>
                <a:lnTo>
                  <a:pt x="796112" y="125069"/>
                </a:lnTo>
                <a:lnTo>
                  <a:pt x="795997" y="131165"/>
                </a:lnTo>
                <a:lnTo>
                  <a:pt x="795820" y="141592"/>
                </a:lnTo>
                <a:lnTo>
                  <a:pt x="783920" y="172313"/>
                </a:lnTo>
                <a:lnTo>
                  <a:pt x="774776" y="172313"/>
                </a:lnTo>
                <a:lnTo>
                  <a:pt x="768464" y="172072"/>
                </a:lnTo>
                <a:lnTo>
                  <a:pt x="759904" y="171500"/>
                </a:lnTo>
                <a:lnTo>
                  <a:pt x="751801" y="171030"/>
                </a:lnTo>
                <a:lnTo>
                  <a:pt x="741146" y="170789"/>
                </a:lnTo>
                <a:lnTo>
                  <a:pt x="741210" y="171030"/>
                </a:lnTo>
                <a:lnTo>
                  <a:pt x="741337" y="171500"/>
                </a:lnTo>
                <a:lnTo>
                  <a:pt x="743432" y="179374"/>
                </a:lnTo>
                <a:lnTo>
                  <a:pt x="745718" y="188785"/>
                </a:lnTo>
                <a:lnTo>
                  <a:pt x="748004" y="198742"/>
                </a:lnTo>
                <a:lnTo>
                  <a:pt x="750290" y="208978"/>
                </a:lnTo>
                <a:lnTo>
                  <a:pt x="795693" y="207365"/>
                </a:lnTo>
                <a:lnTo>
                  <a:pt x="794092" y="207365"/>
                </a:lnTo>
                <a:lnTo>
                  <a:pt x="802538" y="206603"/>
                </a:lnTo>
                <a:lnTo>
                  <a:pt x="810590" y="204025"/>
                </a:lnTo>
                <a:lnTo>
                  <a:pt x="830656" y="176974"/>
                </a:lnTo>
                <a:lnTo>
                  <a:pt x="831608" y="172313"/>
                </a:lnTo>
                <a:lnTo>
                  <a:pt x="831646" y="172072"/>
                </a:lnTo>
                <a:lnTo>
                  <a:pt x="831773" y="171500"/>
                </a:lnTo>
                <a:lnTo>
                  <a:pt x="831862" y="171030"/>
                </a:lnTo>
                <a:lnTo>
                  <a:pt x="834898" y="125069"/>
                </a:lnTo>
                <a:lnTo>
                  <a:pt x="834948" y="122897"/>
                </a:lnTo>
                <a:lnTo>
                  <a:pt x="835736" y="90017"/>
                </a:lnTo>
                <a:lnTo>
                  <a:pt x="681710" y="90017"/>
                </a:lnTo>
                <a:lnTo>
                  <a:pt x="681710" y="224218"/>
                </a:lnTo>
                <a:lnTo>
                  <a:pt x="684872" y="246481"/>
                </a:lnTo>
                <a:lnTo>
                  <a:pt x="694474" y="262750"/>
                </a:lnTo>
                <a:lnTo>
                  <a:pt x="710641" y="272745"/>
                </a:lnTo>
                <a:lnTo>
                  <a:pt x="733526" y="276136"/>
                </a:lnTo>
                <a:lnTo>
                  <a:pt x="794588" y="276136"/>
                </a:lnTo>
                <a:lnTo>
                  <a:pt x="834212" y="270040"/>
                </a:lnTo>
                <a:lnTo>
                  <a:pt x="860374" y="237934"/>
                </a:lnTo>
                <a:lnTo>
                  <a:pt x="861644" y="233553"/>
                </a:lnTo>
                <a:lnTo>
                  <a:pt x="864603" y="221170"/>
                </a:lnTo>
                <a:lnTo>
                  <a:pt x="867752" y="207365"/>
                </a:lnTo>
                <a:close/>
              </a:path>
              <a:path w="1726564" h="285750">
                <a:moveTo>
                  <a:pt x="1030897" y="204406"/>
                </a:moveTo>
                <a:lnTo>
                  <a:pt x="974509" y="212026"/>
                </a:lnTo>
                <a:lnTo>
                  <a:pt x="974509" y="157073"/>
                </a:lnTo>
                <a:lnTo>
                  <a:pt x="1017181" y="157073"/>
                </a:lnTo>
                <a:lnTo>
                  <a:pt x="1017181" y="120497"/>
                </a:lnTo>
                <a:lnTo>
                  <a:pt x="889076" y="120497"/>
                </a:lnTo>
                <a:lnTo>
                  <a:pt x="889076" y="157073"/>
                </a:lnTo>
                <a:lnTo>
                  <a:pt x="934885" y="157073"/>
                </a:lnTo>
                <a:lnTo>
                  <a:pt x="934885" y="218122"/>
                </a:lnTo>
                <a:lnTo>
                  <a:pt x="876884" y="224218"/>
                </a:lnTo>
                <a:lnTo>
                  <a:pt x="881456" y="266890"/>
                </a:lnTo>
                <a:lnTo>
                  <a:pt x="1030897" y="245554"/>
                </a:lnTo>
                <a:lnTo>
                  <a:pt x="1030897" y="212026"/>
                </a:lnTo>
                <a:lnTo>
                  <a:pt x="1030897" y="204406"/>
                </a:lnTo>
                <a:close/>
              </a:path>
              <a:path w="1726564" h="285750">
                <a:moveTo>
                  <a:pt x="1159014" y="201358"/>
                </a:moveTo>
                <a:lnTo>
                  <a:pt x="1149870" y="197624"/>
                </a:lnTo>
                <a:lnTo>
                  <a:pt x="1140726" y="193167"/>
                </a:lnTo>
                <a:lnTo>
                  <a:pt x="1131582" y="187858"/>
                </a:lnTo>
                <a:lnTo>
                  <a:pt x="1122438" y="181546"/>
                </a:lnTo>
                <a:lnTo>
                  <a:pt x="1120432" y="193167"/>
                </a:lnTo>
                <a:lnTo>
                  <a:pt x="1118819" y="203454"/>
                </a:lnTo>
                <a:lnTo>
                  <a:pt x="1117498" y="212204"/>
                </a:lnTo>
                <a:lnTo>
                  <a:pt x="1116342" y="219646"/>
                </a:lnTo>
                <a:lnTo>
                  <a:pt x="1114818" y="228790"/>
                </a:lnTo>
                <a:lnTo>
                  <a:pt x="1113294" y="234886"/>
                </a:lnTo>
                <a:lnTo>
                  <a:pt x="1108722" y="239458"/>
                </a:lnTo>
                <a:lnTo>
                  <a:pt x="1107198" y="239458"/>
                </a:lnTo>
                <a:lnTo>
                  <a:pt x="1081303" y="191871"/>
                </a:lnTo>
                <a:lnTo>
                  <a:pt x="1072781" y="131127"/>
                </a:lnTo>
                <a:lnTo>
                  <a:pt x="1069098" y="88493"/>
                </a:lnTo>
                <a:lnTo>
                  <a:pt x="1152918" y="88493"/>
                </a:lnTo>
                <a:lnTo>
                  <a:pt x="1152918" y="50292"/>
                </a:lnTo>
                <a:lnTo>
                  <a:pt x="1123962" y="50292"/>
                </a:lnTo>
                <a:lnTo>
                  <a:pt x="1139202" y="39624"/>
                </a:lnTo>
                <a:lnTo>
                  <a:pt x="1107198" y="3048"/>
                </a:lnTo>
                <a:lnTo>
                  <a:pt x="1081290" y="22860"/>
                </a:lnTo>
                <a:lnTo>
                  <a:pt x="1087234" y="29083"/>
                </a:lnTo>
                <a:lnTo>
                  <a:pt x="1093482" y="36004"/>
                </a:lnTo>
                <a:lnTo>
                  <a:pt x="1099718" y="43230"/>
                </a:lnTo>
                <a:lnTo>
                  <a:pt x="1105674" y="50292"/>
                </a:lnTo>
                <a:lnTo>
                  <a:pt x="1066050" y="50292"/>
                </a:lnTo>
                <a:lnTo>
                  <a:pt x="1065809" y="38608"/>
                </a:lnTo>
                <a:lnTo>
                  <a:pt x="1065695" y="36004"/>
                </a:lnTo>
                <a:lnTo>
                  <a:pt x="1064755" y="14084"/>
                </a:lnTo>
                <a:lnTo>
                  <a:pt x="1064526" y="1524"/>
                </a:lnTo>
                <a:lnTo>
                  <a:pt x="1021753" y="1524"/>
                </a:lnTo>
                <a:lnTo>
                  <a:pt x="1021854" y="3048"/>
                </a:lnTo>
                <a:lnTo>
                  <a:pt x="1024801" y="50292"/>
                </a:lnTo>
                <a:lnTo>
                  <a:pt x="876884" y="50292"/>
                </a:lnTo>
                <a:lnTo>
                  <a:pt x="876884" y="88493"/>
                </a:lnTo>
                <a:lnTo>
                  <a:pt x="1027849" y="88493"/>
                </a:lnTo>
                <a:lnTo>
                  <a:pt x="1031849" y="137134"/>
                </a:lnTo>
                <a:lnTo>
                  <a:pt x="1037005" y="178079"/>
                </a:lnTo>
                <a:lnTo>
                  <a:pt x="1043317" y="211594"/>
                </a:lnTo>
                <a:lnTo>
                  <a:pt x="1043444" y="212026"/>
                </a:lnTo>
                <a:lnTo>
                  <a:pt x="1043495" y="212204"/>
                </a:lnTo>
                <a:lnTo>
                  <a:pt x="1060259" y="257759"/>
                </a:lnTo>
                <a:lnTo>
                  <a:pt x="1107198" y="282232"/>
                </a:lnTo>
                <a:lnTo>
                  <a:pt x="1117790" y="281368"/>
                </a:lnTo>
                <a:lnTo>
                  <a:pt x="1151013" y="245186"/>
                </a:lnTo>
                <a:lnTo>
                  <a:pt x="1152283" y="239458"/>
                </a:lnTo>
                <a:lnTo>
                  <a:pt x="1155293" y="225983"/>
                </a:lnTo>
                <a:lnTo>
                  <a:pt x="1159014" y="201358"/>
                </a:lnTo>
                <a:close/>
              </a:path>
              <a:path w="1726564" h="285750">
                <a:moveTo>
                  <a:pt x="1311503" y="205930"/>
                </a:moveTo>
                <a:lnTo>
                  <a:pt x="1300924" y="177330"/>
                </a:lnTo>
                <a:lnTo>
                  <a:pt x="1289786" y="148894"/>
                </a:lnTo>
                <a:lnTo>
                  <a:pt x="1278064" y="120764"/>
                </a:lnTo>
                <a:lnTo>
                  <a:pt x="1265783" y="93065"/>
                </a:lnTo>
                <a:lnTo>
                  <a:pt x="1230731" y="106781"/>
                </a:lnTo>
                <a:lnTo>
                  <a:pt x="1242758" y="136207"/>
                </a:lnTo>
                <a:lnTo>
                  <a:pt x="1253845" y="165112"/>
                </a:lnTo>
                <a:lnTo>
                  <a:pt x="1263954" y="192798"/>
                </a:lnTo>
                <a:lnTo>
                  <a:pt x="1273403" y="219646"/>
                </a:lnTo>
                <a:lnTo>
                  <a:pt x="1311503" y="205930"/>
                </a:lnTo>
                <a:close/>
              </a:path>
              <a:path w="1726564" h="285750">
                <a:moveTo>
                  <a:pt x="1369504" y="183070"/>
                </a:moveTo>
                <a:lnTo>
                  <a:pt x="1360652" y="153593"/>
                </a:lnTo>
                <a:lnTo>
                  <a:pt x="1352359" y="126987"/>
                </a:lnTo>
                <a:lnTo>
                  <a:pt x="1344650" y="103263"/>
                </a:lnTo>
                <a:lnTo>
                  <a:pt x="1337500" y="82397"/>
                </a:lnTo>
                <a:lnTo>
                  <a:pt x="1300835" y="93065"/>
                </a:lnTo>
                <a:lnTo>
                  <a:pt x="1307744" y="114782"/>
                </a:lnTo>
                <a:lnTo>
                  <a:pt x="1314945" y="138798"/>
                </a:lnTo>
                <a:lnTo>
                  <a:pt x="1322730" y="165112"/>
                </a:lnTo>
                <a:lnTo>
                  <a:pt x="1331404" y="193738"/>
                </a:lnTo>
                <a:lnTo>
                  <a:pt x="1369504" y="183070"/>
                </a:lnTo>
                <a:close/>
              </a:path>
              <a:path w="1726564" h="285750">
                <a:moveTo>
                  <a:pt x="1447228" y="35052"/>
                </a:moveTo>
                <a:lnTo>
                  <a:pt x="1351216" y="35052"/>
                </a:lnTo>
                <a:lnTo>
                  <a:pt x="1346911" y="25082"/>
                </a:lnTo>
                <a:lnTo>
                  <a:pt x="1343025" y="15811"/>
                </a:lnTo>
                <a:lnTo>
                  <a:pt x="1339430" y="7416"/>
                </a:lnTo>
                <a:lnTo>
                  <a:pt x="1335976" y="0"/>
                </a:lnTo>
                <a:lnTo>
                  <a:pt x="1290167" y="10668"/>
                </a:lnTo>
                <a:lnTo>
                  <a:pt x="1293329" y="16624"/>
                </a:lnTo>
                <a:lnTo>
                  <a:pt x="1296073" y="22860"/>
                </a:lnTo>
                <a:lnTo>
                  <a:pt x="1298524" y="29108"/>
                </a:lnTo>
                <a:lnTo>
                  <a:pt x="1300835" y="35052"/>
                </a:lnTo>
                <a:lnTo>
                  <a:pt x="1191107" y="35052"/>
                </a:lnTo>
                <a:lnTo>
                  <a:pt x="1191018" y="129641"/>
                </a:lnTo>
                <a:lnTo>
                  <a:pt x="1190891" y="136207"/>
                </a:lnTo>
                <a:lnTo>
                  <a:pt x="1190840" y="138798"/>
                </a:lnTo>
                <a:lnTo>
                  <a:pt x="1190307" y="166814"/>
                </a:lnTo>
                <a:lnTo>
                  <a:pt x="1185913" y="202692"/>
                </a:lnTo>
                <a:lnTo>
                  <a:pt x="1178382" y="232537"/>
                </a:lnTo>
                <a:lnTo>
                  <a:pt x="1168146" y="256222"/>
                </a:lnTo>
                <a:lnTo>
                  <a:pt x="1177023" y="263105"/>
                </a:lnTo>
                <a:lnTo>
                  <a:pt x="1185341" y="269989"/>
                </a:lnTo>
                <a:lnTo>
                  <a:pt x="1193088" y="276885"/>
                </a:lnTo>
                <a:lnTo>
                  <a:pt x="1200251" y="283756"/>
                </a:lnTo>
                <a:lnTo>
                  <a:pt x="1213129" y="256857"/>
                </a:lnTo>
                <a:lnTo>
                  <a:pt x="1222159" y="222123"/>
                </a:lnTo>
                <a:lnTo>
                  <a:pt x="1227467" y="179679"/>
                </a:lnTo>
                <a:lnTo>
                  <a:pt x="1227556" y="177330"/>
                </a:lnTo>
                <a:lnTo>
                  <a:pt x="1229207" y="129641"/>
                </a:lnTo>
                <a:lnTo>
                  <a:pt x="1229207" y="70104"/>
                </a:lnTo>
                <a:lnTo>
                  <a:pt x="1447228" y="70104"/>
                </a:lnTo>
                <a:lnTo>
                  <a:pt x="1447228" y="35052"/>
                </a:lnTo>
                <a:close/>
              </a:path>
              <a:path w="1726564" h="285750">
                <a:moveTo>
                  <a:pt x="1448752" y="228790"/>
                </a:moveTo>
                <a:lnTo>
                  <a:pt x="1399984" y="228790"/>
                </a:lnTo>
                <a:lnTo>
                  <a:pt x="1411986" y="192201"/>
                </a:lnTo>
                <a:lnTo>
                  <a:pt x="1422844" y="157886"/>
                </a:lnTo>
                <a:lnTo>
                  <a:pt x="1432560" y="125844"/>
                </a:lnTo>
                <a:lnTo>
                  <a:pt x="1441132" y="96113"/>
                </a:lnTo>
                <a:lnTo>
                  <a:pt x="1401508" y="85445"/>
                </a:lnTo>
                <a:lnTo>
                  <a:pt x="1389507" y="127774"/>
                </a:lnTo>
                <a:lnTo>
                  <a:pt x="1378826" y="165112"/>
                </a:lnTo>
                <a:lnTo>
                  <a:pt x="1368933" y="199326"/>
                </a:lnTo>
                <a:lnTo>
                  <a:pt x="1360360" y="228790"/>
                </a:lnTo>
                <a:lnTo>
                  <a:pt x="1224635" y="228790"/>
                </a:lnTo>
                <a:lnTo>
                  <a:pt x="1224635" y="268516"/>
                </a:lnTo>
                <a:lnTo>
                  <a:pt x="1448752" y="268516"/>
                </a:lnTo>
                <a:lnTo>
                  <a:pt x="1448752" y="228790"/>
                </a:lnTo>
                <a:close/>
              </a:path>
              <a:path w="1726564" h="285750">
                <a:moveTo>
                  <a:pt x="1726311" y="13716"/>
                </a:moveTo>
                <a:lnTo>
                  <a:pt x="1685074" y="13716"/>
                </a:lnTo>
                <a:lnTo>
                  <a:pt x="1685074" y="51816"/>
                </a:lnTo>
                <a:lnTo>
                  <a:pt x="1685074" y="86969"/>
                </a:lnTo>
                <a:lnTo>
                  <a:pt x="1685074" y="123545"/>
                </a:lnTo>
                <a:lnTo>
                  <a:pt x="1685074" y="158597"/>
                </a:lnTo>
                <a:lnTo>
                  <a:pt x="1627162" y="158597"/>
                </a:lnTo>
                <a:lnTo>
                  <a:pt x="1627162" y="123545"/>
                </a:lnTo>
                <a:lnTo>
                  <a:pt x="1685074" y="123545"/>
                </a:lnTo>
                <a:lnTo>
                  <a:pt x="1685074" y="86969"/>
                </a:lnTo>
                <a:lnTo>
                  <a:pt x="1627162" y="86969"/>
                </a:lnTo>
                <a:lnTo>
                  <a:pt x="1627162" y="51816"/>
                </a:lnTo>
                <a:lnTo>
                  <a:pt x="1685074" y="51816"/>
                </a:lnTo>
                <a:lnTo>
                  <a:pt x="1685074" y="13716"/>
                </a:lnTo>
                <a:lnTo>
                  <a:pt x="1586014" y="13716"/>
                </a:lnTo>
                <a:lnTo>
                  <a:pt x="1586014" y="51816"/>
                </a:lnTo>
                <a:lnTo>
                  <a:pt x="1586014" y="86969"/>
                </a:lnTo>
                <a:lnTo>
                  <a:pt x="1586014" y="123545"/>
                </a:lnTo>
                <a:lnTo>
                  <a:pt x="1586014" y="158597"/>
                </a:lnTo>
                <a:lnTo>
                  <a:pt x="1526476" y="158597"/>
                </a:lnTo>
                <a:lnTo>
                  <a:pt x="1526476" y="123545"/>
                </a:lnTo>
                <a:lnTo>
                  <a:pt x="1586014" y="123545"/>
                </a:lnTo>
                <a:lnTo>
                  <a:pt x="1586014" y="86969"/>
                </a:lnTo>
                <a:lnTo>
                  <a:pt x="1526476" y="86969"/>
                </a:lnTo>
                <a:lnTo>
                  <a:pt x="1526476" y="51816"/>
                </a:lnTo>
                <a:lnTo>
                  <a:pt x="1586014" y="51816"/>
                </a:lnTo>
                <a:lnTo>
                  <a:pt x="1586014" y="13716"/>
                </a:lnTo>
                <a:lnTo>
                  <a:pt x="1485328" y="13716"/>
                </a:lnTo>
                <a:lnTo>
                  <a:pt x="1485328" y="147929"/>
                </a:lnTo>
                <a:lnTo>
                  <a:pt x="1484782" y="184873"/>
                </a:lnTo>
                <a:lnTo>
                  <a:pt x="1480947" y="215646"/>
                </a:lnTo>
                <a:lnTo>
                  <a:pt x="1473974" y="240398"/>
                </a:lnTo>
                <a:lnTo>
                  <a:pt x="1463992" y="259270"/>
                </a:lnTo>
                <a:lnTo>
                  <a:pt x="1473136" y="265036"/>
                </a:lnTo>
                <a:lnTo>
                  <a:pt x="1482280" y="270941"/>
                </a:lnTo>
                <a:lnTo>
                  <a:pt x="1491424" y="277139"/>
                </a:lnTo>
                <a:lnTo>
                  <a:pt x="1500568" y="283756"/>
                </a:lnTo>
                <a:lnTo>
                  <a:pt x="1509737" y="268820"/>
                </a:lnTo>
                <a:lnTo>
                  <a:pt x="1516761" y="249186"/>
                </a:lnTo>
                <a:lnTo>
                  <a:pt x="1521790" y="224726"/>
                </a:lnTo>
                <a:lnTo>
                  <a:pt x="1524952" y="195262"/>
                </a:lnTo>
                <a:lnTo>
                  <a:pt x="1586014" y="195262"/>
                </a:lnTo>
                <a:lnTo>
                  <a:pt x="1586014" y="276136"/>
                </a:lnTo>
                <a:lnTo>
                  <a:pt x="1627162" y="276136"/>
                </a:lnTo>
                <a:lnTo>
                  <a:pt x="1627162" y="195262"/>
                </a:lnTo>
                <a:lnTo>
                  <a:pt x="1685074" y="195262"/>
                </a:lnTo>
                <a:lnTo>
                  <a:pt x="1685074" y="233362"/>
                </a:lnTo>
                <a:lnTo>
                  <a:pt x="1680502" y="239458"/>
                </a:lnTo>
                <a:lnTo>
                  <a:pt x="1668310" y="239458"/>
                </a:lnTo>
                <a:lnTo>
                  <a:pt x="1665452" y="239204"/>
                </a:lnTo>
                <a:lnTo>
                  <a:pt x="1649450" y="237540"/>
                </a:lnTo>
                <a:lnTo>
                  <a:pt x="1636306" y="236410"/>
                </a:lnTo>
                <a:lnTo>
                  <a:pt x="1639468" y="246722"/>
                </a:lnTo>
                <a:lnTo>
                  <a:pt x="1642211" y="257187"/>
                </a:lnTo>
                <a:lnTo>
                  <a:pt x="1644662" y="267957"/>
                </a:lnTo>
                <a:lnTo>
                  <a:pt x="1646974" y="279184"/>
                </a:lnTo>
                <a:lnTo>
                  <a:pt x="1660118" y="278942"/>
                </a:lnTo>
                <a:lnTo>
                  <a:pt x="1682978" y="277901"/>
                </a:lnTo>
                <a:lnTo>
                  <a:pt x="1692694" y="277660"/>
                </a:lnTo>
                <a:lnTo>
                  <a:pt x="1700377" y="275971"/>
                </a:lnTo>
                <a:lnTo>
                  <a:pt x="1725739" y="246507"/>
                </a:lnTo>
                <a:lnTo>
                  <a:pt x="1726311" y="195262"/>
                </a:lnTo>
                <a:lnTo>
                  <a:pt x="1726311" y="158597"/>
                </a:lnTo>
                <a:lnTo>
                  <a:pt x="1726311" y="123545"/>
                </a:lnTo>
                <a:lnTo>
                  <a:pt x="1726311" y="86969"/>
                </a:lnTo>
                <a:lnTo>
                  <a:pt x="1726311" y="51816"/>
                </a:lnTo>
                <a:lnTo>
                  <a:pt x="1726311" y="13716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334672" y="1072229"/>
            <a:ext cx="53340" cy="163195"/>
          </a:xfrm>
          <a:custGeom>
            <a:avLst/>
            <a:gdLst/>
            <a:ahLst/>
            <a:cxnLst/>
            <a:rect l="l" t="t" r="r" b="b"/>
            <a:pathLst>
              <a:path w="53339" h="163194">
                <a:moveTo>
                  <a:pt x="33528" y="47244"/>
                </a:moveTo>
                <a:lnTo>
                  <a:pt x="19812" y="47244"/>
                </a:lnTo>
                <a:lnTo>
                  <a:pt x="13716" y="45720"/>
                </a:lnTo>
                <a:lnTo>
                  <a:pt x="7620" y="41148"/>
                </a:lnTo>
                <a:lnTo>
                  <a:pt x="3048" y="35052"/>
                </a:lnTo>
                <a:lnTo>
                  <a:pt x="0" y="30480"/>
                </a:lnTo>
                <a:lnTo>
                  <a:pt x="0" y="16764"/>
                </a:lnTo>
                <a:lnTo>
                  <a:pt x="3048" y="12192"/>
                </a:lnTo>
                <a:lnTo>
                  <a:pt x="7620" y="6096"/>
                </a:lnTo>
                <a:lnTo>
                  <a:pt x="13716" y="1524"/>
                </a:lnTo>
                <a:lnTo>
                  <a:pt x="19812" y="0"/>
                </a:lnTo>
                <a:lnTo>
                  <a:pt x="33528" y="0"/>
                </a:lnTo>
                <a:lnTo>
                  <a:pt x="39624" y="1524"/>
                </a:lnTo>
                <a:lnTo>
                  <a:pt x="45720" y="6096"/>
                </a:lnTo>
                <a:lnTo>
                  <a:pt x="50292" y="10668"/>
                </a:lnTo>
                <a:lnTo>
                  <a:pt x="53340" y="16764"/>
                </a:lnTo>
                <a:lnTo>
                  <a:pt x="53340" y="30480"/>
                </a:lnTo>
                <a:lnTo>
                  <a:pt x="50292" y="36576"/>
                </a:lnTo>
                <a:lnTo>
                  <a:pt x="45720" y="41148"/>
                </a:lnTo>
                <a:lnTo>
                  <a:pt x="39624" y="45720"/>
                </a:lnTo>
                <a:lnTo>
                  <a:pt x="33528" y="47244"/>
                </a:lnTo>
                <a:close/>
              </a:path>
              <a:path w="53339" h="163194">
                <a:moveTo>
                  <a:pt x="33528" y="163163"/>
                </a:moveTo>
                <a:lnTo>
                  <a:pt x="19812" y="163163"/>
                </a:lnTo>
                <a:lnTo>
                  <a:pt x="13716" y="161639"/>
                </a:lnTo>
                <a:lnTo>
                  <a:pt x="7620" y="157067"/>
                </a:lnTo>
                <a:lnTo>
                  <a:pt x="3048" y="152495"/>
                </a:lnTo>
                <a:lnTo>
                  <a:pt x="0" y="146399"/>
                </a:lnTo>
                <a:lnTo>
                  <a:pt x="0" y="132683"/>
                </a:lnTo>
                <a:lnTo>
                  <a:pt x="3048" y="128111"/>
                </a:lnTo>
                <a:lnTo>
                  <a:pt x="7620" y="123539"/>
                </a:lnTo>
                <a:lnTo>
                  <a:pt x="13716" y="118967"/>
                </a:lnTo>
                <a:lnTo>
                  <a:pt x="19812" y="115919"/>
                </a:lnTo>
                <a:lnTo>
                  <a:pt x="33528" y="115919"/>
                </a:lnTo>
                <a:lnTo>
                  <a:pt x="39624" y="117443"/>
                </a:lnTo>
                <a:lnTo>
                  <a:pt x="50292" y="128111"/>
                </a:lnTo>
                <a:lnTo>
                  <a:pt x="53340" y="132683"/>
                </a:lnTo>
                <a:lnTo>
                  <a:pt x="53340" y="146399"/>
                </a:lnTo>
                <a:lnTo>
                  <a:pt x="50292" y="152495"/>
                </a:lnTo>
                <a:lnTo>
                  <a:pt x="45720" y="157067"/>
                </a:lnTo>
                <a:lnTo>
                  <a:pt x="39624" y="161639"/>
                </a:lnTo>
                <a:lnTo>
                  <a:pt x="33528" y="163163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2600039" y="1020318"/>
            <a:ext cx="982344" cy="271780"/>
            <a:chOff x="2600039" y="1020318"/>
            <a:chExt cx="982344" cy="27178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0039" y="1020318"/>
              <a:ext cx="451389" cy="271557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75812" y="1020318"/>
              <a:ext cx="144875" cy="212026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51263" y="1070705"/>
              <a:ext cx="155543" cy="164687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37286" y="1070705"/>
              <a:ext cx="144875" cy="161639"/>
            </a:xfrm>
            <a:prstGeom prst="rect">
              <a:avLst/>
            </a:prstGeom>
          </p:spPr>
        </p:pic>
      </p:grpSp>
      <p:sp>
        <p:nvSpPr>
          <p:cNvPr id="11" name="object 11" descr=""/>
          <p:cNvSpPr/>
          <p:nvPr/>
        </p:nvSpPr>
        <p:spPr>
          <a:xfrm>
            <a:off x="3672166" y="989837"/>
            <a:ext cx="1148715" cy="282575"/>
          </a:xfrm>
          <a:custGeom>
            <a:avLst/>
            <a:gdLst/>
            <a:ahLst/>
            <a:cxnLst/>
            <a:rect l="l" t="t" r="r" b="b"/>
            <a:pathLst>
              <a:path w="1148714" h="282575">
                <a:moveTo>
                  <a:pt x="282130" y="10668"/>
                </a:moveTo>
                <a:lnTo>
                  <a:pt x="28956" y="10668"/>
                </a:lnTo>
                <a:lnTo>
                  <a:pt x="28956" y="123545"/>
                </a:lnTo>
                <a:lnTo>
                  <a:pt x="27000" y="166801"/>
                </a:lnTo>
                <a:lnTo>
                  <a:pt x="21336" y="202882"/>
                </a:lnTo>
                <a:lnTo>
                  <a:pt x="12242" y="232079"/>
                </a:lnTo>
                <a:lnTo>
                  <a:pt x="0" y="254698"/>
                </a:lnTo>
                <a:lnTo>
                  <a:pt x="8001" y="260718"/>
                </a:lnTo>
                <a:lnTo>
                  <a:pt x="16002" y="267322"/>
                </a:lnTo>
                <a:lnTo>
                  <a:pt x="24003" y="274497"/>
                </a:lnTo>
                <a:lnTo>
                  <a:pt x="32004" y="282232"/>
                </a:lnTo>
                <a:lnTo>
                  <a:pt x="48006" y="253834"/>
                </a:lnTo>
                <a:lnTo>
                  <a:pt x="59436" y="218884"/>
                </a:lnTo>
                <a:lnTo>
                  <a:pt x="66294" y="177088"/>
                </a:lnTo>
                <a:lnTo>
                  <a:pt x="68580" y="128117"/>
                </a:lnTo>
                <a:lnTo>
                  <a:pt x="68580" y="44196"/>
                </a:lnTo>
                <a:lnTo>
                  <a:pt x="141833" y="44196"/>
                </a:lnTo>
                <a:lnTo>
                  <a:pt x="140309" y="51816"/>
                </a:lnTo>
                <a:lnTo>
                  <a:pt x="137261" y="57912"/>
                </a:lnTo>
                <a:lnTo>
                  <a:pt x="134213" y="65532"/>
                </a:lnTo>
                <a:lnTo>
                  <a:pt x="85344" y="65532"/>
                </a:lnTo>
                <a:lnTo>
                  <a:pt x="85344" y="184594"/>
                </a:lnTo>
                <a:lnTo>
                  <a:pt x="157073" y="184594"/>
                </a:lnTo>
                <a:lnTo>
                  <a:pt x="157073" y="237934"/>
                </a:lnTo>
                <a:lnTo>
                  <a:pt x="152527" y="240969"/>
                </a:lnTo>
                <a:lnTo>
                  <a:pt x="136486" y="240969"/>
                </a:lnTo>
                <a:lnTo>
                  <a:pt x="129628" y="240792"/>
                </a:lnTo>
                <a:lnTo>
                  <a:pt x="122732" y="240347"/>
                </a:lnTo>
                <a:lnTo>
                  <a:pt x="115824" y="239458"/>
                </a:lnTo>
                <a:lnTo>
                  <a:pt x="122478" y="232346"/>
                </a:lnTo>
                <a:lnTo>
                  <a:pt x="128676" y="224790"/>
                </a:lnTo>
                <a:lnTo>
                  <a:pt x="134569" y="216966"/>
                </a:lnTo>
                <a:lnTo>
                  <a:pt x="140309" y="208978"/>
                </a:lnTo>
                <a:lnTo>
                  <a:pt x="108204" y="187642"/>
                </a:lnTo>
                <a:lnTo>
                  <a:pt x="97104" y="202488"/>
                </a:lnTo>
                <a:lnTo>
                  <a:pt x="84582" y="217170"/>
                </a:lnTo>
                <a:lnTo>
                  <a:pt x="70916" y="231584"/>
                </a:lnTo>
                <a:lnTo>
                  <a:pt x="56388" y="245554"/>
                </a:lnTo>
                <a:lnTo>
                  <a:pt x="85344" y="271564"/>
                </a:lnTo>
                <a:lnTo>
                  <a:pt x="92417" y="263766"/>
                </a:lnTo>
                <a:lnTo>
                  <a:pt x="106565" y="249389"/>
                </a:lnTo>
                <a:lnTo>
                  <a:pt x="112776" y="242506"/>
                </a:lnTo>
                <a:lnTo>
                  <a:pt x="115684" y="250774"/>
                </a:lnTo>
                <a:lnTo>
                  <a:pt x="117729" y="259473"/>
                </a:lnTo>
                <a:lnTo>
                  <a:pt x="119202" y="268490"/>
                </a:lnTo>
                <a:lnTo>
                  <a:pt x="120396" y="277660"/>
                </a:lnTo>
                <a:lnTo>
                  <a:pt x="163169" y="277660"/>
                </a:lnTo>
                <a:lnTo>
                  <a:pt x="195935" y="255663"/>
                </a:lnTo>
                <a:lnTo>
                  <a:pt x="198107" y="242506"/>
                </a:lnTo>
                <a:lnTo>
                  <a:pt x="198221" y="240969"/>
                </a:lnTo>
                <a:lnTo>
                  <a:pt x="198221" y="184594"/>
                </a:lnTo>
                <a:lnTo>
                  <a:pt x="265366" y="184594"/>
                </a:lnTo>
                <a:lnTo>
                  <a:pt x="265366" y="155549"/>
                </a:lnTo>
                <a:lnTo>
                  <a:pt x="265366" y="138785"/>
                </a:lnTo>
                <a:lnTo>
                  <a:pt x="265366" y="111353"/>
                </a:lnTo>
                <a:lnTo>
                  <a:pt x="265366" y="94589"/>
                </a:lnTo>
                <a:lnTo>
                  <a:pt x="265366" y="65532"/>
                </a:lnTo>
                <a:lnTo>
                  <a:pt x="227177" y="65532"/>
                </a:lnTo>
                <a:lnTo>
                  <a:pt x="227177" y="94589"/>
                </a:lnTo>
                <a:lnTo>
                  <a:pt x="227177" y="111353"/>
                </a:lnTo>
                <a:lnTo>
                  <a:pt x="227177" y="138785"/>
                </a:lnTo>
                <a:lnTo>
                  <a:pt x="227177" y="155549"/>
                </a:lnTo>
                <a:lnTo>
                  <a:pt x="123545" y="155549"/>
                </a:lnTo>
                <a:lnTo>
                  <a:pt x="123545" y="138785"/>
                </a:lnTo>
                <a:lnTo>
                  <a:pt x="227177" y="138785"/>
                </a:lnTo>
                <a:lnTo>
                  <a:pt x="227177" y="111353"/>
                </a:lnTo>
                <a:lnTo>
                  <a:pt x="123545" y="111353"/>
                </a:lnTo>
                <a:lnTo>
                  <a:pt x="123545" y="94589"/>
                </a:lnTo>
                <a:lnTo>
                  <a:pt x="227177" y="94589"/>
                </a:lnTo>
                <a:lnTo>
                  <a:pt x="227177" y="65532"/>
                </a:lnTo>
                <a:lnTo>
                  <a:pt x="173837" y="65532"/>
                </a:lnTo>
                <a:lnTo>
                  <a:pt x="178409" y="57912"/>
                </a:lnTo>
                <a:lnTo>
                  <a:pt x="181457" y="51816"/>
                </a:lnTo>
                <a:lnTo>
                  <a:pt x="184505" y="44196"/>
                </a:lnTo>
                <a:lnTo>
                  <a:pt x="282130" y="44196"/>
                </a:lnTo>
                <a:lnTo>
                  <a:pt x="282130" y="10668"/>
                </a:lnTo>
                <a:close/>
              </a:path>
              <a:path w="1148714" h="282575">
                <a:moveTo>
                  <a:pt x="285178" y="245554"/>
                </a:moveTo>
                <a:lnTo>
                  <a:pt x="272351" y="229870"/>
                </a:lnTo>
                <a:lnTo>
                  <a:pt x="259219" y="214884"/>
                </a:lnTo>
                <a:lnTo>
                  <a:pt x="246087" y="200774"/>
                </a:lnTo>
                <a:lnTo>
                  <a:pt x="233273" y="187642"/>
                </a:lnTo>
                <a:lnTo>
                  <a:pt x="202793" y="207454"/>
                </a:lnTo>
                <a:lnTo>
                  <a:pt x="216217" y="223227"/>
                </a:lnTo>
                <a:lnTo>
                  <a:pt x="229082" y="238709"/>
                </a:lnTo>
                <a:lnTo>
                  <a:pt x="241363" y="254215"/>
                </a:lnTo>
                <a:lnTo>
                  <a:pt x="253085" y="270040"/>
                </a:lnTo>
                <a:lnTo>
                  <a:pt x="285178" y="245554"/>
                </a:lnTo>
                <a:close/>
              </a:path>
              <a:path w="1148714" h="282575">
                <a:moveTo>
                  <a:pt x="500164" y="19812"/>
                </a:moveTo>
                <a:lnTo>
                  <a:pt x="466636" y="19812"/>
                </a:lnTo>
                <a:lnTo>
                  <a:pt x="466636" y="115925"/>
                </a:lnTo>
                <a:lnTo>
                  <a:pt x="500164" y="115925"/>
                </a:lnTo>
                <a:lnTo>
                  <a:pt x="500164" y="19812"/>
                </a:lnTo>
                <a:close/>
              </a:path>
              <a:path w="1148714" h="282575">
                <a:moveTo>
                  <a:pt x="561213" y="4572"/>
                </a:moveTo>
                <a:lnTo>
                  <a:pt x="523024" y="4572"/>
                </a:lnTo>
                <a:lnTo>
                  <a:pt x="523024" y="126593"/>
                </a:lnTo>
                <a:lnTo>
                  <a:pt x="518452" y="131165"/>
                </a:lnTo>
                <a:lnTo>
                  <a:pt x="477304" y="131165"/>
                </a:lnTo>
                <a:lnTo>
                  <a:pt x="479323" y="139407"/>
                </a:lnTo>
                <a:lnTo>
                  <a:pt x="480923" y="147929"/>
                </a:lnTo>
                <a:lnTo>
                  <a:pt x="482231" y="156451"/>
                </a:lnTo>
                <a:lnTo>
                  <a:pt x="483400" y="164693"/>
                </a:lnTo>
                <a:lnTo>
                  <a:pt x="521500" y="164693"/>
                </a:lnTo>
                <a:lnTo>
                  <a:pt x="558165" y="142595"/>
                </a:lnTo>
                <a:lnTo>
                  <a:pt x="561213" y="126593"/>
                </a:lnTo>
                <a:lnTo>
                  <a:pt x="561213" y="4572"/>
                </a:lnTo>
                <a:close/>
              </a:path>
              <a:path w="1148714" h="282575">
                <a:moveTo>
                  <a:pt x="574929" y="237934"/>
                </a:moveTo>
                <a:lnTo>
                  <a:pt x="455968" y="237934"/>
                </a:lnTo>
                <a:lnTo>
                  <a:pt x="455968" y="210502"/>
                </a:lnTo>
                <a:lnTo>
                  <a:pt x="552069" y="210502"/>
                </a:lnTo>
                <a:lnTo>
                  <a:pt x="552069" y="176974"/>
                </a:lnTo>
                <a:lnTo>
                  <a:pt x="455968" y="176974"/>
                </a:lnTo>
                <a:lnTo>
                  <a:pt x="455968" y="146405"/>
                </a:lnTo>
                <a:lnTo>
                  <a:pt x="430060" y="146405"/>
                </a:lnTo>
                <a:lnTo>
                  <a:pt x="430060" y="115925"/>
                </a:lnTo>
                <a:lnTo>
                  <a:pt x="459016" y="115925"/>
                </a:lnTo>
                <a:lnTo>
                  <a:pt x="459016" y="82397"/>
                </a:lnTo>
                <a:lnTo>
                  <a:pt x="430060" y="82397"/>
                </a:lnTo>
                <a:lnTo>
                  <a:pt x="430060" y="44196"/>
                </a:lnTo>
                <a:lnTo>
                  <a:pt x="454444" y="44196"/>
                </a:lnTo>
                <a:lnTo>
                  <a:pt x="454444" y="10668"/>
                </a:lnTo>
                <a:lnTo>
                  <a:pt x="396430" y="10668"/>
                </a:lnTo>
                <a:lnTo>
                  <a:pt x="396430" y="44196"/>
                </a:lnTo>
                <a:lnTo>
                  <a:pt x="396430" y="82397"/>
                </a:lnTo>
                <a:lnTo>
                  <a:pt x="364426" y="82397"/>
                </a:lnTo>
                <a:lnTo>
                  <a:pt x="364426" y="44196"/>
                </a:lnTo>
                <a:lnTo>
                  <a:pt x="396430" y="44196"/>
                </a:lnTo>
                <a:lnTo>
                  <a:pt x="396430" y="10668"/>
                </a:lnTo>
                <a:lnTo>
                  <a:pt x="303466" y="10668"/>
                </a:lnTo>
                <a:lnTo>
                  <a:pt x="303466" y="44196"/>
                </a:lnTo>
                <a:lnTo>
                  <a:pt x="329374" y="44196"/>
                </a:lnTo>
                <a:lnTo>
                  <a:pt x="329374" y="82397"/>
                </a:lnTo>
                <a:lnTo>
                  <a:pt x="295846" y="82397"/>
                </a:lnTo>
                <a:lnTo>
                  <a:pt x="295846" y="115925"/>
                </a:lnTo>
                <a:lnTo>
                  <a:pt x="321754" y="115925"/>
                </a:lnTo>
                <a:lnTo>
                  <a:pt x="318020" y="125691"/>
                </a:lnTo>
                <a:lnTo>
                  <a:pt x="313563" y="134594"/>
                </a:lnTo>
                <a:lnTo>
                  <a:pt x="308254" y="142925"/>
                </a:lnTo>
                <a:lnTo>
                  <a:pt x="301942" y="150977"/>
                </a:lnTo>
                <a:lnTo>
                  <a:pt x="310515" y="157530"/>
                </a:lnTo>
                <a:lnTo>
                  <a:pt x="324231" y="168338"/>
                </a:lnTo>
                <a:lnTo>
                  <a:pt x="329374" y="172313"/>
                </a:lnTo>
                <a:lnTo>
                  <a:pt x="339712" y="160286"/>
                </a:lnTo>
                <a:lnTo>
                  <a:pt x="348043" y="146977"/>
                </a:lnTo>
                <a:lnTo>
                  <a:pt x="354660" y="132232"/>
                </a:lnTo>
                <a:lnTo>
                  <a:pt x="359854" y="115925"/>
                </a:lnTo>
                <a:lnTo>
                  <a:pt x="396430" y="115925"/>
                </a:lnTo>
                <a:lnTo>
                  <a:pt x="396430" y="161645"/>
                </a:lnTo>
                <a:lnTo>
                  <a:pt x="414820" y="161645"/>
                </a:lnTo>
                <a:lnTo>
                  <a:pt x="414820" y="176974"/>
                </a:lnTo>
                <a:lnTo>
                  <a:pt x="318706" y="176974"/>
                </a:lnTo>
                <a:lnTo>
                  <a:pt x="318706" y="210502"/>
                </a:lnTo>
                <a:lnTo>
                  <a:pt x="414820" y="210502"/>
                </a:lnTo>
                <a:lnTo>
                  <a:pt x="414820" y="237934"/>
                </a:lnTo>
                <a:lnTo>
                  <a:pt x="294322" y="237934"/>
                </a:lnTo>
                <a:lnTo>
                  <a:pt x="294322" y="271564"/>
                </a:lnTo>
                <a:lnTo>
                  <a:pt x="574929" y="271564"/>
                </a:lnTo>
                <a:lnTo>
                  <a:pt x="574929" y="237934"/>
                </a:lnTo>
                <a:close/>
              </a:path>
              <a:path w="1148714" h="282575">
                <a:moveTo>
                  <a:pt x="867727" y="53340"/>
                </a:moveTo>
                <a:lnTo>
                  <a:pt x="745718" y="53340"/>
                </a:lnTo>
                <a:lnTo>
                  <a:pt x="745718" y="39624"/>
                </a:lnTo>
                <a:lnTo>
                  <a:pt x="745718" y="38100"/>
                </a:lnTo>
                <a:lnTo>
                  <a:pt x="847915" y="35052"/>
                </a:lnTo>
                <a:lnTo>
                  <a:pt x="845032" y="23939"/>
                </a:lnTo>
                <a:lnTo>
                  <a:pt x="843153" y="15811"/>
                </a:lnTo>
                <a:lnTo>
                  <a:pt x="843038" y="15240"/>
                </a:lnTo>
                <a:lnTo>
                  <a:pt x="842124" y="10807"/>
                </a:lnTo>
                <a:lnTo>
                  <a:pt x="841819" y="9144"/>
                </a:lnTo>
                <a:lnTo>
                  <a:pt x="605409" y="15240"/>
                </a:lnTo>
                <a:lnTo>
                  <a:pt x="605510" y="15811"/>
                </a:lnTo>
                <a:lnTo>
                  <a:pt x="606552" y="21869"/>
                </a:lnTo>
                <a:lnTo>
                  <a:pt x="608926" y="35052"/>
                </a:lnTo>
                <a:lnTo>
                  <a:pt x="609981" y="41148"/>
                </a:lnTo>
                <a:lnTo>
                  <a:pt x="707618" y="39624"/>
                </a:lnTo>
                <a:lnTo>
                  <a:pt x="707618" y="53340"/>
                </a:lnTo>
                <a:lnTo>
                  <a:pt x="585597" y="53340"/>
                </a:lnTo>
                <a:lnTo>
                  <a:pt x="585597" y="79248"/>
                </a:lnTo>
                <a:lnTo>
                  <a:pt x="707618" y="79248"/>
                </a:lnTo>
                <a:lnTo>
                  <a:pt x="707618" y="93065"/>
                </a:lnTo>
                <a:lnTo>
                  <a:pt x="707618" y="115925"/>
                </a:lnTo>
                <a:lnTo>
                  <a:pt x="707618" y="132689"/>
                </a:lnTo>
                <a:lnTo>
                  <a:pt x="707618" y="152501"/>
                </a:lnTo>
                <a:lnTo>
                  <a:pt x="707618" y="169265"/>
                </a:lnTo>
                <a:lnTo>
                  <a:pt x="651129" y="169265"/>
                </a:lnTo>
                <a:lnTo>
                  <a:pt x="651129" y="152501"/>
                </a:lnTo>
                <a:lnTo>
                  <a:pt x="707618" y="152501"/>
                </a:lnTo>
                <a:lnTo>
                  <a:pt x="707618" y="132689"/>
                </a:lnTo>
                <a:lnTo>
                  <a:pt x="651129" y="132689"/>
                </a:lnTo>
                <a:lnTo>
                  <a:pt x="651129" y="115925"/>
                </a:lnTo>
                <a:lnTo>
                  <a:pt x="707618" y="115925"/>
                </a:lnTo>
                <a:lnTo>
                  <a:pt x="707618" y="93065"/>
                </a:lnTo>
                <a:lnTo>
                  <a:pt x="614553" y="93065"/>
                </a:lnTo>
                <a:lnTo>
                  <a:pt x="614553" y="193738"/>
                </a:lnTo>
                <a:lnTo>
                  <a:pt x="707618" y="193738"/>
                </a:lnTo>
                <a:lnTo>
                  <a:pt x="707618" y="207454"/>
                </a:lnTo>
                <a:lnTo>
                  <a:pt x="603885" y="207454"/>
                </a:lnTo>
                <a:lnTo>
                  <a:pt x="603885" y="230314"/>
                </a:lnTo>
                <a:lnTo>
                  <a:pt x="707618" y="230314"/>
                </a:lnTo>
                <a:lnTo>
                  <a:pt x="707618" y="245554"/>
                </a:lnTo>
                <a:lnTo>
                  <a:pt x="585597" y="245554"/>
                </a:lnTo>
                <a:lnTo>
                  <a:pt x="585597" y="271564"/>
                </a:lnTo>
                <a:lnTo>
                  <a:pt x="867727" y="271564"/>
                </a:lnTo>
                <a:lnTo>
                  <a:pt x="867727" y="245554"/>
                </a:lnTo>
                <a:lnTo>
                  <a:pt x="745718" y="245554"/>
                </a:lnTo>
                <a:lnTo>
                  <a:pt x="745718" y="230314"/>
                </a:lnTo>
                <a:lnTo>
                  <a:pt x="850963" y="230314"/>
                </a:lnTo>
                <a:lnTo>
                  <a:pt x="850963" y="207454"/>
                </a:lnTo>
                <a:lnTo>
                  <a:pt x="745718" y="207454"/>
                </a:lnTo>
                <a:lnTo>
                  <a:pt x="745718" y="193738"/>
                </a:lnTo>
                <a:lnTo>
                  <a:pt x="840295" y="193738"/>
                </a:lnTo>
                <a:lnTo>
                  <a:pt x="840295" y="169265"/>
                </a:lnTo>
                <a:lnTo>
                  <a:pt x="840295" y="152501"/>
                </a:lnTo>
                <a:lnTo>
                  <a:pt x="840295" y="132689"/>
                </a:lnTo>
                <a:lnTo>
                  <a:pt x="840295" y="115925"/>
                </a:lnTo>
                <a:lnTo>
                  <a:pt x="840295" y="93065"/>
                </a:lnTo>
                <a:lnTo>
                  <a:pt x="803630" y="93065"/>
                </a:lnTo>
                <a:lnTo>
                  <a:pt x="803630" y="115925"/>
                </a:lnTo>
                <a:lnTo>
                  <a:pt x="803630" y="132689"/>
                </a:lnTo>
                <a:lnTo>
                  <a:pt x="803630" y="152501"/>
                </a:lnTo>
                <a:lnTo>
                  <a:pt x="803630" y="169265"/>
                </a:lnTo>
                <a:lnTo>
                  <a:pt x="745718" y="169265"/>
                </a:lnTo>
                <a:lnTo>
                  <a:pt x="745718" y="152501"/>
                </a:lnTo>
                <a:lnTo>
                  <a:pt x="803630" y="152501"/>
                </a:lnTo>
                <a:lnTo>
                  <a:pt x="803630" y="132689"/>
                </a:lnTo>
                <a:lnTo>
                  <a:pt x="745718" y="132689"/>
                </a:lnTo>
                <a:lnTo>
                  <a:pt x="745718" y="115925"/>
                </a:lnTo>
                <a:lnTo>
                  <a:pt x="803630" y="115925"/>
                </a:lnTo>
                <a:lnTo>
                  <a:pt x="803630" y="93065"/>
                </a:lnTo>
                <a:lnTo>
                  <a:pt x="745718" y="93065"/>
                </a:lnTo>
                <a:lnTo>
                  <a:pt x="745718" y="79248"/>
                </a:lnTo>
                <a:lnTo>
                  <a:pt x="867727" y="79248"/>
                </a:lnTo>
                <a:lnTo>
                  <a:pt x="867727" y="53340"/>
                </a:lnTo>
                <a:close/>
              </a:path>
              <a:path w="1148714" h="282575">
                <a:moveTo>
                  <a:pt x="1148334" y="32004"/>
                </a:moveTo>
                <a:lnTo>
                  <a:pt x="1041552" y="32004"/>
                </a:lnTo>
                <a:lnTo>
                  <a:pt x="1044727" y="25146"/>
                </a:lnTo>
                <a:lnTo>
                  <a:pt x="1047457" y="18288"/>
                </a:lnTo>
                <a:lnTo>
                  <a:pt x="1052220" y="4572"/>
                </a:lnTo>
                <a:lnTo>
                  <a:pt x="1014120" y="1524"/>
                </a:lnTo>
                <a:lnTo>
                  <a:pt x="1006690" y="20383"/>
                </a:lnTo>
                <a:lnTo>
                  <a:pt x="998118" y="38100"/>
                </a:lnTo>
                <a:lnTo>
                  <a:pt x="988402" y="54673"/>
                </a:lnTo>
                <a:lnTo>
                  <a:pt x="977544" y="70104"/>
                </a:lnTo>
                <a:lnTo>
                  <a:pt x="977544" y="54864"/>
                </a:lnTo>
                <a:lnTo>
                  <a:pt x="950023" y="54864"/>
                </a:lnTo>
                <a:lnTo>
                  <a:pt x="950023" y="0"/>
                </a:lnTo>
                <a:lnTo>
                  <a:pt x="913447" y="0"/>
                </a:lnTo>
                <a:lnTo>
                  <a:pt x="913447" y="54864"/>
                </a:lnTo>
                <a:lnTo>
                  <a:pt x="878395" y="54864"/>
                </a:lnTo>
                <a:lnTo>
                  <a:pt x="878395" y="88493"/>
                </a:lnTo>
                <a:lnTo>
                  <a:pt x="910399" y="88493"/>
                </a:lnTo>
                <a:lnTo>
                  <a:pt x="903211" y="109397"/>
                </a:lnTo>
                <a:lnTo>
                  <a:pt x="895159" y="128879"/>
                </a:lnTo>
                <a:lnTo>
                  <a:pt x="885964" y="147218"/>
                </a:lnTo>
                <a:lnTo>
                  <a:pt x="875347" y="164693"/>
                </a:lnTo>
                <a:lnTo>
                  <a:pt x="886015" y="216598"/>
                </a:lnTo>
                <a:lnTo>
                  <a:pt x="893724" y="202844"/>
                </a:lnTo>
                <a:lnTo>
                  <a:pt x="900874" y="188785"/>
                </a:lnTo>
                <a:lnTo>
                  <a:pt x="907440" y="174129"/>
                </a:lnTo>
                <a:lnTo>
                  <a:pt x="913447" y="158597"/>
                </a:lnTo>
                <a:lnTo>
                  <a:pt x="913447" y="279184"/>
                </a:lnTo>
                <a:lnTo>
                  <a:pt x="950023" y="279184"/>
                </a:lnTo>
                <a:lnTo>
                  <a:pt x="950023" y="144881"/>
                </a:lnTo>
                <a:lnTo>
                  <a:pt x="953744" y="150355"/>
                </a:lnTo>
                <a:lnTo>
                  <a:pt x="961694" y="160743"/>
                </a:lnTo>
                <a:lnTo>
                  <a:pt x="965352" y="166217"/>
                </a:lnTo>
                <a:lnTo>
                  <a:pt x="989736" y="141833"/>
                </a:lnTo>
                <a:lnTo>
                  <a:pt x="980338" y="132689"/>
                </a:lnTo>
                <a:lnTo>
                  <a:pt x="970495" y="123545"/>
                </a:lnTo>
                <a:lnTo>
                  <a:pt x="950023" y="105257"/>
                </a:lnTo>
                <a:lnTo>
                  <a:pt x="950023" y="88493"/>
                </a:lnTo>
                <a:lnTo>
                  <a:pt x="966876" y="88493"/>
                </a:lnTo>
                <a:lnTo>
                  <a:pt x="991260" y="112877"/>
                </a:lnTo>
                <a:lnTo>
                  <a:pt x="999477" y="102298"/>
                </a:lnTo>
                <a:lnTo>
                  <a:pt x="1007833" y="91147"/>
                </a:lnTo>
                <a:lnTo>
                  <a:pt x="1015911" y="79400"/>
                </a:lnTo>
                <a:lnTo>
                  <a:pt x="1023264" y="67056"/>
                </a:lnTo>
                <a:lnTo>
                  <a:pt x="1110234" y="67056"/>
                </a:lnTo>
                <a:lnTo>
                  <a:pt x="1110234" y="173926"/>
                </a:lnTo>
                <a:lnTo>
                  <a:pt x="1078128" y="118973"/>
                </a:lnTo>
                <a:lnTo>
                  <a:pt x="1049172" y="135737"/>
                </a:lnTo>
                <a:lnTo>
                  <a:pt x="1053985" y="144881"/>
                </a:lnTo>
                <a:lnTo>
                  <a:pt x="1064183" y="163169"/>
                </a:lnTo>
                <a:lnTo>
                  <a:pt x="1068984" y="172313"/>
                </a:lnTo>
                <a:lnTo>
                  <a:pt x="1018692" y="175450"/>
                </a:lnTo>
                <a:lnTo>
                  <a:pt x="1062888" y="99161"/>
                </a:lnTo>
                <a:lnTo>
                  <a:pt x="1026312" y="83921"/>
                </a:lnTo>
                <a:lnTo>
                  <a:pt x="1010881" y="120802"/>
                </a:lnTo>
                <a:lnTo>
                  <a:pt x="996594" y="149275"/>
                </a:lnTo>
                <a:lnTo>
                  <a:pt x="983449" y="169468"/>
                </a:lnTo>
                <a:lnTo>
                  <a:pt x="971448" y="181546"/>
                </a:lnTo>
                <a:lnTo>
                  <a:pt x="983640" y="213550"/>
                </a:lnTo>
                <a:lnTo>
                  <a:pt x="1001928" y="210362"/>
                </a:lnTo>
                <a:lnTo>
                  <a:pt x="1024788" y="207454"/>
                </a:lnTo>
                <a:lnTo>
                  <a:pt x="1084224" y="201358"/>
                </a:lnTo>
                <a:lnTo>
                  <a:pt x="1090422" y="213550"/>
                </a:lnTo>
                <a:lnTo>
                  <a:pt x="1108710" y="204406"/>
                </a:lnTo>
                <a:lnTo>
                  <a:pt x="1090422" y="239458"/>
                </a:lnTo>
                <a:lnTo>
                  <a:pt x="1081176" y="239458"/>
                </a:lnTo>
                <a:lnTo>
                  <a:pt x="1071181" y="239204"/>
                </a:lnTo>
                <a:lnTo>
                  <a:pt x="1059459" y="238506"/>
                </a:lnTo>
                <a:lnTo>
                  <a:pt x="1030884" y="236410"/>
                </a:lnTo>
                <a:lnTo>
                  <a:pt x="1035456" y="255092"/>
                </a:lnTo>
                <a:lnTo>
                  <a:pt x="1040028" y="276136"/>
                </a:lnTo>
                <a:lnTo>
                  <a:pt x="1077607" y="275945"/>
                </a:lnTo>
                <a:lnTo>
                  <a:pt x="1091768" y="275488"/>
                </a:lnTo>
                <a:lnTo>
                  <a:pt x="1133094" y="259270"/>
                </a:lnTo>
                <a:lnTo>
                  <a:pt x="1146187" y="200850"/>
                </a:lnTo>
                <a:lnTo>
                  <a:pt x="1147432" y="163588"/>
                </a:lnTo>
                <a:lnTo>
                  <a:pt x="1148334" y="141833"/>
                </a:lnTo>
                <a:lnTo>
                  <a:pt x="1148334" y="32004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388620" y="1481327"/>
            <a:ext cx="67310" cy="1347470"/>
          </a:xfrm>
          <a:custGeom>
            <a:avLst/>
            <a:gdLst/>
            <a:ahLst/>
            <a:cxnLst/>
            <a:rect l="l" t="t" r="r" b="b"/>
            <a:pathLst>
              <a:path w="67309" h="1347470">
                <a:moveTo>
                  <a:pt x="67056" y="1523"/>
                </a:moveTo>
                <a:lnTo>
                  <a:pt x="64008" y="0"/>
                </a:lnTo>
                <a:lnTo>
                  <a:pt x="67056" y="0"/>
                </a:lnTo>
                <a:lnTo>
                  <a:pt x="67056" y="1523"/>
                </a:lnTo>
                <a:close/>
              </a:path>
              <a:path w="67309" h="1347470">
                <a:moveTo>
                  <a:pt x="36576" y="1304544"/>
                </a:moveTo>
                <a:lnTo>
                  <a:pt x="4572" y="1304544"/>
                </a:lnTo>
                <a:lnTo>
                  <a:pt x="4572" y="1299972"/>
                </a:lnTo>
                <a:lnTo>
                  <a:pt x="3048" y="1299972"/>
                </a:lnTo>
                <a:lnTo>
                  <a:pt x="3048" y="1295399"/>
                </a:lnTo>
                <a:lnTo>
                  <a:pt x="1524" y="1295399"/>
                </a:lnTo>
                <a:lnTo>
                  <a:pt x="1524" y="1289304"/>
                </a:lnTo>
                <a:lnTo>
                  <a:pt x="0" y="1289304"/>
                </a:lnTo>
                <a:lnTo>
                  <a:pt x="0" y="59435"/>
                </a:lnTo>
                <a:lnTo>
                  <a:pt x="1524" y="51816"/>
                </a:lnTo>
                <a:lnTo>
                  <a:pt x="4572" y="42671"/>
                </a:lnTo>
                <a:lnTo>
                  <a:pt x="10667" y="30479"/>
                </a:lnTo>
                <a:lnTo>
                  <a:pt x="16764" y="24383"/>
                </a:lnTo>
                <a:lnTo>
                  <a:pt x="18288" y="21335"/>
                </a:lnTo>
                <a:lnTo>
                  <a:pt x="19812" y="19812"/>
                </a:lnTo>
                <a:lnTo>
                  <a:pt x="22860" y="18287"/>
                </a:lnTo>
                <a:lnTo>
                  <a:pt x="28956" y="12191"/>
                </a:lnTo>
                <a:lnTo>
                  <a:pt x="32004" y="10667"/>
                </a:lnTo>
                <a:lnTo>
                  <a:pt x="33528" y="9143"/>
                </a:lnTo>
                <a:lnTo>
                  <a:pt x="39624" y="6096"/>
                </a:lnTo>
                <a:lnTo>
                  <a:pt x="41148" y="4571"/>
                </a:lnTo>
                <a:lnTo>
                  <a:pt x="47243" y="3047"/>
                </a:lnTo>
                <a:lnTo>
                  <a:pt x="51816" y="1523"/>
                </a:lnTo>
                <a:lnTo>
                  <a:pt x="60960" y="1523"/>
                </a:lnTo>
                <a:lnTo>
                  <a:pt x="54864" y="4571"/>
                </a:lnTo>
                <a:lnTo>
                  <a:pt x="53340" y="7620"/>
                </a:lnTo>
                <a:lnTo>
                  <a:pt x="47243" y="13716"/>
                </a:lnTo>
                <a:lnTo>
                  <a:pt x="45719" y="16763"/>
                </a:lnTo>
                <a:lnTo>
                  <a:pt x="42672" y="19812"/>
                </a:lnTo>
                <a:lnTo>
                  <a:pt x="39624" y="28955"/>
                </a:lnTo>
                <a:lnTo>
                  <a:pt x="36576" y="44196"/>
                </a:lnTo>
                <a:lnTo>
                  <a:pt x="35052" y="50291"/>
                </a:lnTo>
                <a:lnTo>
                  <a:pt x="35052" y="1296923"/>
                </a:lnTo>
                <a:lnTo>
                  <a:pt x="36576" y="1296923"/>
                </a:lnTo>
                <a:lnTo>
                  <a:pt x="36576" y="1304544"/>
                </a:lnTo>
                <a:close/>
              </a:path>
              <a:path w="67309" h="1347470">
                <a:moveTo>
                  <a:pt x="39624" y="1318260"/>
                </a:moveTo>
                <a:lnTo>
                  <a:pt x="10667" y="1318260"/>
                </a:lnTo>
                <a:lnTo>
                  <a:pt x="10667" y="1313688"/>
                </a:lnTo>
                <a:lnTo>
                  <a:pt x="9143" y="1313688"/>
                </a:lnTo>
                <a:lnTo>
                  <a:pt x="9143" y="1310639"/>
                </a:lnTo>
                <a:lnTo>
                  <a:pt x="7619" y="1310639"/>
                </a:lnTo>
                <a:lnTo>
                  <a:pt x="7619" y="1307591"/>
                </a:lnTo>
                <a:lnTo>
                  <a:pt x="6096" y="1307591"/>
                </a:lnTo>
                <a:lnTo>
                  <a:pt x="6096" y="1304544"/>
                </a:lnTo>
                <a:lnTo>
                  <a:pt x="38100" y="1304544"/>
                </a:lnTo>
                <a:lnTo>
                  <a:pt x="38100" y="1312164"/>
                </a:lnTo>
                <a:lnTo>
                  <a:pt x="39624" y="1312164"/>
                </a:lnTo>
                <a:lnTo>
                  <a:pt x="39624" y="1318260"/>
                </a:lnTo>
                <a:close/>
              </a:path>
              <a:path w="67309" h="1347470">
                <a:moveTo>
                  <a:pt x="62484" y="1347215"/>
                </a:moveTo>
                <a:lnTo>
                  <a:pt x="44196" y="1342644"/>
                </a:lnTo>
                <a:lnTo>
                  <a:pt x="39624" y="1341120"/>
                </a:lnTo>
                <a:lnTo>
                  <a:pt x="38100" y="1339596"/>
                </a:lnTo>
                <a:lnTo>
                  <a:pt x="35052" y="1338072"/>
                </a:lnTo>
                <a:lnTo>
                  <a:pt x="33528" y="1336548"/>
                </a:lnTo>
                <a:lnTo>
                  <a:pt x="30480" y="1335023"/>
                </a:lnTo>
                <a:lnTo>
                  <a:pt x="27432" y="1331975"/>
                </a:lnTo>
                <a:lnTo>
                  <a:pt x="24384" y="1330452"/>
                </a:lnTo>
                <a:lnTo>
                  <a:pt x="12192" y="1318260"/>
                </a:lnTo>
                <a:lnTo>
                  <a:pt x="41148" y="1318260"/>
                </a:lnTo>
                <a:lnTo>
                  <a:pt x="41148" y="1322831"/>
                </a:lnTo>
                <a:lnTo>
                  <a:pt x="42672" y="1322831"/>
                </a:lnTo>
                <a:lnTo>
                  <a:pt x="42672" y="1327404"/>
                </a:lnTo>
                <a:lnTo>
                  <a:pt x="44196" y="1327404"/>
                </a:lnTo>
                <a:lnTo>
                  <a:pt x="45719" y="1328928"/>
                </a:lnTo>
                <a:lnTo>
                  <a:pt x="45719" y="1331975"/>
                </a:lnTo>
                <a:lnTo>
                  <a:pt x="47243" y="1331975"/>
                </a:lnTo>
                <a:lnTo>
                  <a:pt x="50292" y="1335023"/>
                </a:lnTo>
                <a:lnTo>
                  <a:pt x="50292" y="1338072"/>
                </a:lnTo>
                <a:lnTo>
                  <a:pt x="51816" y="1338072"/>
                </a:lnTo>
                <a:lnTo>
                  <a:pt x="56388" y="1342644"/>
                </a:lnTo>
                <a:lnTo>
                  <a:pt x="62484" y="1345691"/>
                </a:lnTo>
                <a:lnTo>
                  <a:pt x="62484" y="1347215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567118" y="1781651"/>
            <a:ext cx="401320" cy="107950"/>
            <a:chOff x="567118" y="1781651"/>
            <a:chExt cx="401320" cy="107950"/>
          </a:xfrm>
        </p:grpSpPr>
        <p:sp>
          <p:nvSpPr>
            <p:cNvPr id="14" name="object 14" descr=""/>
            <p:cNvSpPr/>
            <p:nvPr/>
          </p:nvSpPr>
          <p:spPr>
            <a:xfrm>
              <a:off x="567118" y="1781657"/>
              <a:ext cx="32384" cy="107950"/>
            </a:xfrm>
            <a:custGeom>
              <a:avLst/>
              <a:gdLst/>
              <a:ahLst/>
              <a:cxnLst/>
              <a:rect l="l" t="t" r="r" b="b"/>
              <a:pathLst>
                <a:path w="32384" h="107950">
                  <a:moveTo>
                    <a:pt x="32004" y="0"/>
                  </a:moveTo>
                  <a:lnTo>
                    <a:pt x="28956" y="0"/>
                  </a:lnTo>
                  <a:lnTo>
                    <a:pt x="28956" y="1270"/>
                  </a:lnTo>
                  <a:lnTo>
                    <a:pt x="28956" y="1422"/>
                  </a:lnTo>
                  <a:lnTo>
                    <a:pt x="27432" y="1422"/>
                  </a:lnTo>
                  <a:lnTo>
                    <a:pt x="27432" y="1270"/>
                  </a:lnTo>
                  <a:lnTo>
                    <a:pt x="28956" y="1270"/>
                  </a:lnTo>
                  <a:lnTo>
                    <a:pt x="28956" y="0"/>
                  </a:lnTo>
                  <a:lnTo>
                    <a:pt x="13716" y="0"/>
                  </a:lnTo>
                  <a:lnTo>
                    <a:pt x="13716" y="10160"/>
                  </a:lnTo>
                  <a:lnTo>
                    <a:pt x="13716" y="10566"/>
                  </a:lnTo>
                  <a:lnTo>
                    <a:pt x="12192" y="10566"/>
                  </a:lnTo>
                  <a:lnTo>
                    <a:pt x="12192" y="10160"/>
                  </a:lnTo>
                  <a:lnTo>
                    <a:pt x="13716" y="10160"/>
                  </a:lnTo>
                  <a:lnTo>
                    <a:pt x="13716" y="0"/>
                  </a:lnTo>
                  <a:lnTo>
                    <a:pt x="4572" y="0"/>
                  </a:lnTo>
                  <a:lnTo>
                    <a:pt x="4572" y="1270"/>
                  </a:lnTo>
                  <a:lnTo>
                    <a:pt x="4572" y="1422"/>
                  </a:lnTo>
                  <a:lnTo>
                    <a:pt x="1524" y="1422"/>
                  </a:lnTo>
                  <a:lnTo>
                    <a:pt x="1524" y="1270"/>
                  </a:lnTo>
                  <a:lnTo>
                    <a:pt x="4572" y="1270"/>
                  </a:lnTo>
                  <a:lnTo>
                    <a:pt x="4572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106680"/>
                  </a:lnTo>
                  <a:lnTo>
                    <a:pt x="0" y="107950"/>
                  </a:lnTo>
                  <a:lnTo>
                    <a:pt x="32004" y="107950"/>
                  </a:lnTo>
                  <a:lnTo>
                    <a:pt x="32004" y="106680"/>
                  </a:lnTo>
                  <a:lnTo>
                    <a:pt x="32004" y="97790"/>
                  </a:lnTo>
                  <a:lnTo>
                    <a:pt x="32004" y="96520"/>
                  </a:lnTo>
                  <a:lnTo>
                    <a:pt x="13716" y="96520"/>
                  </a:lnTo>
                  <a:lnTo>
                    <a:pt x="13716" y="97536"/>
                  </a:lnTo>
                  <a:lnTo>
                    <a:pt x="13716" y="97790"/>
                  </a:lnTo>
                  <a:lnTo>
                    <a:pt x="12192" y="97790"/>
                  </a:lnTo>
                  <a:lnTo>
                    <a:pt x="12192" y="97536"/>
                  </a:lnTo>
                  <a:lnTo>
                    <a:pt x="13716" y="97536"/>
                  </a:lnTo>
                  <a:lnTo>
                    <a:pt x="13716" y="96520"/>
                  </a:lnTo>
                  <a:lnTo>
                    <a:pt x="13716" y="12700"/>
                  </a:lnTo>
                  <a:lnTo>
                    <a:pt x="32004" y="12700"/>
                  </a:lnTo>
                  <a:lnTo>
                    <a:pt x="32004" y="10160"/>
                  </a:lnTo>
                  <a:lnTo>
                    <a:pt x="32004" y="1270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A3494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9029" y="1784604"/>
              <a:ext cx="91440" cy="102203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7045" y="1783080"/>
              <a:ext cx="102203" cy="97631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885825" y="1781657"/>
              <a:ext cx="31115" cy="107950"/>
            </a:xfrm>
            <a:custGeom>
              <a:avLst/>
              <a:gdLst/>
              <a:ahLst/>
              <a:cxnLst/>
              <a:rect l="l" t="t" r="r" b="b"/>
              <a:pathLst>
                <a:path w="31115" h="107950">
                  <a:moveTo>
                    <a:pt x="30568" y="0"/>
                  </a:moveTo>
                  <a:lnTo>
                    <a:pt x="19900" y="0"/>
                  </a:lnTo>
                  <a:lnTo>
                    <a:pt x="19900" y="10160"/>
                  </a:lnTo>
                  <a:lnTo>
                    <a:pt x="19900" y="10566"/>
                  </a:lnTo>
                  <a:lnTo>
                    <a:pt x="19900" y="97536"/>
                  </a:lnTo>
                  <a:lnTo>
                    <a:pt x="19900" y="97790"/>
                  </a:lnTo>
                  <a:lnTo>
                    <a:pt x="16852" y="97790"/>
                  </a:lnTo>
                  <a:lnTo>
                    <a:pt x="16852" y="97536"/>
                  </a:lnTo>
                  <a:lnTo>
                    <a:pt x="19900" y="97536"/>
                  </a:lnTo>
                  <a:lnTo>
                    <a:pt x="19900" y="10566"/>
                  </a:lnTo>
                  <a:lnTo>
                    <a:pt x="16852" y="10566"/>
                  </a:lnTo>
                  <a:lnTo>
                    <a:pt x="16852" y="10160"/>
                  </a:lnTo>
                  <a:lnTo>
                    <a:pt x="19900" y="10160"/>
                  </a:lnTo>
                  <a:lnTo>
                    <a:pt x="19900" y="0"/>
                  </a:lnTo>
                  <a:lnTo>
                    <a:pt x="3136" y="0"/>
                  </a:lnTo>
                  <a:lnTo>
                    <a:pt x="3136" y="1270"/>
                  </a:lnTo>
                  <a:lnTo>
                    <a:pt x="3136" y="1422"/>
                  </a:lnTo>
                  <a:lnTo>
                    <a:pt x="1524" y="1422"/>
                  </a:lnTo>
                  <a:lnTo>
                    <a:pt x="1524" y="1270"/>
                  </a:lnTo>
                  <a:lnTo>
                    <a:pt x="3136" y="1270"/>
                  </a:lnTo>
                  <a:lnTo>
                    <a:pt x="3136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10160"/>
                  </a:lnTo>
                  <a:lnTo>
                    <a:pt x="0" y="12700"/>
                  </a:lnTo>
                  <a:lnTo>
                    <a:pt x="16852" y="12700"/>
                  </a:lnTo>
                  <a:lnTo>
                    <a:pt x="16852" y="96520"/>
                  </a:lnTo>
                  <a:lnTo>
                    <a:pt x="0" y="96520"/>
                  </a:lnTo>
                  <a:lnTo>
                    <a:pt x="0" y="97790"/>
                  </a:lnTo>
                  <a:lnTo>
                    <a:pt x="0" y="106680"/>
                  </a:lnTo>
                  <a:lnTo>
                    <a:pt x="0" y="107950"/>
                  </a:lnTo>
                  <a:lnTo>
                    <a:pt x="30568" y="107950"/>
                  </a:lnTo>
                  <a:lnTo>
                    <a:pt x="30568" y="106680"/>
                  </a:lnTo>
                  <a:lnTo>
                    <a:pt x="30568" y="1422"/>
                  </a:lnTo>
                  <a:lnTo>
                    <a:pt x="29044" y="1422"/>
                  </a:lnTo>
                  <a:lnTo>
                    <a:pt x="27520" y="1422"/>
                  </a:lnTo>
                  <a:lnTo>
                    <a:pt x="27520" y="8890"/>
                  </a:lnTo>
                  <a:lnTo>
                    <a:pt x="27520" y="9042"/>
                  </a:lnTo>
                  <a:lnTo>
                    <a:pt x="21424" y="9042"/>
                  </a:lnTo>
                  <a:lnTo>
                    <a:pt x="21424" y="8890"/>
                  </a:lnTo>
                  <a:lnTo>
                    <a:pt x="27520" y="8890"/>
                  </a:lnTo>
                  <a:lnTo>
                    <a:pt x="27520" y="1422"/>
                  </a:lnTo>
                  <a:lnTo>
                    <a:pt x="27520" y="1270"/>
                  </a:lnTo>
                  <a:lnTo>
                    <a:pt x="30568" y="1270"/>
                  </a:lnTo>
                  <a:lnTo>
                    <a:pt x="30568" y="0"/>
                  </a:lnTo>
                  <a:close/>
                </a:path>
              </a:pathLst>
            </a:custGeom>
            <a:solidFill>
              <a:srgbClr val="A3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51452" y="1836515"/>
              <a:ext cx="17145" cy="41275"/>
            </a:xfrm>
            <a:custGeom>
              <a:avLst/>
              <a:gdLst/>
              <a:ahLst/>
              <a:cxnLst/>
              <a:rect l="l" t="t" r="r" b="b"/>
              <a:pathLst>
                <a:path w="17144" h="41275">
                  <a:moveTo>
                    <a:pt x="12192" y="39624"/>
                  </a:moveTo>
                  <a:lnTo>
                    <a:pt x="4572" y="39624"/>
                  </a:lnTo>
                  <a:lnTo>
                    <a:pt x="1524" y="38100"/>
                  </a:lnTo>
                  <a:lnTo>
                    <a:pt x="1524" y="36576"/>
                  </a:lnTo>
                  <a:lnTo>
                    <a:pt x="0" y="33528"/>
                  </a:lnTo>
                  <a:lnTo>
                    <a:pt x="0" y="30480"/>
                  </a:lnTo>
                  <a:lnTo>
                    <a:pt x="1524" y="27432"/>
                  </a:lnTo>
                  <a:lnTo>
                    <a:pt x="3048" y="27432"/>
                  </a:lnTo>
                  <a:lnTo>
                    <a:pt x="4572" y="25908"/>
                  </a:lnTo>
                  <a:lnTo>
                    <a:pt x="12192" y="25908"/>
                  </a:lnTo>
                  <a:lnTo>
                    <a:pt x="16764" y="30480"/>
                  </a:lnTo>
                  <a:lnTo>
                    <a:pt x="15240" y="33528"/>
                  </a:lnTo>
                  <a:lnTo>
                    <a:pt x="15240" y="38100"/>
                  </a:lnTo>
                  <a:lnTo>
                    <a:pt x="12192" y="39624"/>
                  </a:lnTo>
                  <a:close/>
                </a:path>
                <a:path w="17144" h="41275">
                  <a:moveTo>
                    <a:pt x="9144" y="41148"/>
                  </a:moveTo>
                  <a:lnTo>
                    <a:pt x="7620" y="41148"/>
                  </a:lnTo>
                  <a:lnTo>
                    <a:pt x="6096" y="39624"/>
                  </a:lnTo>
                  <a:lnTo>
                    <a:pt x="10668" y="39624"/>
                  </a:lnTo>
                  <a:lnTo>
                    <a:pt x="9144" y="41148"/>
                  </a:lnTo>
                  <a:close/>
                </a:path>
                <a:path w="17144" h="41275">
                  <a:moveTo>
                    <a:pt x="13716" y="1524"/>
                  </a:moveTo>
                  <a:lnTo>
                    <a:pt x="4572" y="1524"/>
                  </a:lnTo>
                  <a:lnTo>
                    <a:pt x="6096" y="0"/>
                  </a:lnTo>
                  <a:lnTo>
                    <a:pt x="12192" y="0"/>
                  </a:lnTo>
                  <a:lnTo>
                    <a:pt x="13716" y="1524"/>
                  </a:lnTo>
                  <a:close/>
                </a:path>
                <a:path w="17144" h="41275">
                  <a:moveTo>
                    <a:pt x="9144" y="15240"/>
                  </a:moveTo>
                  <a:lnTo>
                    <a:pt x="6096" y="15240"/>
                  </a:lnTo>
                  <a:lnTo>
                    <a:pt x="0" y="9144"/>
                  </a:lnTo>
                  <a:lnTo>
                    <a:pt x="0" y="6096"/>
                  </a:lnTo>
                  <a:lnTo>
                    <a:pt x="1524" y="4572"/>
                  </a:lnTo>
                  <a:lnTo>
                    <a:pt x="1524" y="1524"/>
                  </a:lnTo>
                  <a:lnTo>
                    <a:pt x="15240" y="1524"/>
                  </a:lnTo>
                  <a:lnTo>
                    <a:pt x="16764" y="4572"/>
                  </a:lnTo>
                  <a:lnTo>
                    <a:pt x="16764" y="10668"/>
                  </a:lnTo>
                  <a:lnTo>
                    <a:pt x="13716" y="13716"/>
                  </a:lnTo>
                  <a:lnTo>
                    <a:pt x="10668" y="13716"/>
                  </a:lnTo>
                  <a:lnTo>
                    <a:pt x="9144" y="1524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/>
          <p:nvPr/>
        </p:nvSpPr>
        <p:spPr>
          <a:xfrm>
            <a:off x="567118" y="1935771"/>
            <a:ext cx="32384" cy="107950"/>
          </a:xfrm>
          <a:custGeom>
            <a:avLst/>
            <a:gdLst/>
            <a:ahLst/>
            <a:cxnLst/>
            <a:rect l="l" t="t" r="r" b="b"/>
            <a:pathLst>
              <a:path w="32384" h="107950">
                <a:moveTo>
                  <a:pt x="32004" y="0"/>
                </a:moveTo>
                <a:lnTo>
                  <a:pt x="28956" y="0"/>
                </a:lnTo>
                <a:lnTo>
                  <a:pt x="28956" y="1270"/>
                </a:lnTo>
                <a:lnTo>
                  <a:pt x="28956" y="1422"/>
                </a:lnTo>
                <a:lnTo>
                  <a:pt x="27432" y="1422"/>
                </a:lnTo>
                <a:lnTo>
                  <a:pt x="27432" y="1270"/>
                </a:lnTo>
                <a:lnTo>
                  <a:pt x="28956" y="1270"/>
                </a:lnTo>
                <a:lnTo>
                  <a:pt x="28956" y="0"/>
                </a:lnTo>
                <a:lnTo>
                  <a:pt x="4572" y="0"/>
                </a:lnTo>
                <a:lnTo>
                  <a:pt x="4572" y="1270"/>
                </a:lnTo>
                <a:lnTo>
                  <a:pt x="4572" y="1422"/>
                </a:lnTo>
                <a:lnTo>
                  <a:pt x="1524" y="1422"/>
                </a:lnTo>
                <a:lnTo>
                  <a:pt x="1524" y="1270"/>
                </a:lnTo>
                <a:lnTo>
                  <a:pt x="4572" y="1270"/>
                </a:lnTo>
                <a:lnTo>
                  <a:pt x="4572" y="0"/>
                </a:lnTo>
                <a:lnTo>
                  <a:pt x="0" y="0"/>
                </a:lnTo>
                <a:lnTo>
                  <a:pt x="0" y="1270"/>
                </a:lnTo>
                <a:lnTo>
                  <a:pt x="0" y="106680"/>
                </a:lnTo>
                <a:lnTo>
                  <a:pt x="0" y="107950"/>
                </a:lnTo>
                <a:lnTo>
                  <a:pt x="32004" y="107950"/>
                </a:lnTo>
                <a:lnTo>
                  <a:pt x="32004" y="106680"/>
                </a:lnTo>
                <a:lnTo>
                  <a:pt x="27432" y="106680"/>
                </a:lnTo>
                <a:lnTo>
                  <a:pt x="27432" y="99060"/>
                </a:lnTo>
                <a:lnTo>
                  <a:pt x="27432" y="97790"/>
                </a:lnTo>
                <a:lnTo>
                  <a:pt x="12192" y="97790"/>
                </a:lnTo>
                <a:lnTo>
                  <a:pt x="12192" y="10160"/>
                </a:lnTo>
                <a:lnTo>
                  <a:pt x="13716" y="10160"/>
                </a:lnTo>
                <a:lnTo>
                  <a:pt x="13716" y="12700"/>
                </a:lnTo>
                <a:lnTo>
                  <a:pt x="32004" y="12700"/>
                </a:lnTo>
                <a:lnTo>
                  <a:pt x="32004" y="10160"/>
                </a:lnTo>
                <a:lnTo>
                  <a:pt x="32004" y="1270"/>
                </a:lnTo>
                <a:lnTo>
                  <a:pt x="32004" y="0"/>
                </a:lnTo>
                <a:close/>
              </a:path>
            </a:pathLst>
          </a:custGeom>
          <a:solidFill>
            <a:srgbClr val="A3494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62799" y="1783079"/>
            <a:ext cx="1956625" cy="266985"/>
          </a:xfrm>
          <a:prstGeom prst="rect">
            <a:avLst/>
          </a:prstGeom>
        </p:spPr>
      </p:pic>
      <p:grpSp>
        <p:nvGrpSpPr>
          <p:cNvPr id="21" name="object 21" descr=""/>
          <p:cNvGrpSpPr/>
          <p:nvPr/>
        </p:nvGrpSpPr>
        <p:grpSpPr>
          <a:xfrm>
            <a:off x="579310" y="1935765"/>
            <a:ext cx="517525" cy="107950"/>
            <a:chOff x="579310" y="1935765"/>
            <a:chExt cx="517525" cy="107950"/>
          </a:xfrm>
        </p:grpSpPr>
        <p:sp>
          <p:nvSpPr>
            <p:cNvPr id="22" name="object 22" descr=""/>
            <p:cNvSpPr/>
            <p:nvPr/>
          </p:nvSpPr>
          <p:spPr>
            <a:xfrm>
              <a:off x="579310" y="1946338"/>
              <a:ext cx="20320" cy="96520"/>
            </a:xfrm>
            <a:custGeom>
              <a:avLst/>
              <a:gdLst/>
              <a:ahLst/>
              <a:cxnLst/>
              <a:rect l="l" t="t" r="r" b="b"/>
              <a:pathLst>
                <a:path w="20320" h="96519">
                  <a:moveTo>
                    <a:pt x="19812" y="85953"/>
                  </a:moveTo>
                  <a:lnTo>
                    <a:pt x="1524" y="85953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86969"/>
                  </a:lnTo>
                  <a:lnTo>
                    <a:pt x="1524" y="86969"/>
                  </a:lnTo>
                  <a:lnTo>
                    <a:pt x="1524" y="87223"/>
                  </a:lnTo>
                  <a:lnTo>
                    <a:pt x="15240" y="87223"/>
                  </a:lnTo>
                  <a:lnTo>
                    <a:pt x="15240" y="96113"/>
                  </a:lnTo>
                  <a:lnTo>
                    <a:pt x="16764" y="96113"/>
                  </a:lnTo>
                  <a:lnTo>
                    <a:pt x="19812" y="96113"/>
                  </a:lnTo>
                  <a:lnTo>
                    <a:pt x="19812" y="87223"/>
                  </a:lnTo>
                  <a:lnTo>
                    <a:pt x="19812" y="85953"/>
                  </a:lnTo>
                  <a:close/>
                </a:path>
              </a:pathLst>
            </a:custGeom>
            <a:solidFill>
              <a:srgbClr val="A3494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9029" y="1940242"/>
              <a:ext cx="100584" cy="9305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0093" y="1943290"/>
              <a:ext cx="96107" cy="97631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6681" y="1940242"/>
              <a:ext cx="99155" cy="99155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013929" y="1935771"/>
              <a:ext cx="32384" cy="107950"/>
            </a:xfrm>
            <a:custGeom>
              <a:avLst/>
              <a:gdLst/>
              <a:ahLst/>
              <a:cxnLst/>
              <a:rect l="l" t="t" r="r" b="b"/>
              <a:pathLst>
                <a:path w="32384" h="107950">
                  <a:moveTo>
                    <a:pt x="32092" y="0"/>
                  </a:moveTo>
                  <a:lnTo>
                    <a:pt x="19900" y="0"/>
                  </a:lnTo>
                  <a:lnTo>
                    <a:pt x="19900" y="10160"/>
                  </a:lnTo>
                  <a:lnTo>
                    <a:pt x="19900" y="10566"/>
                  </a:lnTo>
                  <a:lnTo>
                    <a:pt x="19900" y="97536"/>
                  </a:lnTo>
                  <a:lnTo>
                    <a:pt x="19900" y="97790"/>
                  </a:lnTo>
                  <a:lnTo>
                    <a:pt x="18376" y="97790"/>
                  </a:lnTo>
                  <a:lnTo>
                    <a:pt x="18376" y="97536"/>
                  </a:lnTo>
                  <a:lnTo>
                    <a:pt x="19900" y="97536"/>
                  </a:lnTo>
                  <a:lnTo>
                    <a:pt x="19900" y="10566"/>
                  </a:lnTo>
                  <a:lnTo>
                    <a:pt x="18376" y="10566"/>
                  </a:lnTo>
                  <a:lnTo>
                    <a:pt x="18376" y="10160"/>
                  </a:lnTo>
                  <a:lnTo>
                    <a:pt x="19900" y="10160"/>
                  </a:lnTo>
                  <a:lnTo>
                    <a:pt x="19900" y="0"/>
                  </a:lnTo>
                  <a:lnTo>
                    <a:pt x="4572" y="0"/>
                  </a:lnTo>
                  <a:lnTo>
                    <a:pt x="4572" y="1270"/>
                  </a:lnTo>
                  <a:lnTo>
                    <a:pt x="4572" y="1422"/>
                  </a:lnTo>
                  <a:lnTo>
                    <a:pt x="3048" y="1422"/>
                  </a:lnTo>
                  <a:lnTo>
                    <a:pt x="3048" y="1270"/>
                  </a:lnTo>
                  <a:lnTo>
                    <a:pt x="4572" y="1270"/>
                  </a:lnTo>
                  <a:lnTo>
                    <a:pt x="4572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10160"/>
                  </a:lnTo>
                  <a:lnTo>
                    <a:pt x="0" y="12700"/>
                  </a:lnTo>
                  <a:lnTo>
                    <a:pt x="18376" y="12700"/>
                  </a:lnTo>
                  <a:lnTo>
                    <a:pt x="18376" y="96520"/>
                  </a:lnTo>
                  <a:lnTo>
                    <a:pt x="0" y="96520"/>
                  </a:lnTo>
                  <a:lnTo>
                    <a:pt x="0" y="97790"/>
                  </a:lnTo>
                  <a:lnTo>
                    <a:pt x="0" y="106680"/>
                  </a:lnTo>
                  <a:lnTo>
                    <a:pt x="0" y="107950"/>
                  </a:lnTo>
                  <a:lnTo>
                    <a:pt x="32092" y="107950"/>
                  </a:lnTo>
                  <a:lnTo>
                    <a:pt x="32092" y="106680"/>
                  </a:lnTo>
                  <a:lnTo>
                    <a:pt x="32092" y="1422"/>
                  </a:lnTo>
                  <a:lnTo>
                    <a:pt x="29044" y="1422"/>
                  </a:lnTo>
                  <a:lnTo>
                    <a:pt x="27520" y="1422"/>
                  </a:lnTo>
                  <a:lnTo>
                    <a:pt x="27520" y="8890"/>
                  </a:lnTo>
                  <a:lnTo>
                    <a:pt x="27520" y="9042"/>
                  </a:lnTo>
                  <a:lnTo>
                    <a:pt x="21424" y="9042"/>
                  </a:lnTo>
                  <a:lnTo>
                    <a:pt x="21424" y="8890"/>
                  </a:lnTo>
                  <a:lnTo>
                    <a:pt x="27520" y="8890"/>
                  </a:lnTo>
                  <a:lnTo>
                    <a:pt x="27520" y="1422"/>
                  </a:lnTo>
                  <a:lnTo>
                    <a:pt x="27520" y="1270"/>
                  </a:lnTo>
                  <a:lnTo>
                    <a:pt x="32092" y="1270"/>
                  </a:lnTo>
                  <a:lnTo>
                    <a:pt x="32092" y="0"/>
                  </a:lnTo>
                  <a:close/>
                </a:path>
              </a:pathLst>
            </a:custGeom>
            <a:solidFill>
              <a:srgbClr val="A3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081087" y="1990534"/>
              <a:ext cx="15240" cy="41275"/>
            </a:xfrm>
            <a:custGeom>
              <a:avLst/>
              <a:gdLst/>
              <a:ahLst/>
              <a:cxnLst/>
              <a:rect l="l" t="t" r="r" b="b"/>
              <a:pathLst>
                <a:path w="15240" h="41275">
                  <a:moveTo>
                    <a:pt x="9144" y="41243"/>
                  </a:moveTo>
                  <a:lnTo>
                    <a:pt x="4572" y="41243"/>
                  </a:lnTo>
                  <a:lnTo>
                    <a:pt x="0" y="36671"/>
                  </a:lnTo>
                  <a:lnTo>
                    <a:pt x="0" y="29051"/>
                  </a:lnTo>
                  <a:lnTo>
                    <a:pt x="3048" y="27527"/>
                  </a:lnTo>
                  <a:lnTo>
                    <a:pt x="4572" y="26003"/>
                  </a:lnTo>
                  <a:lnTo>
                    <a:pt x="10668" y="26003"/>
                  </a:lnTo>
                  <a:lnTo>
                    <a:pt x="15240" y="30575"/>
                  </a:lnTo>
                  <a:lnTo>
                    <a:pt x="15240" y="36671"/>
                  </a:lnTo>
                  <a:lnTo>
                    <a:pt x="12192" y="39719"/>
                  </a:lnTo>
                  <a:lnTo>
                    <a:pt x="9144" y="41243"/>
                  </a:lnTo>
                  <a:close/>
                </a:path>
                <a:path w="15240" h="41275">
                  <a:moveTo>
                    <a:pt x="9144" y="15335"/>
                  </a:moveTo>
                  <a:lnTo>
                    <a:pt x="6096" y="15335"/>
                  </a:lnTo>
                  <a:lnTo>
                    <a:pt x="4572" y="13811"/>
                  </a:lnTo>
                  <a:lnTo>
                    <a:pt x="3048" y="13811"/>
                  </a:lnTo>
                  <a:lnTo>
                    <a:pt x="0" y="12287"/>
                  </a:lnTo>
                  <a:lnTo>
                    <a:pt x="0" y="4572"/>
                  </a:lnTo>
                  <a:lnTo>
                    <a:pt x="4572" y="0"/>
                  </a:lnTo>
                  <a:lnTo>
                    <a:pt x="10668" y="0"/>
                  </a:lnTo>
                  <a:lnTo>
                    <a:pt x="12192" y="1524"/>
                  </a:lnTo>
                  <a:lnTo>
                    <a:pt x="15240" y="3048"/>
                  </a:lnTo>
                  <a:lnTo>
                    <a:pt x="15240" y="12287"/>
                  </a:lnTo>
                  <a:lnTo>
                    <a:pt x="9144" y="15335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 descr=""/>
          <p:cNvGrpSpPr/>
          <p:nvPr/>
        </p:nvGrpSpPr>
        <p:grpSpPr>
          <a:xfrm>
            <a:off x="567118" y="2099024"/>
            <a:ext cx="401320" cy="107950"/>
            <a:chOff x="567118" y="2099024"/>
            <a:chExt cx="401320" cy="107950"/>
          </a:xfrm>
        </p:grpSpPr>
        <p:pic>
          <p:nvPicPr>
            <p:cNvPr id="29" name="object 2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7118" y="2099024"/>
              <a:ext cx="152495" cy="107950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7045" y="2101977"/>
              <a:ext cx="102203" cy="102203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885825" y="2099030"/>
              <a:ext cx="31115" cy="107950"/>
            </a:xfrm>
            <a:custGeom>
              <a:avLst/>
              <a:gdLst/>
              <a:ahLst/>
              <a:cxnLst/>
              <a:rect l="l" t="t" r="r" b="b"/>
              <a:pathLst>
                <a:path w="31115" h="107950">
                  <a:moveTo>
                    <a:pt x="30568" y="0"/>
                  </a:moveTo>
                  <a:lnTo>
                    <a:pt x="19900" y="0"/>
                  </a:lnTo>
                  <a:lnTo>
                    <a:pt x="19900" y="10160"/>
                  </a:lnTo>
                  <a:lnTo>
                    <a:pt x="19900" y="10566"/>
                  </a:lnTo>
                  <a:lnTo>
                    <a:pt x="19900" y="97536"/>
                  </a:lnTo>
                  <a:lnTo>
                    <a:pt x="19900" y="97790"/>
                  </a:lnTo>
                  <a:lnTo>
                    <a:pt x="16852" y="97790"/>
                  </a:lnTo>
                  <a:lnTo>
                    <a:pt x="16852" y="97536"/>
                  </a:lnTo>
                  <a:lnTo>
                    <a:pt x="19900" y="97536"/>
                  </a:lnTo>
                  <a:lnTo>
                    <a:pt x="19900" y="10566"/>
                  </a:lnTo>
                  <a:lnTo>
                    <a:pt x="16852" y="10566"/>
                  </a:lnTo>
                  <a:lnTo>
                    <a:pt x="16852" y="10160"/>
                  </a:lnTo>
                  <a:lnTo>
                    <a:pt x="19900" y="10160"/>
                  </a:lnTo>
                  <a:lnTo>
                    <a:pt x="19900" y="0"/>
                  </a:lnTo>
                  <a:lnTo>
                    <a:pt x="3136" y="0"/>
                  </a:lnTo>
                  <a:lnTo>
                    <a:pt x="3136" y="1270"/>
                  </a:lnTo>
                  <a:lnTo>
                    <a:pt x="3136" y="1422"/>
                  </a:lnTo>
                  <a:lnTo>
                    <a:pt x="1524" y="1422"/>
                  </a:lnTo>
                  <a:lnTo>
                    <a:pt x="1524" y="1270"/>
                  </a:lnTo>
                  <a:lnTo>
                    <a:pt x="3136" y="1270"/>
                  </a:lnTo>
                  <a:lnTo>
                    <a:pt x="3136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10160"/>
                  </a:lnTo>
                  <a:lnTo>
                    <a:pt x="0" y="12700"/>
                  </a:lnTo>
                  <a:lnTo>
                    <a:pt x="16852" y="12700"/>
                  </a:lnTo>
                  <a:lnTo>
                    <a:pt x="16852" y="96520"/>
                  </a:lnTo>
                  <a:lnTo>
                    <a:pt x="0" y="96520"/>
                  </a:lnTo>
                  <a:lnTo>
                    <a:pt x="0" y="97790"/>
                  </a:lnTo>
                  <a:lnTo>
                    <a:pt x="0" y="106680"/>
                  </a:lnTo>
                  <a:lnTo>
                    <a:pt x="0" y="107950"/>
                  </a:lnTo>
                  <a:lnTo>
                    <a:pt x="30568" y="107950"/>
                  </a:lnTo>
                  <a:lnTo>
                    <a:pt x="30568" y="106680"/>
                  </a:lnTo>
                  <a:lnTo>
                    <a:pt x="30568" y="1422"/>
                  </a:lnTo>
                  <a:lnTo>
                    <a:pt x="29044" y="1422"/>
                  </a:lnTo>
                  <a:lnTo>
                    <a:pt x="27520" y="1422"/>
                  </a:lnTo>
                  <a:lnTo>
                    <a:pt x="27520" y="8890"/>
                  </a:lnTo>
                  <a:lnTo>
                    <a:pt x="27520" y="9042"/>
                  </a:lnTo>
                  <a:lnTo>
                    <a:pt x="21424" y="9042"/>
                  </a:lnTo>
                  <a:lnTo>
                    <a:pt x="21424" y="8890"/>
                  </a:lnTo>
                  <a:lnTo>
                    <a:pt x="27520" y="8890"/>
                  </a:lnTo>
                  <a:lnTo>
                    <a:pt x="27520" y="1422"/>
                  </a:lnTo>
                  <a:lnTo>
                    <a:pt x="27520" y="1270"/>
                  </a:lnTo>
                  <a:lnTo>
                    <a:pt x="30568" y="1270"/>
                  </a:lnTo>
                  <a:lnTo>
                    <a:pt x="30568" y="0"/>
                  </a:lnTo>
                  <a:close/>
                </a:path>
              </a:pathLst>
            </a:custGeom>
            <a:solidFill>
              <a:srgbClr val="A3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951452" y="2153793"/>
              <a:ext cx="17145" cy="41275"/>
            </a:xfrm>
            <a:custGeom>
              <a:avLst/>
              <a:gdLst/>
              <a:ahLst/>
              <a:cxnLst/>
              <a:rect l="l" t="t" r="r" b="b"/>
              <a:pathLst>
                <a:path w="17144" h="41275">
                  <a:moveTo>
                    <a:pt x="10668" y="41243"/>
                  </a:moveTo>
                  <a:lnTo>
                    <a:pt x="6096" y="41243"/>
                  </a:lnTo>
                  <a:lnTo>
                    <a:pt x="4572" y="39719"/>
                  </a:lnTo>
                  <a:lnTo>
                    <a:pt x="1524" y="38195"/>
                  </a:lnTo>
                  <a:lnTo>
                    <a:pt x="1524" y="36671"/>
                  </a:lnTo>
                  <a:lnTo>
                    <a:pt x="0" y="33623"/>
                  </a:lnTo>
                  <a:lnTo>
                    <a:pt x="0" y="30480"/>
                  </a:lnTo>
                  <a:lnTo>
                    <a:pt x="4572" y="25908"/>
                  </a:lnTo>
                  <a:lnTo>
                    <a:pt x="12192" y="25908"/>
                  </a:lnTo>
                  <a:lnTo>
                    <a:pt x="16764" y="30480"/>
                  </a:lnTo>
                  <a:lnTo>
                    <a:pt x="15240" y="33623"/>
                  </a:lnTo>
                  <a:lnTo>
                    <a:pt x="15240" y="38195"/>
                  </a:lnTo>
                  <a:lnTo>
                    <a:pt x="12192" y="39719"/>
                  </a:lnTo>
                  <a:lnTo>
                    <a:pt x="10668" y="41243"/>
                  </a:lnTo>
                  <a:close/>
                </a:path>
                <a:path w="17144" h="41275">
                  <a:moveTo>
                    <a:pt x="13716" y="1524"/>
                  </a:moveTo>
                  <a:lnTo>
                    <a:pt x="4572" y="1524"/>
                  </a:lnTo>
                  <a:lnTo>
                    <a:pt x="6096" y="0"/>
                  </a:lnTo>
                  <a:lnTo>
                    <a:pt x="12192" y="0"/>
                  </a:lnTo>
                  <a:lnTo>
                    <a:pt x="13716" y="1524"/>
                  </a:lnTo>
                  <a:close/>
                </a:path>
                <a:path w="17144" h="41275">
                  <a:moveTo>
                    <a:pt x="13716" y="13716"/>
                  </a:moveTo>
                  <a:lnTo>
                    <a:pt x="3048" y="13716"/>
                  </a:lnTo>
                  <a:lnTo>
                    <a:pt x="1524" y="12192"/>
                  </a:lnTo>
                  <a:lnTo>
                    <a:pt x="0" y="9144"/>
                  </a:lnTo>
                  <a:lnTo>
                    <a:pt x="0" y="7620"/>
                  </a:lnTo>
                  <a:lnTo>
                    <a:pt x="1524" y="4572"/>
                  </a:lnTo>
                  <a:lnTo>
                    <a:pt x="1524" y="1524"/>
                  </a:lnTo>
                  <a:lnTo>
                    <a:pt x="15240" y="1524"/>
                  </a:lnTo>
                  <a:lnTo>
                    <a:pt x="16764" y="4572"/>
                  </a:lnTo>
                  <a:lnTo>
                    <a:pt x="16764" y="10668"/>
                  </a:lnTo>
                  <a:lnTo>
                    <a:pt x="13716" y="13716"/>
                  </a:lnTo>
                  <a:close/>
                </a:path>
                <a:path w="17144" h="41275">
                  <a:moveTo>
                    <a:pt x="9144" y="15240"/>
                  </a:moveTo>
                  <a:lnTo>
                    <a:pt x="6096" y="15240"/>
                  </a:lnTo>
                  <a:lnTo>
                    <a:pt x="4572" y="13716"/>
                  </a:lnTo>
                  <a:lnTo>
                    <a:pt x="10668" y="13716"/>
                  </a:lnTo>
                  <a:lnTo>
                    <a:pt x="9144" y="1524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/>
          <p:nvPr/>
        </p:nvSpPr>
        <p:spPr>
          <a:xfrm>
            <a:off x="556437" y="2266670"/>
            <a:ext cx="99695" cy="82550"/>
          </a:xfrm>
          <a:custGeom>
            <a:avLst/>
            <a:gdLst/>
            <a:ahLst/>
            <a:cxnLst/>
            <a:rect l="l" t="t" r="r" b="b"/>
            <a:pathLst>
              <a:path w="99695" h="82550">
                <a:moveTo>
                  <a:pt x="50292" y="71716"/>
                </a:moveTo>
                <a:lnTo>
                  <a:pt x="32004" y="71716"/>
                </a:lnTo>
                <a:lnTo>
                  <a:pt x="32004" y="0"/>
                </a:lnTo>
                <a:lnTo>
                  <a:pt x="18288" y="0"/>
                </a:lnTo>
                <a:lnTo>
                  <a:pt x="0" y="13716"/>
                </a:lnTo>
                <a:lnTo>
                  <a:pt x="0" y="24384"/>
                </a:lnTo>
                <a:lnTo>
                  <a:pt x="22860" y="7620"/>
                </a:lnTo>
                <a:lnTo>
                  <a:pt x="22860" y="71716"/>
                </a:lnTo>
                <a:lnTo>
                  <a:pt x="0" y="71716"/>
                </a:lnTo>
                <a:lnTo>
                  <a:pt x="0" y="80860"/>
                </a:lnTo>
                <a:lnTo>
                  <a:pt x="50292" y="80860"/>
                </a:lnTo>
                <a:lnTo>
                  <a:pt x="50292" y="71716"/>
                </a:lnTo>
                <a:close/>
              </a:path>
              <a:path w="99695" h="82550">
                <a:moveTo>
                  <a:pt x="99161" y="67144"/>
                </a:moveTo>
                <a:lnTo>
                  <a:pt x="96113" y="64096"/>
                </a:lnTo>
                <a:lnTo>
                  <a:pt x="85445" y="64096"/>
                </a:lnTo>
                <a:lnTo>
                  <a:pt x="82397" y="67144"/>
                </a:lnTo>
                <a:lnTo>
                  <a:pt x="80873" y="70192"/>
                </a:lnTo>
                <a:lnTo>
                  <a:pt x="80873" y="76288"/>
                </a:lnTo>
                <a:lnTo>
                  <a:pt x="86969" y="82384"/>
                </a:lnTo>
                <a:lnTo>
                  <a:pt x="90017" y="82384"/>
                </a:lnTo>
                <a:lnTo>
                  <a:pt x="93065" y="82384"/>
                </a:lnTo>
                <a:lnTo>
                  <a:pt x="96113" y="80860"/>
                </a:lnTo>
                <a:lnTo>
                  <a:pt x="99161" y="77812"/>
                </a:lnTo>
                <a:lnTo>
                  <a:pt x="99161" y="6714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4" name="object 34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50093" y="2255996"/>
            <a:ext cx="103727" cy="102203"/>
          </a:xfrm>
          <a:prstGeom prst="rect">
            <a:avLst/>
          </a:prstGeom>
        </p:spPr>
      </p:pic>
      <p:grpSp>
        <p:nvGrpSpPr>
          <p:cNvPr id="35" name="object 35" descr=""/>
          <p:cNvGrpSpPr/>
          <p:nvPr/>
        </p:nvGrpSpPr>
        <p:grpSpPr>
          <a:xfrm>
            <a:off x="945356" y="2266664"/>
            <a:ext cx="381635" cy="100965"/>
            <a:chOff x="945356" y="2266664"/>
            <a:chExt cx="381635" cy="100965"/>
          </a:xfrm>
        </p:grpSpPr>
        <p:pic>
          <p:nvPicPr>
            <p:cNvPr id="36" name="object 3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45356" y="2266664"/>
              <a:ext cx="247078" cy="100679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1212240" y="2285047"/>
              <a:ext cx="114935" cy="64135"/>
            </a:xfrm>
            <a:custGeom>
              <a:avLst/>
              <a:gdLst/>
              <a:ahLst/>
              <a:cxnLst/>
              <a:rect l="l" t="t" r="r" b="b"/>
              <a:pathLst>
                <a:path w="114934" h="64135">
                  <a:moveTo>
                    <a:pt x="47244" y="18288"/>
                  </a:moveTo>
                  <a:lnTo>
                    <a:pt x="45720" y="15240"/>
                  </a:lnTo>
                  <a:lnTo>
                    <a:pt x="44196" y="10668"/>
                  </a:lnTo>
                  <a:lnTo>
                    <a:pt x="43434" y="9144"/>
                  </a:lnTo>
                  <a:lnTo>
                    <a:pt x="42672" y="7620"/>
                  </a:lnTo>
                  <a:lnTo>
                    <a:pt x="39624" y="4572"/>
                  </a:lnTo>
                  <a:lnTo>
                    <a:pt x="36576" y="3048"/>
                  </a:lnTo>
                  <a:lnTo>
                    <a:pt x="36576" y="15240"/>
                  </a:lnTo>
                  <a:lnTo>
                    <a:pt x="36576" y="48768"/>
                  </a:lnTo>
                  <a:lnTo>
                    <a:pt x="33528" y="50292"/>
                  </a:lnTo>
                  <a:lnTo>
                    <a:pt x="30480" y="53340"/>
                  </a:lnTo>
                  <a:lnTo>
                    <a:pt x="27432" y="54864"/>
                  </a:lnTo>
                  <a:lnTo>
                    <a:pt x="19812" y="54864"/>
                  </a:lnTo>
                  <a:lnTo>
                    <a:pt x="15240" y="53340"/>
                  </a:lnTo>
                  <a:lnTo>
                    <a:pt x="13716" y="50292"/>
                  </a:lnTo>
                  <a:lnTo>
                    <a:pt x="10668" y="48768"/>
                  </a:lnTo>
                  <a:lnTo>
                    <a:pt x="9144" y="44196"/>
                  </a:lnTo>
                  <a:lnTo>
                    <a:pt x="9144" y="18288"/>
                  </a:lnTo>
                  <a:lnTo>
                    <a:pt x="10668" y="15240"/>
                  </a:lnTo>
                  <a:lnTo>
                    <a:pt x="13716" y="13716"/>
                  </a:lnTo>
                  <a:lnTo>
                    <a:pt x="15240" y="10668"/>
                  </a:lnTo>
                  <a:lnTo>
                    <a:pt x="19812" y="9144"/>
                  </a:lnTo>
                  <a:lnTo>
                    <a:pt x="27432" y="9144"/>
                  </a:lnTo>
                  <a:lnTo>
                    <a:pt x="30480" y="10668"/>
                  </a:lnTo>
                  <a:lnTo>
                    <a:pt x="33528" y="13716"/>
                  </a:lnTo>
                  <a:lnTo>
                    <a:pt x="36576" y="15240"/>
                  </a:lnTo>
                  <a:lnTo>
                    <a:pt x="36576" y="3048"/>
                  </a:lnTo>
                  <a:lnTo>
                    <a:pt x="32004" y="1524"/>
                  </a:lnTo>
                  <a:lnTo>
                    <a:pt x="28956" y="0"/>
                  </a:lnTo>
                  <a:lnTo>
                    <a:pt x="18288" y="0"/>
                  </a:lnTo>
                  <a:lnTo>
                    <a:pt x="13716" y="1524"/>
                  </a:lnTo>
                  <a:lnTo>
                    <a:pt x="7620" y="4572"/>
                  </a:lnTo>
                  <a:lnTo>
                    <a:pt x="4572" y="7620"/>
                  </a:lnTo>
                  <a:lnTo>
                    <a:pt x="3048" y="10668"/>
                  </a:lnTo>
                  <a:lnTo>
                    <a:pt x="0" y="15240"/>
                  </a:lnTo>
                  <a:lnTo>
                    <a:pt x="0" y="48768"/>
                  </a:lnTo>
                  <a:lnTo>
                    <a:pt x="3048" y="53340"/>
                  </a:lnTo>
                  <a:lnTo>
                    <a:pt x="4572" y="56388"/>
                  </a:lnTo>
                  <a:lnTo>
                    <a:pt x="7620" y="59436"/>
                  </a:lnTo>
                  <a:lnTo>
                    <a:pt x="13716" y="62484"/>
                  </a:lnTo>
                  <a:lnTo>
                    <a:pt x="18288" y="64008"/>
                  </a:lnTo>
                  <a:lnTo>
                    <a:pt x="28956" y="64008"/>
                  </a:lnTo>
                  <a:lnTo>
                    <a:pt x="32004" y="62484"/>
                  </a:lnTo>
                  <a:lnTo>
                    <a:pt x="36576" y="60960"/>
                  </a:lnTo>
                  <a:lnTo>
                    <a:pt x="39624" y="59436"/>
                  </a:lnTo>
                  <a:lnTo>
                    <a:pt x="42672" y="56388"/>
                  </a:lnTo>
                  <a:lnTo>
                    <a:pt x="43434" y="54864"/>
                  </a:lnTo>
                  <a:lnTo>
                    <a:pt x="44196" y="53340"/>
                  </a:lnTo>
                  <a:lnTo>
                    <a:pt x="47244" y="44196"/>
                  </a:lnTo>
                  <a:lnTo>
                    <a:pt x="47244" y="18288"/>
                  </a:lnTo>
                  <a:close/>
                </a:path>
                <a:path w="114934" h="64135">
                  <a:moveTo>
                    <a:pt x="114388" y="15240"/>
                  </a:moveTo>
                  <a:lnTo>
                    <a:pt x="111340" y="9144"/>
                  </a:lnTo>
                  <a:lnTo>
                    <a:pt x="108292" y="6096"/>
                  </a:lnTo>
                  <a:lnTo>
                    <a:pt x="105244" y="1524"/>
                  </a:lnTo>
                  <a:lnTo>
                    <a:pt x="99148" y="0"/>
                  </a:lnTo>
                  <a:lnTo>
                    <a:pt x="88392" y="0"/>
                  </a:lnTo>
                  <a:lnTo>
                    <a:pt x="83820" y="1524"/>
                  </a:lnTo>
                  <a:lnTo>
                    <a:pt x="79248" y="6096"/>
                  </a:lnTo>
                  <a:lnTo>
                    <a:pt x="77724" y="10668"/>
                  </a:lnTo>
                  <a:lnTo>
                    <a:pt x="77724" y="1524"/>
                  </a:lnTo>
                  <a:lnTo>
                    <a:pt x="67056" y="1524"/>
                  </a:lnTo>
                  <a:lnTo>
                    <a:pt x="67056" y="62484"/>
                  </a:lnTo>
                  <a:lnTo>
                    <a:pt x="77724" y="62484"/>
                  </a:lnTo>
                  <a:lnTo>
                    <a:pt x="77724" y="15240"/>
                  </a:lnTo>
                  <a:lnTo>
                    <a:pt x="80772" y="12192"/>
                  </a:lnTo>
                  <a:lnTo>
                    <a:pt x="86868" y="9144"/>
                  </a:lnTo>
                  <a:lnTo>
                    <a:pt x="94488" y="9144"/>
                  </a:lnTo>
                  <a:lnTo>
                    <a:pt x="97536" y="10668"/>
                  </a:lnTo>
                  <a:lnTo>
                    <a:pt x="100672" y="12192"/>
                  </a:lnTo>
                  <a:lnTo>
                    <a:pt x="103720" y="18288"/>
                  </a:lnTo>
                  <a:lnTo>
                    <a:pt x="103720" y="62484"/>
                  </a:lnTo>
                  <a:lnTo>
                    <a:pt x="114388" y="62484"/>
                  </a:lnTo>
                  <a:lnTo>
                    <a:pt x="114388" y="1524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 descr=""/>
          <p:cNvGrpSpPr/>
          <p:nvPr/>
        </p:nvGrpSpPr>
        <p:grpSpPr>
          <a:xfrm>
            <a:off x="1407413" y="2255996"/>
            <a:ext cx="822325" cy="102235"/>
            <a:chOff x="1407413" y="2255996"/>
            <a:chExt cx="822325" cy="102235"/>
          </a:xfrm>
        </p:grpSpPr>
        <p:pic>
          <p:nvPicPr>
            <p:cNvPr id="39" name="object 3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07413" y="2255996"/>
              <a:ext cx="459104" cy="102203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87854" y="2257520"/>
              <a:ext cx="221075" cy="100679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128742" y="2259044"/>
              <a:ext cx="100679" cy="93059"/>
            </a:xfrm>
            <a:prstGeom prst="rect">
              <a:avLst/>
            </a:prstGeom>
          </p:spPr>
        </p:pic>
      </p:grpSp>
      <p:sp>
        <p:nvSpPr>
          <p:cNvPr id="42" name="object 42" descr=""/>
          <p:cNvSpPr/>
          <p:nvPr/>
        </p:nvSpPr>
        <p:spPr>
          <a:xfrm>
            <a:off x="2320950" y="2265146"/>
            <a:ext cx="230504" cy="84455"/>
          </a:xfrm>
          <a:custGeom>
            <a:avLst/>
            <a:gdLst/>
            <a:ahLst/>
            <a:cxnLst/>
            <a:rect l="l" t="t" r="r" b="b"/>
            <a:pathLst>
              <a:path w="230505" h="84455">
                <a:moveTo>
                  <a:pt x="47244" y="13804"/>
                </a:moveTo>
                <a:lnTo>
                  <a:pt x="44196" y="10668"/>
                </a:lnTo>
                <a:lnTo>
                  <a:pt x="42672" y="7620"/>
                </a:lnTo>
                <a:lnTo>
                  <a:pt x="39624" y="4572"/>
                </a:lnTo>
                <a:lnTo>
                  <a:pt x="33528" y="1524"/>
                </a:lnTo>
                <a:lnTo>
                  <a:pt x="28956" y="0"/>
                </a:lnTo>
                <a:lnTo>
                  <a:pt x="18288" y="0"/>
                </a:lnTo>
                <a:lnTo>
                  <a:pt x="15240" y="1524"/>
                </a:lnTo>
                <a:lnTo>
                  <a:pt x="10668" y="3048"/>
                </a:lnTo>
                <a:lnTo>
                  <a:pt x="7620" y="4572"/>
                </a:lnTo>
                <a:lnTo>
                  <a:pt x="4572" y="7620"/>
                </a:lnTo>
                <a:lnTo>
                  <a:pt x="3048" y="10668"/>
                </a:lnTo>
                <a:lnTo>
                  <a:pt x="0" y="13804"/>
                </a:lnTo>
                <a:lnTo>
                  <a:pt x="0" y="65620"/>
                </a:lnTo>
                <a:lnTo>
                  <a:pt x="1524" y="68668"/>
                </a:lnTo>
                <a:lnTo>
                  <a:pt x="3048" y="73240"/>
                </a:lnTo>
                <a:lnTo>
                  <a:pt x="4572" y="76288"/>
                </a:lnTo>
                <a:lnTo>
                  <a:pt x="7620" y="79336"/>
                </a:lnTo>
                <a:lnTo>
                  <a:pt x="10668" y="80860"/>
                </a:lnTo>
                <a:lnTo>
                  <a:pt x="15240" y="82384"/>
                </a:lnTo>
                <a:lnTo>
                  <a:pt x="18288" y="83908"/>
                </a:lnTo>
                <a:lnTo>
                  <a:pt x="24384" y="83908"/>
                </a:lnTo>
                <a:lnTo>
                  <a:pt x="28956" y="83908"/>
                </a:lnTo>
                <a:lnTo>
                  <a:pt x="33528" y="82384"/>
                </a:lnTo>
                <a:lnTo>
                  <a:pt x="39624" y="79336"/>
                </a:lnTo>
                <a:lnTo>
                  <a:pt x="42672" y="76288"/>
                </a:lnTo>
                <a:lnTo>
                  <a:pt x="44196" y="73240"/>
                </a:lnTo>
                <a:lnTo>
                  <a:pt x="47244" y="68668"/>
                </a:lnTo>
                <a:lnTo>
                  <a:pt x="47244" y="59524"/>
                </a:lnTo>
                <a:lnTo>
                  <a:pt x="38100" y="59524"/>
                </a:lnTo>
                <a:lnTo>
                  <a:pt x="38100" y="64096"/>
                </a:lnTo>
                <a:lnTo>
                  <a:pt x="36576" y="68668"/>
                </a:lnTo>
                <a:lnTo>
                  <a:pt x="33528" y="70192"/>
                </a:lnTo>
                <a:lnTo>
                  <a:pt x="32004" y="73240"/>
                </a:lnTo>
                <a:lnTo>
                  <a:pt x="28956" y="74764"/>
                </a:lnTo>
                <a:lnTo>
                  <a:pt x="19812" y="74764"/>
                </a:lnTo>
                <a:lnTo>
                  <a:pt x="16764" y="73240"/>
                </a:lnTo>
                <a:lnTo>
                  <a:pt x="13716" y="70192"/>
                </a:lnTo>
                <a:lnTo>
                  <a:pt x="10668" y="68668"/>
                </a:lnTo>
                <a:lnTo>
                  <a:pt x="9144" y="64096"/>
                </a:lnTo>
                <a:lnTo>
                  <a:pt x="9144" y="18376"/>
                </a:lnTo>
                <a:lnTo>
                  <a:pt x="10668" y="15328"/>
                </a:lnTo>
                <a:lnTo>
                  <a:pt x="13716" y="12192"/>
                </a:lnTo>
                <a:lnTo>
                  <a:pt x="19812" y="9144"/>
                </a:lnTo>
                <a:lnTo>
                  <a:pt x="28956" y="9144"/>
                </a:lnTo>
                <a:lnTo>
                  <a:pt x="32004" y="10668"/>
                </a:lnTo>
                <a:lnTo>
                  <a:pt x="36576" y="15328"/>
                </a:lnTo>
                <a:lnTo>
                  <a:pt x="38100" y="18376"/>
                </a:lnTo>
                <a:lnTo>
                  <a:pt x="38100" y="22948"/>
                </a:lnTo>
                <a:lnTo>
                  <a:pt x="47244" y="22948"/>
                </a:lnTo>
                <a:lnTo>
                  <a:pt x="47244" y="13804"/>
                </a:lnTo>
                <a:close/>
              </a:path>
              <a:path w="230505" h="84455">
                <a:moveTo>
                  <a:pt x="176885" y="41236"/>
                </a:moveTo>
                <a:lnTo>
                  <a:pt x="155549" y="41236"/>
                </a:lnTo>
                <a:lnTo>
                  <a:pt x="155549" y="19646"/>
                </a:lnTo>
                <a:lnTo>
                  <a:pt x="146405" y="19646"/>
                </a:lnTo>
                <a:lnTo>
                  <a:pt x="146405" y="41236"/>
                </a:lnTo>
                <a:lnTo>
                  <a:pt x="102209" y="41236"/>
                </a:lnTo>
                <a:lnTo>
                  <a:pt x="102209" y="19646"/>
                </a:lnTo>
                <a:lnTo>
                  <a:pt x="91440" y="19646"/>
                </a:lnTo>
                <a:lnTo>
                  <a:pt x="91440" y="41236"/>
                </a:lnTo>
                <a:lnTo>
                  <a:pt x="70104" y="41236"/>
                </a:lnTo>
                <a:lnTo>
                  <a:pt x="70104" y="50126"/>
                </a:lnTo>
                <a:lnTo>
                  <a:pt x="91440" y="50126"/>
                </a:lnTo>
                <a:lnTo>
                  <a:pt x="91440" y="71716"/>
                </a:lnTo>
                <a:lnTo>
                  <a:pt x="102209" y="71716"/>
                </a:lnTo>
                <a:lnTo>
                  <a:pt x="102209" y="50126"/>
                </a:lnTo>
                <a:lnTo>
                  <a:pt x="146405" y="50126"/>
                </a:lnTo>
                <a:lnTo>
                  <a:pt x="146405" y="71716"/>
                </a:lnTo>
                <a:lnTo>
                  <a:pt x="155549" y="71716"/>
                </a:lnTo>
                <a:lnTo>
                  <a:pt x="155549" y="50126"/>
                </a:lnTo>
                <a:lnTo>
                  <a:pt x="176885" y="50126"/>
                </a:lnTo>
                <a:lnTo>
                  <a:pt x="176885" y="41236"/>
                </a:lnTo>
                <a:close/>
              </a:path>
              <a:path w="230505" h="84455">
                <a:moveTo>
                  <a:pt x="230225" y="67144"/>
                </a:moveTo>
                <a:lnTo>
                  <a:pt x="228701" y="65620"/>
                </a:lnTo>
                <a:lnTo>
                  <a:pt x="228701" y="62572"/>
                </a:lnTo>
                <a:lnTo>
                  <a:pt x="227177" y="61048"/>
                </a:lnTo>
                <a:lnTo>
                  <a:pt x="227177" y="67144"/>
                </a:lnTo>
                <a:lnTo>
                  <a:pt x="227177" y="73240"/>
                </a:lnTo>
                <a:lnTo>
                  <a:pt x="225653" y="76288"/>
                </a:lnTo>
                <a:lnTo>
                  <a:pt x="224129" y="77812"/>
                </a:lnTo>
                <a:lnTo>
                  <a:pt x="221081" y="79336"/>
                </a:lnTo>
                <a:lnTo>
                  <a:pt x="214985" y="79336"/>
                </a:lnTo>
                <a:lnTo>
                  <a:pt x="213461" y="77812"/>
                </a:lnTo>
                <a:lnTo>
                  <a:pt x="210413" y="76288"/>
                </a:lnTo>
                <a:lnTo>
                  <a:pt x="210413" y="65620"/>
                </a:lnTo>
                <a:lnTo>
                  <a:pt x="213461" y="64096"/>
                </a:lnTo>
                <a:lnTo>
                  <a:pt x="214985" y="62572"/>
                </a:lnTo>
                <a:lnTo>
                  <a:pt x="221081" y="62572"/>
                </a:lnTo>
                <a:lnTo>
                  <a:pt x="224129" y="64096"/>
                </a:lnTo>
                <a:lnTo>
                  <a:pt x="227177" y="67144"/>
                </a:lnTo>
                <a:lnTo>
                  <a:pt x="227177" y="61048"/>
                </a:lnTo>
                <a:lnTo>
                  <a:pt x="224129" y="59524"/>
                </a:lnTo>
                <a:lnTo>
                  <a:pt x="213461" y="59524"/>
                </a:lnTo>
                <a:lnTo>
                  <a:pt x="210413" y="61048"/>
                </a:lnTo>
                <a:lnTo>
                  <a:pt x="207365" y="64096"/>
                </a:lnTo>
                <a:lnTo>
                  <a:pt x="207365" y="67144"/>
                </a:lnTo>
                <a:lnTo>
                  <a:pt x="205841" y="68668"/>
                </a:lnTo>
                <a:lnTo>
                  <a:pt x="205841" y="74764"/>
                </a:lnTo>
                <a:lnTo>
                  <a:pt x="207365" y="77812"/>
                </a:lnTo>
                <a:lnTo>
                  <a:pt x="210413" y="79336"/>
                </a:lnTo>
                <a:lnTo>
                  <a:pt x="211937" y="82384"/>
                </a:lnTo>
                <a:lnTo>
                  <a:pt x="222605" y="82384"/>
                </a:lnTo>
                <a:lnTo>
                  <a:pt x="225653" y="80860"/>
                </a:lnTo>
                <a:lnTo>
                  <a:pt x="227177" y="79336"/>
                </a:lnTo>
                <a:lnTo>
                  <a:pt x="228701" y="77812"/>
                </a:lnTo>
                <a:lnTo>
                  <a:pt x="230225" y="74764"/>
                </a:lnTo>
                <a:lnTo>
                  <a:pt x="230225" y="6714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554913" y="2419260"/>
            <a:ext cx="100965" cy="84455"/>
          </a:xfrm>
          <a:custGeom>
            <a:avLst/>
            <a:gdLst/>
            <a:ahLst/>
            <a:cxnLst/>
            <a:rect l="l" t="t" r="r" b="b"/>
            <a:pathLst>
              <a:path w="100965" h="84455">
                <a:moveTo>
                  <a:pt x="50292" y="73253"/>
                </a:moveTo>
                <a:lnTo>
                  <a:pt x="13716" y="73253"/>
                </a:lnTo>
                <a:lnTo>
                  <a:pt x="33528" y="53441"/>
                </a:lnTo>
                <a:lnTo>
                  <a:pt x="38100" y="47345"/>
                </a:lnTo>
                <a:lnTo>
                  <a:pt x="42672" y="42672"/>
                </a:lnTo>
                <a:lnTo>
                  <a:pt x="45720" y="38100"/>
                </a:lnTo>
                <a:lnTo>
                  <a:pt x="48768" y="28956"/>
                </a:lnTo>
                <a:lnTo>
                  <a:pt x="48768" y="18288"/>
                </a:lnTo>
                <a:lnTo>
                  <a:pt x="47244" y="15240"/>
                </a:lnTo>
                <a:lnTo>
                  <a:pt x="45720" y="10668"/>
                </a:lnTo>
                <a:lnTo>
                  <a:pt x="44196" y="7620"/>
                </a:lnTo>
                <a:lnTo>
                  <a:pt x="41148" y="4572"/>
                </a:lnTo>
                <a:lnTo>
                  <a:pt x="38100" y="3048"/>
                </a:lnTo>
                <a:lnTo>
                  <a:pt x="33528" y="1524"/>
                </a:lnTo>
                <a:lnTo>
                  <a:pt x="30480" y="0"/>
                </a:lnTo>
                <a:lnTo>
                  <a:pt x="19812" y="0"/>
                </a:lnTo>
                <a:lnTo>
                  <a:pt x="15240" y="1524"/>
                </a:lnTo>
                <a:lnTo>
                  <a:pt x="12192" y="3048"/>
                </a:lnTo>
                <a:lnTo>
                  <a:pt x="7620" y="4572"/>
                </a:lnTo>
                <a:lnTo>
                  <a:pt x="4572" y="7620"/>
                </a:lnTo>
                <a:lnTo>
                  <a:pt x="3048" y="12192"/>
                </a:lnTo>
                <a:lnTo>
                  <a:pt x="1524" y="15240"/>
                </a:lnTo>
                <a:lnTo>
                  <a:pt x="0" y="19812"/>
                </a:lnTo>
                <a:lnTo>
                  <a:pt x="0" y="24384"/>
                </a:lnTo>
                <a:lnTo>
                  <a:pt x="9144" y="24384"/>
                </a:lnTo>
                <a:lnTo>
                  <a:pt x="9144" y="19812"/>
                </a:lnTo>
                <a:lnTo>
                  <a:pt x="10668" y="15240"/>
                </a:lnTo>
                <a:lnTo>
                  <a:pt x="13716" y="13716"/>
                </a:lnTo>
                <a:lnTo>
                  <a:pt x="16764" y="10668"/>
                </a:lnTo>
                <a:lnTo>
                  <a:pt x="19812" y="9144"/>
                </a:lnTo>
                <a:lnTo>
                  <a:pt x="28956" y="9144"/>
                </a:lnTo>
                <a:lnTo>
                  <a:pt x="32004" y="10668"/>
                </a:lnTo>
                <a:lnTo>
                  <a:pt x="35052" y="13716"/>
                </a:lnTo>
                <a:lnTo>
                  <a:pt x="38100" y="15240"/>
                </a:lnTo>
                <a:lnTo>
                  <a:pt x="39624" y="19812"/>
                </a:lnTo>
                <a:lnTo>
                  <a:pt x="39624" y="27432"/>
                </a:lnTo>
                <a:lnTo>
                  <a:pt x="36576" y="33528"/>
                </a:lnTo>
                <a:lnTo>
                  <a:pt x="33528" y="38100"/>
                </a:lnTo>
                <a:lnTo>
                  <a:pt x="30480" y="41148"/>
                </a:lnTo>
                <a:lnTo>
                  <a:pt x="27432" y="45821"/>
                </a:lnTo>
                <a:lnTo>
                  <a:pt x="1524" y="73253"/>
                </a:lnTo>
                <a:lnTo>
                  <a:pt x="1524" y="82397"/>
                </a:lnTo>
                <a:lnTo>
                  <a:pt x="50292" y="82397"/>
                </a:lnTo>
                <a:lnTo>
                  <a:pt x="50292" y="73253"/>
                </a:lnTo>
                <a:close/>
              </a:path>
              <a:path w="100965" h="84455">
                <a:moveTo>
                  <a:pt x="100685" y="70192"/>
                </a:moveTo>
                <a:lnTo>
                  <a:pt x="99161" y="68668"/>
                </a:lnTo>
                <a:lnTo>
                  <a:pt x="97637" y="65620"/>
                </a:lnTo>
                <a:lnTo>
                  <a:pt x="86969" y="65620"/>
                </a:lnTo>
                <a:lnTo>
                  <a:pt x="85445" y="68668"/>
                </a:lnTo>
                <a:lnTo>
                  <a:pt x="82397" y="71716"/>
                </a:lnTo>
                <a:lnTo>
                  <a:pt x="82397" y="77812"/>
                </a:lnTo>
                <a:lnTo>
                  <a:pt x="85445" y="80860"/>
                </a:lnTo>
                <a:lnTo>
                  <a:pt x="86969" y="83908"/>
                </a:lnTo>
                <a:lnTo>
                  <a:pt x="91541" y="83908"/>
                </a:lnTo>
                <a:lnTo>
                  <a:pt x="97637" y="83908"/>
                </a:lnTo>
                <a:lnTo>
                  <a:pt x="99161" y="80860"/>
                </a:lnTo>
                <a:lnTo>
                  <a:pt x="100685" y="79336"/>
                </a:lnTo>
                <a:lnTo>
                  <a:pt x="100685" y="7019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4" name="object 44" descr=""/>
          <p:cNvGrpSpPr/>
          <p:nvPr/>
        </p:nvGrpSpPr>
        <p:grpSpPr>
          <a:xfrm>
            <a:off x="751617" y="2410110"/>
            <a:ext cx="694055" cy="104139"/>
            <a:chOff x="751617" y="2410110"/>
            <a:chExt cx="694055" cy="104139"/>
          </a:xfrm>
        </p:grpSpPr>
        <p:pic>
          <p:nvPicPr>
            <p:cNvPr id="45" name="object 4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51617" y="2411634"/>
              <a:ext cx="221170" cy="97631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92600" y="2410110"/>
              <a:ext cx="452913" cy="103727"/>
            </a:xfrm>
            <a:prstGeom prst="rect">
              <a:avLst/>
            </a:prstGeom>
          </p:spPr>
        </p:pic>
      </p:grpSp>
      <p:grpSp>
        <p:nvGrpSpPr>
          <p:cNvPr id="47" name="object 47" descr=""/>
          <p:cNvGrpSpPr/>
          <p:nvPr/>
        </p:nvGrpSpPr>
        <p:grpSpPr>
          <a:xfrm>
            <a:off x="1544669" y="2419254"/>
            <a:ext cx="386080" cy="102235"/>
            <a:chOff x="1544669" y="2419254"/>
            <a:chExt cx="386080" cy="102235"/>
          </a:xfrm>
        </p:grpSpPr>
        <p:sp>
          <p:nvSpPr>
            <p:cNvPr id="48" name="object 48" descr=""/>
            <p:cNvSpPr/>
            <p:nvPr/>
          </p:nvSpPr>
          <p:spPr>
            <a:xfrm>
              <a:off x="1544662" y="2419260"/>
              <a:ext cx="248920" cy="102235"/>
            </a:xfrm>
            <a:custGeom>
              <a:avLst/>
              <a:gdLst/>
              <a:ahLst/>
              <a:cxnLst/>
              <a:rect l="l" t="t" r="r" b="b"/>
              <a:pathLst>
                <a:path w="248919" h="102235">
                  <a:moveTo>
                    <a:pt x="47332" y="15240"/>
                  </a:moveTo>
                  <a:lnTo>
                    <a:pt x="44284" y="10668"/>
                  </a:lnTo>
                  <a:lnTo>
                    <a:pt x="43522" y="9144"/>
                  </a:lnTo>
                  <a:lnTo>
                    <a:pt x="42760" y="7620"/>
                  </a:lnTo>
                  <a:lnTo>
                    <a:pt x="39624" y="4572"/>
                  </a:lnTo>
                  <a:lnTo>
                    <a:pt x="38100" y="3810"/>
                  </a:lnTo>
                  <a:lnTo>
                    <a:pt x="38100" y="19812"/>
                  </a:lnTo>
                  <a:lnTo>
                    <a:pt x="38100" y="65620"/>
                  </a:lnTo>
                  <a:lnTo>
                    <a:pt x="36576" y="68668"/>
                  </a:lnTo>
                  <a:lnTo>
                    <a:pt x="32004" y="73240"/>
                  </a:lnTo>
                  <a:lnTo>
                    <a:pt x="28956" y="74764"/>
                  </a:lnTo>
                  <a:lnTo>
                    <a:pt x="19812" y="74764"/>
                  </a:lnTo>
                  <a:lnTo>
                    <a:pt x="13716" y="71716"/>
                  </a:lnTo>
                  <a:lnTo>
                    <a:pt x="10668" y="65620"/>
                  </a:lnTo>
                  <a:lnTo>
                    <a:pt x="10668" y="19812"/>
                  </a:lnTo>
                  <a:lnTo>
                    <a:pt x="12192" y="15240"/>
                  </a:lnTo>
                  <a:lnTo>
                    <a:pt x="16764" y="10668"/>
                  </a:lnTo>
                  <a:lnTo>
                    <a:pt x="19812" y="9144"/>
                  </a:lnTo>
                  <a:lnTo>
                    <a:pt x="28956" y="9144"/>
                  </a:lnTo>
                  <a:lnTo>
                    <a:pt x="32004" y="10668"/>
                  </a:lnTo>
                  <a:lnTo>
                    <a:pt x="33528" y="13716"/>
                  </a:lnTo>
                  <a:lnTo>
                    <a:pt x="36576" y="15240"/>
                  </a:lnTo>
                  <a:lnTo>
                    <a:pt x="38100" y="19812"/>
                  </a:lnTo>
                  <a:lnTo>
                    <a:pt x="38100" y="3810"/>
                  </a:lnTo>
                  <a:lnTo>
                    <a:pt x="33528" y="1524"/>
                  </a:lnTo>
                  <a:lnTo>
                    <a:pt x="28956" y="0"/>
                  </a:lnTo>
                  <a:lnTo>
                    <a:pt x="18288" y="0"/>
                  </a:lnTo>
                  <a:lnTo>
                    <a:pt x="15240" y="1524"/>
                  </a:lnTo>
                  <a:lnTo>
                    <a:pt x="10668" y="3048"/>
                  </a:lnTo>
                  <a:lnTo>
                    <a:pt x="7620" y="4572"/>
                  </a:lnTo>
                  <a:lnTo>
                    <a:pt x="4572" y="7620"/>
                  </a:lnTo>
                  <a:lnTo>
                    <a:pt x="3048" y="10668"/>
                  </a:lnTo>
                  <a:lnTo>
                    <a:pt x="1524" y="15240"/>
                  </a:lnTo>
                  <a:lnTo>
                    <a:pt x="0" y="18288"/>
                  </a:lnTo>
                  <a:lnTo>
                    <a:pt x="0" y="65620"/>
                  </a:lnTo>
                  <a:lnTo>
                    <a:pt x="1524" y="70192"/>
                  </a:lnTo>
                  <a:lnTo>
                    <a:pt x="4572" y="76288"/>
                  </a:lnTo>
                  <a:lnTo>
                    <a:pt x="7620" y="79336"/>
                  </a:lnTo>
                  <a:lnTo>
                    <a:pt x="10668" y="80860"/>
                  </a:lnTo>
                  <a:lnTo>
                    <a:pt x="15240" y="82384"/>
                  </a:lnTo>
                  <a:lnTo>
                    <a:pt x="18288" y="83908"/>
                  </a:lnTo>
                  <a:lnTo>
                    <a:pt x="28956" y="83908"/>
                  </a:lnTo>
                  <a:lnTo>
                    <a:pt x="33528" y="82384"/>
                  </a:lnTo>
                  <a:lnTo>
                    <a:pt x="39624" y="79336"/>
                  </a:lnTo>
                  <a:lnTo>
                    <a:pt x="42760" y="76288"/>
                  </a:lnTo>
                  <a:lnTo>
                    <a:pt x="43522" y="74764"/>
                  </a:lnTo>
                  <a:lnTo>
                    <a:pt x="44284" y="73240"/>
                  </a:lnTo>
                  <a:lnTo>
                    <a:pt x="47332" y="70192"/>
                  </a:lnTo>
                  <a:lnTo>
                    <a:pt x="47332" y="15240"/>
                  </a:lnTo>
                  <a:close/>
                </a:path>
                <a:path w="248919" h="102235">
                  <a:moveTo>
                    <a:pt x="114401" y="36576"/>
                  </a:moveTo>
                  <a:lnTo>
                    <a:pt x="112877" y="30480"/>
                  </a:lnTo>
                  <a:lnTo>
                    <a:pt x="111861" y="28956"/>
                  </a:lnTo>
                  <a:lnTo>
                    <a:pt x="109829" y="25908"/>
                  </a:lnTo>
                  <a:lnTo>
                    <a:pt x="105257" y="22860"/>
                  </a:lnTo>
                  <a:lnTo>
                    <a:pt x="105257" y="39624"/>
                  </a:lnTo>
                  <a:lnTo>
                    <a:pt x="105257" y="65620"/>
                  </a:lnTo>
                  <a:lnTo>
                    <a:pt x="103733" y="68668"/>
                  </a:lnTo>
                  <a:lnTo>
                    <a:pt x="100685" y="71716"/>
                  </a:lnTo>
                  <a:lnTo>
                    <a:pt x="99161" y="74764"/>
                  </a:lnTo>
                  <a:lnTo>
                    <a:pt x="86969" y="74764"/>
                  </a:lnTo>
                  <a:lnTo>
                    <a:pt x="80873" y="71716"/>
                  </a:lnTo>
                  <a:lnTo>
                    <a:pt x="79349" y="68668"/>
                  </a:lnTo>
                  <a:lnTo>
                    <a:pt x="77825" y="65620"/>
                  </a:lnTo>
                  <a:lnTo>
                    <a:pt x="77825" y="39624"/>
                  </a:lnTo>
                  <a:lnTo>
                    <a:pt x="79349" y="35052"/>
                  </a:lnTo>
                  <a:lnTo>
                    <a:pt x="80873" y="33528"/>
                  </a:lnTo>
                  <a:lnTo>
                    <a:pt x="83921" y="30480"/>
                  </a:lnTo>
                  <a:lnTo>
                    <a:pt x="86969" y="28956"/>
                  </a:lnTo>
                  <a:lnTo>
                    <a:pt x="96113" y="28956"/>
                  </a:lnTo>
                  <a:lnTo>
                    <a:pt x="99161" y="30480"/>
                  </a:lnTo>
                  <a:lnTo>
                    <a:pt x="100685" y="33528"/>
                  </a:lnTo>
                  <a:lnTo>
                    <a:pt x="103733" y="35052"/>
                  </a:lnTo>
                  <a:lnTo>
                    <a:pt x="105257" y="39624"/>
                  </a:lnTo>
                  <a:lnTo>
                    <a:pt x="105257" y="22860"/>
                  </a:lnTo>
                  <a:lnTo>
                    <a:pt x="100685" y="19812"/>
                  </a:lnTo>
                  <a:lnTo>
                    <a:pt x="90017" y="19812"/>
                  </a:lnTo>
                  <a:lnTo>
                    <a:pt x="85445" y="21336"/>
                  </a:lnTo>
                  <a:lnTo>
                    <a:pt x="79349" y="27432"/>
                  </a:lnTo>
                  <a:lnTo>
                    <a:pt x="77825" y="30480"/>
                  </a:lnTo>
                  <a:lnTo>
                    <a:pt x="77825" y="21336"/>
                  </a:lnTo>
                  <a:lnTo>
                    <a:pt x="67157" y="21336"/>
                  </a:lnTo>
                  <a:lnTo>
                    <a:pt x="67157" y="102196"/>
                  </a:lnTo>
                  <a:lnTo>
                    <a:pt x="77825" y="102196"/>
                  </a:lnTo>
                  <a:lnTo>
                    <a:pt x="77825" y="73240"/>
                  </a:lnTo>
                  <a:lnTo>
                    <a:pt x="79349" y="77812"/>
                  </a:lnTo>
                  <a:lnTo>
                    <a:pt x="82397" y="79336"/>
                  </a:lnTo>
                  <a:lnTo>
                    <a:pt x="85445" y="82384"/>
                  </a:lnTo>
                  <a:lnTo>
                    <a:pt x="90017" y="83908"/>
                  </a:lnTo>
                  <a:lnTo>
                    <a:pt x="99161" y="83908"/>
                  </a:lnTo>
                  <a:lnTo>
                    <a:pt x="108305" y="79336"/>
                  </a:lnTo>
                  <a:lnTo>
                    <a:pt x="111353" y="76288"/>
                  </a:lnTo>
                  <a:lnTo>
                    <a:pt x="112115" y="74764"/>
                  </a:lnTo>
                  <a:lnTo>
                    <a:pt x="114401" y="70192"/>
                  </a:lnTo>
                  <a:lnTo>
                    <a:pt x="114401" y="36576"/>
                  </a:lnTo>
                  <a:close/>
                </a:path>
                <a:path w="248919" h="102235">
                  <a:moveTo>
                    <a:pt x="181546" y="35052"/>
                  </a:moveTo>
                  <a:lnTo>
                    <a:pt x="178409" y="32004"/>
                  </a:lnTo>
                  <a:lnTo>
                    <a:pt x="177393" y="28956"/>
                  </a:lnTo>
                  <a:lnTo>
                    <a:pt x="176885" y="27432"/>
                  </a:lnTo>
                  <a:lnTo>
                    <a:pt x="173837" y="25908"/>
                  </a:lnTo>
                  <a:lnTo>
                    <a:pt x="172313" y="24384"/>
                  </a:lnTo>
                  <a:lnTo>
                    <a:pt x="172313" y="39624"/>
                  </a:lnTo>
                  <a:lnTo>
                    <a:pt x="172313" y="47332"/>
                  </a:lnTo>
                  <a:lnTo>
                    <a:pt x="143357" y="47332"/>
                  </a:lnTo>
                  <a:lnTo>
                    <a:pt x="143357" y="39624"/>
                  </a:lnTo>
                  <a:lnTo>
                    <a:pt x="144881" y="35052"/>
                  </a:lnTo>
                  <a:lnTo>
                    <a:pt x="149453" y="30480"/>
                  </a:lnTo>
                  <a:lnTo>
                    <a:pt x="152501" y="28956"/>
                  </a:lnTo>
                  <a:lnTo>
                    <a:pt x="161645" y="28956"/>
                  </a:lnTo>
                  <a:lnTo>
                    <a:pt x="166217" y="30480"/>
                  </a:lnTo>
                  <a:lnTo>
                    <a:pt x="170789" y="35052"/>
                  </a:lnTo>
                  <a:lnTo>
                    <a:pt x="172313" y="39624"/>
                  </a:lnTo>
                  <a:lnTo>
                    <a:pt x="172313" y="24384"/>
                  </a:lnTo>
                  <a:lnTo>
                    <a:pt x="170789" y="22860"/>
                  </a:lnTo>
                  <a:lnTo>
                    <a:pt x="166217" y="21336"/>
                  </a:lnTo>
                  <a:lnTo>
                    <a:pt x="163169" y="19812"/>
                  </a:lnTo>
                  <a:lnTo>
                    <a:pt x="152501" y="19812"/>
                  </a:lnTo>
                  <a:lnTo>
                    <a:pt x="149453" y="21336"/>
                  </a:lnTo>
                  <a:lnTo>
                    <a:pt x="144881" y="22860"/>
                  </a:lnTo>
                  <a:lnTo>
                    <a:pt x="141833" y="25908"/>
                  </a:lnTo>
                  <a:lnTo>
                    <a:pt x="138785" y="27432"/>
                  </a:lnTo>
                  <a:lnTo>
                    <a:pt x="137261" y="32004"/>
                  </a:lnTo>
                  <a:lnTo>
                    <a:pt x="134213" y="35052"/>
                  </a:lnTo>
                  <a:lnTo>
                    <a:pt x="134213" y="68668"/>
                  </a:lnTo>
                  <a:lnTo>
                    <a:pt x="137261" y="73240"/>
                  </a:lnTo>
                  <a:lnTo>
                    <a:pt x="138785" y="76288"/>
                  </a:lnTo>
                  <a:lnTo>
                    <a:pt x="141833" y="79336"/>
                  </a:lnTo>
                  <a:lnTo>
                    <a:pt x="144881" y="80860"/>
                  </a:lnTo>
                  <a:lnTo>
                    <a:pt x="149453" y="82384"/>
                  </a:lnTo>
                  <a:lnTo>
                    <a:pt x="152501" y="83908"/>
                  </a:lnTo>
                  <a:lnTo>
                    <a:pt x="164693" y="83908"/>
                  </a:lnTo>
                  <a:lnTo>
                    <a:pt x="169265" y="82384"/>
                  </a:lnTo>
                  <a:lnTo>
                    <a:pt x="178409" y="76288"/>
                  </a:lnTo>
                  <a:lnTo>
                    <a:pt x="181546" y="71716"/>
                  </a:lnTo>
                  <a:lnTo>
                    <a:pt x="181546" y="67144"/>
                  </a:lnTo>
                  <a:lnTo>
                    <a:pt x="170789" y="67144"/>
                  </a:lnTo>
                  <a:lnTo>
                    <a:pt x="170789" y="70192"/>
                  </a:lnTo>
                  <a:lnTo>
                    <a:pt x="167741" y="73240"/>
                  </a:lnTo>
                  <a:lnTo>
                    <a:pt x="161645" y="76288"/>
                  </a:lnTo>
                  <a:lnTo>
                    <a:pt x="152501" y="76288"/>
                  </a:lnTo>
                  <a:lnTo>
                    <a:pt x="149453" y="74764"/>
                  </a:lnTo>
                  <a:lnTo>
                    <a:pt x="147929" y="71716"/>
                  </a:lnTo>
                  <a:lnTo>
                    <a:pt x="144881" y="68668"/>
                  </a:lnTo>
                  <a:lnTo>
                    <a:pt x="143357" y="65620"/>
                  </a:lnTo>
                  <a:lnTo>
                    <a:pt x="143357" y="54952"/>
                  </a:lnTo>
                  <a:lnTo>
                    <a:pt x="181546" y="54952"/>
                  </a:lnTo>
                  <a:lnTo>
                    <a:pt x="181546" y="47332"/>
                  </a:lnTo>
                  <a:lnTo>
                    <a:pt x="181546" y="35052"/>
                  </a:lnTo>
                  <a:close/>
                </a:path>
                <a:path w="248919" h="102235">
                  <a:moveTo>
                    <a:pt x="248602" y="35052"/>
                  </a:moveTo>
                  <a:lnTo>
                    <a:pt x="247078" y="30480"/>
                  </a:lnTo>
                  <a:lnTo>
                    <a:pt x="245554" y="28956"/>
                  </a:lnTo>
                  <a:lnTo>
                    <a:pt x="239458" y="22860"/>
                  </a:lnTo>
                  <a:lnTo>
                    <a:pt x="234886" y="19812"/>
                  </a:lnTo>
                  <a:lnTo>
                    <a:pt x="222694" y="19812"/>
                  </a:lnTo>
                  <a:lnTo>
                    <a:pt x="218122" y="21336"/>
                  </a:lnTo>
                  <a:lnTo>
                    <a:pt x="216598" y="24384"/>
                  </a:lnTo>
                  <a:lnTo>
                    <a:pt x="213550" y="27432"/>
                  </a:lnTo>
                  <a:lnTo>
                    <a:pt x="212026" y="30480"/>
                  </a:lnTo>
                  <a:lnTo>
                    <a:pt x="212026" y="21336"/>
                  </a:lnTo>
                  <a:lnTo>
                    <a:pt x="201358" y="21336"/>
                  </a:lnTo>
                  <a:lnTo>
                    <a:pt x="201358" y="82397"/>
                  </a:lnTo>
                  <a:lnTo>
                    <a:pt x="212026" y="82397"/>
                  </a:lnTo>
                  <a:lnTo>
                    <a:pt x="212026" y="39624"/>
                  </a:lnTo>
                  <a:lnTo>
                    <a:pt x="213550" y="35052"/>
                  </a:lnTo>
                  <a:lnTo>
                    <a:pt x="215074" y="33528"/>
                  </a:lnTo>
                  <a:lnTo>
                    <a:pt x="218122" y="30480"/>
                  </a:lnTo>
                  <a:lnTo>
                    <a:pt x="221170" y="28956"/>
                  </a:lnTo>
                  <a:lnTo>
                    <a:pt x="228790" y="28956"/>
                  </a:lnTo>
                  <a:lnTo>
                    <a:pt x="234886" y="32004"/>
                  </a:lnTo>
                  <a:lnTo>
                    <a:pt x="237934" y="38100"/>
                  </a:lnTo>
                  <a:lnTo>
                    <a:pt x="237934" y="82397"/>
                  </a:lnTo>
                  <a:lnTo>
                    <a:pt x="248602" y="82397"/>
                  </a:lnTo>
                  <a:lnTo>
                    <a:pt x="248602" y="35052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813083" y="2419254"/>
              <a:ext cx="117443" cy="83915"/>
            </a:xfrm>
            <a:prstGeom prst="rect">
              <a:avLst/>
            </a:prstGeom>
          </p:spPr>
        </p:pic>
      </p:grpSp>
      <p:pic>
        <p:nvPicPr>
          <p:cNvPr id="50" name="object 50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017490" y="2411634"/>
            <a:ext cx="88392" cy="100679"/>
          </a:xfrm>
          <a:prstGeom prst="rect">
            <a:avLst/>
          </a:prstGeom>
        </p:spPr>
      </p:pic>
      <p:grpSp>
        <p:nvGrpSpPr>
          <p:cNvPr id="51" name="object 51" descr=""/>
          <p:cNvGrpSpPr/>
          <p:nvPr/>
        </p:nvGrpSpPr>
        <p:grpSpPr>
          <a:xfrm>
            <a:off x="2250757" y="2432970"/>
            <a:ext cx="382905" cy="70485"/>
            <a:chOff x="2250757" y="2432970"/>
            <a:chExt cx="382905" cy="70485"/>
          </a:xfrm>
        </p:grpSpPr>
        <p:sp>
          <p:nvSpPr>
            <p:cNvPr id="52" name="object 52" descr=""/>
            <p:cNvSpPr/>
            <p:nvPr/>
          </p:nvSpPr>
          <p:spPr>
            <a:xfrm>
              <a:off x="2250757" y="2449740"/>
              <a:ext cx="191135" cy="53975"/>
            </a:xfrm>
            <a:custGeom>
              <a:avLst/>
              <a:gdLst/>
              <a:ahLst/>
              <a:cxnLst/>
              <a:rect l="l" t="t" r="r" b="b"/>
              <a:pathLst>
                <a:path w="191135" h="53975">
                  <a:moveTo>
                    <a:pt x="41236" y="12192"/>
                  </a:moveTo>
                  <a:lnTo>
                    <a:pt x="38188" y="7620"/>
                  </a:lnTo>
                  <a:lnTo>
                    <a:pt x="35140" y="4572"/>
                  </a:lnTo>
                  <a:lnTo>
                    <a:pt x="30568" y="1524"/>
                  </a:lnTo>
                  <a:lnTo>
                    <a:pt x="25996" y="0"/>
                  </a:lnTo>
                  <a:lnTo>
                    <a:pt x="12192" y="0"/>
                  </a:lnTo>
                  <a:lnTo>
                    <a:pt x="6096" y="3048"/>
                  </a:lnTo>
                  <a:lnTo>
                    <a:pt x="4572" y="6096"/>
                  </a:lnTo>
                  <a:lnTo>
                    <a:pt x="0" y="10668"/>
                  </a:lnTo>
                  <a:lnTo>
                    <a:pt x="0" y="41236"/>
                  </a:lnTo>
                  <a:lnTo>
                    <a:pt x="1524" y="44284"/>
                  </a:lnTo>
                  <a:lnTo>
                    <a:pt x="6096" y="48856"/>
                  </a:lnTo>
                  <a:lnTo>
                    <a:pt x="12192" y="51904"/>
                  </a:lnTo>
                  <a:lnTo>
                    <a:pt x="16764" y="53428"/>
                  </a:lnTo>
                  <a:lnTo>
                    <a:pt x="19812" y="53428"/>
                  </a:lnTo>
                  <a:lnTo>
                    <a:pt x="25996" y="53428"/>
                  </a:lnTo>
                  <a:lnTo>
                    <a:pt x="30568" y="51904"/>
                  </a:lnTo>
                  <a:lnTo>
                    <a:pt x="35140" y="48856"/>
                  </a:lnTo>
                  <a:lnTo>
                    <a:pt x="38188" y="45808"/>
                  </a:lnTo>
                  <a:lnTo>
                    <a:pt x="41236" y="41236"/>
                  </a:lnTo>
                  <a:lnTo>
                    <a:pt x="41236" y="35140"/>
                  </a:lnTo>
                  <a:lnTo>
                    <a:pt x="32092" y="35140"/>
                  </a:lnTo>
                  <a:lnTo>
                    <a:pt x="32092" y="38188"/>
                  </a:lnTo>
                  <a:lnTo>
                    <a:pt x="30568" y="41236"/>
                  </a:lnTo>
                  <a:lnTo>
                    <a:pt x="27520" y="44284"/>
                  </a:lnTo>
                  <a:lnTo>
                    <a:pt x="24384" y="45808"/>
                  </a:lnTo>
                  <a:lnTo>
                    <a:pt x="16764" y="45808"/>
                  </a:lnTo>
                  <a:lnTo>
                    <a:pt x="13716" y="44284"/>
                  </a:lnTo>
                  <a:lnTo>
                    <a:pt x="9144" y="39712"/>
                  </a:lnTo>
                  <a:lnTo>
                    <a:pt x="7620" y="36664"/>
                  </a:lnTo>
                  <a:lnTo>
                    <a:pt x="7620" y="15328"/>
                  </a:lnTo>
                  <a:lnTo>
                    <a:pt x="9144" y="12192"/>
                  </a:lnTo>
                  <a:lnTo>
                    <a:pt x="12192" y="10668"/>
                  </a:lnTo>
                  <a:lnTo>
                    <a:pt x="13716" y="7620"/>
                  </a:lnTo>
                  <a:lnTo>
                    <a:pt x="16764" y="6096"/>
                  </a:lnTo>
                  <a:lnTo>
                    <a:pt x="24384" y="6096"/>
                  </a:lnTo>
                  <a:lnTo>
                    <a:pt x="27520" y="7620"/>
                  </a:lnTo>
                  <a:lnTo>
                    <a:pt x="30568" y="10668"/>
                  </a:lnTo>
                  <a:lnTo>
                    <a:pt x="32092" y="13716"/>
                  </a:lnTo>
                  <a:lnTo>
                    <a:pt x="32092" y="16852"/>
                  </a:lnTo>
                  <a:lnTo>
                    <a:pt x="41236" y="16852"/>
                  </a:lnTo>
                  <a:lnTo>
                    <a:pt x="41236" y="12192"/>
                  </a:lnTo>
                  <a:close/>
                </a:path>
                <a:path w="191135" h="53975">
                  <a:moveTo>
                    <a:pt x="100672" y="0"/>
                  </a:moveTo>
                  <a:lnTo>
                    <a:pt x="91528" y="0"/>
                  </a:lnTo>
                  <a:lnTo>
                    <a:pt x="80860" y="35153"/>
                  </a:lnTo>
                  <a:lnTo>
                    <a:pt x="79336" y="38201"/>
                  </a:lnTo>
                  <a:lnTo>
                    <a:pt x="79336" y="39725"/>
                  </a:lnTo>
                  <a:lnTo>
                    <a:pt x="77812" y="41249"/>
                  </a:lnTo>
                  <a:lnTo>
                    <a:pt x="77812" y="45821"/>
                  </a:lnTo>
                  <a:lnTo>
                    <a:pt x="76288" y="44297"/>
                  </a:lnTo>
                  <a:lnTo>
                    <a:pt x="76288" y="41249"/>
                  </a:lnTo>
                  <a:lnTo>
                    <a:pt x="74764" y="39725"/>
                  </a:lnTo>
                  <a:lnTo>
                    <a:pt x="74764" y="38201"/>
                  </a:lnTo>
                  <a:lnTo>
                    <a:pt x="73240" y="35153"/>
                  </a:lnTo>
                  <a:lnTo>
                    <a:pt x="62572" y="0"/>
                  </a:lnTo>
                  <a:lnTo>
                    <a:pt x="53428" y="0"/>
                  </a:lnTo>
                  <a:lnTo>
                    <a:pt x="71716" y="51917"/>
                  </a:lnTo>
                  <a:lnTo>
                    <a:pt x="82384" y="51917"/>
                  </a:lnTo>
                  <a:lnTo>
                    <a:pt x="100672" y="0"/>
                  </a:lnTo>
                  <a:close/>
                </a:path>
                <a:path w="191135" h="53975">
                  <a:moveTo>
                    <a:pt x="149440" y="44284"/>
                  </a:moveTo>
                  <a:lnTo>
                    <a:pt x="146392" y="41236"/>
                  </a:lnTo>
                  <a:lnTo>
                    <a:pt x="146392" y="39712"/>
                  </a:lnTo>
                  <a:lnTo>
                    <a:pt x="137248" y="39712"/>
                  </a:lnTo>
                  <a:lnTo>
                    <a:pt x="134200" y="42760"/>
                  </a:lnTo>
                  <a:lnTo>
                    <a:pt x="134200" y="50380"/>
                  </a:lnTo>
                  <a:lnTo>
                    <a:pt x="137248" y="53428"/>
                  </a:lnTo>
                  <a:lnTo>
                    <a:pt x="146392" y="53428"/>
                  </a:lnTo>
                  <a:lnTo>
                    <a:pt x="146392" y="51904"/>
                  </a:lnTo>
                  <a:lnTo>
                    <a:pt x="149440" y="48856"/>
                  </a:lnTo>
                  <a:lnTo>
                    <a:pt x="149440" y="44284"/>
                  </a:lnTo>
                  <a:close/>
                </a:path>
                <a:path w="191135" h="53975">
                  <a:moveTo>
                    <a:pt x="149440" y="4572"/>
                  </a:moveTo>
                  <a:lnTo>
                    <a:pt x="146392" y="1524"/>
                  </a:lnTo>
                  <a:lnTo>
                    <a:pt x="146392" y="0"/>
                  </a:lnTo>
                  <a:lnTo>
                    <a:pt x="137248" y="0"/>
                  </a:lnTo>
                  <a:lnTo>
                    <a:pt x="134200" y="3048"/>
                  </a:lnTo>
                  <a:lnTo>
                    <a:pt x="134200" y="10668"/>
                  </a:lnTo>
                  <a:lnTo>
                    <a:pt x="135724" y="12192"/>
                  </a:lnTo>
                  <a:lnTo>
                    <a:pt x="137248" y="12192"/>
                  </a:lnTo>
                  <a:lnTo>
                    <a:pt x="138772" y="13716"/>
                  </a:lnTo>
                  <a:lnTo>
                    <a:pt x="143344" y="13716"/>
                  </a:lnTo>
                  <a:lnTo>
                    <a:pt x="146392" y="12192"/>
                  </a:lnTo>
                  <a:lnTo>
                    <a:pt x="149440" y="9144"/>
                  </a:lnTo>
                  <a:lnTo>
                    <a:pt x="149440" y="4572"/>
                  </a:lnTo>
                  <a:close/>
                </a:path>
                <a:path w="191135" h="53975">
                  <a:moveTo>
                    <a:pt x="190690" y="42760"/>
                  </a:moveTo>
                  <a:lnTo>
                    <a:pt x="187642" y="39712"/>
                  </a:lnTo>
                  <a:lnTo>
                    <a:pt x="178498" y="39712"/>
                  </a:lnTo>
                  <a:lnTo>
                    <a:pt x="175450" y="42760"/>
                  </a:lnTo>
                  <a:lnTo>
                    <a:pt x="175450" y="50380"/>
                  </a:lnTo>
                  <a:lnTo>
                    <a:pt x="178498" y="53428"/>
                  </a:lnTo>
                  <a:lnTo>
                    <a:pt x="187642" y="53428"/>
                  </a:lnTo>
                  <a:lnTo>
                    <a:pt x="190690" y="50380"/>
                  </a:lnTo>
                  <a:lnTo>
                    <a:pt x="190690" y="42760"/>
                  </a:lnTo>
                  <a:close/>
                </a:path>
                <a:path w="191135" h="53975">
                  <a:moveTo>
                    <a:pt x="190690" y="3048"/>
                  </a:moveTo>
                  <a:lnTo>
                    <a:pt x="187642" y="0"/>
                  </a:lnTo>
                  <a:lnTo>
                    <a:pt x="178498" y="0"/>
                  </a:lnTo>
                  <a:lnTo>
                    <a:pt x="175450" y="3048"/>
                  </a:lnTo>
                  <a:lnTo>
                    <a:pt x="175450" y="10668"/>
                  </a:lnTo>
                  <a:lnTo>
                    <a:pt x="176974" y="12192"/>
                  </a:lnTo>
                  <a:lnTo>
                    <a:pt x="178498" y="12192"/>
                  </a:lnTo>
                  <a:lnTo>
                    <a:pt x="181546" y="13716"/>
                  </a:lnTo>
                  <a:lnTo>
                    <a:pt x="186118" y="13716"/>
                  </a:lnTo>
                  <a:lnTo>
                    <a:pt x="187642" y="12192"/>
                  </a:lnTo>
                  <a:lnTo>
                    <a:pt x="189166" y="12192"/>
                  </a:lnTo>
                  <a:lnTo>
                    <a:pt x="190690" y="10668"/>
                  </a:lnTo>
                  <a:lnTo>
                    <a:pt x="190690" y="3048"/>
                  </a:lnTo>
                  <a:close/>
                </a:path>
              </a:pathLst>
            </a:custGeom>
            <a:solidFill>
              <a:srgbClr val="BD18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476500" y="2432970"/>
              <a:ext cx="157067" cy="70198"/>
            </a:xfrm>
            <a:prstGeom prst="rect">
              <a:avLst/>
            </a:prstGeom>
          </p:spPr>
        </p:pic>
      </p:grpSp>
      <p:grpSp>
        <p:nvGrpSpPr>
          <p:cNvPr id="54" name="object 54" descr=""/>
          <p:cNvGrpSpPr/>
          <p:nvPr/>
        </p:nvGrpSpPr>
        <p:grpSpPr>
          <a:xfrm>
            <a:off x="567118" y="2562796"/>
            <a:ext cx="401320" cy="107950"/>
            <a:chOff x="567118" y="2562796"/>
            <a:chExt cx="401320" cy="107950"/>
          </a:xfrm>
        </p:grpSpPr>
        <p:pic>
          <p:nvPicPr>
            <p:cNvPr id="55" name="object 55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67118" y="2562796"/>
              <a:ext cx="152495" cy="107950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47045" y="2570321"/>
              <a:ext cx="102203" cy="91535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885825" y="2562809"/>
              <a:ext cx="31115" cy="107950"/>
            </a:xfrm>
            <a:custGeom>
              <a:avLst/>
              <a:gdLst/>
              <a:ahLst/>
              <a:cxnLst/>
              <a:rect l="l" t="t" r="r" b="b"/>
              <a:pathLst>
                <a:path w="31115" h="107950">
                  <a:moveTo>
                    <a:pt x="30568" y="0"/>
                  </a:moveTo>
                  <a:lnTo>
                    <a:pt x="19900" y="0"/>
                  </a:lnTo>
                  <a:lnTo>
                    <a:pt x="19900" y="10160"/>
                  </a:lnTo>
                  <a:lnTo>
                    <a:pt x="19900" y="10566"/>
                  </a:lnTo>
                  <a:lnTo>
                    <a:pt x="19900" y="97536"/>
                  </a:lnTo>
                  <a:lnTo>
                    <a:pt x="19900" y="97790"/>
                  </a:lnTo>
                  <a:lnTo>
                    <a:pt x="16852" y="97790"/>
                  </a:lnTo>
                  <a:lnTo>
                    <a:pt x="16852" y="97536"/>
                  </a:lnTo>
                  <a:lnTo>
                    <a:pt x="19900" y="97536"/>
                  </a:lnTo>
                  <a:lnTo>
                    <a:pt x="19900" y="10566"/>
                  </a:lnTo>
                  <a:lnTo>
                    <a:pt x="16852" y="10566"/>
                  </a:lnTo>
                  <a:lnTo>
                    <a:pt x="16852" y="10160"/>
                  </a:lnTo>
                  <a:lnTo>
                    <a:pt x="19900" y="10160"/>
                  </a:lnTo>
                  <a:lnTo>
                    <a:pt x="19900" y="0"/>
                  </a:lnTo>
                  <a:lnTo>
                    <a:pt x="3048" y="0"/>
                  </a:lnTo>
                  <a:lnTo>
                    <a:pt x="3048" y="1270"/>
                  </a:lnTo>
                  <a:lnTo>
                    <a:pt x="3048" y="1422"/>
                  </a:lnTo>
                  <a:lnTo>
                    <a:pt x="1524" y="1422"/>
                  </a:lnTo>
                  <a:lnTo>
                    <a:pt x="1524" y="1270"/>
                  </a:lnTo>
                  <a:lnTo>
                    <a:pt x="3048" y="127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10160"/>
                  </a:lnTo>
                  <a:lnTo>
                    <a:pt x="0" y="12700"/>
                  </a:lnTo>
                  <a:lnTo>
                    <a:pt x="16852" y="12700"/>
                  </a:lnTo>
                  <a:lnTo>
                    <a:pt x="16852" y="96520"/>
                  </a:lnTo>
                  <a:lnTo>
                    <a:pt x="0" y="96520"/>
                  </a:lnTo>
                  <a:lnTo>
                    <a:pt x="0" y="97790"/>
                  </a:lnTo>
                  <a:lnTo>
                    <a:pt x="0" y="106680"/>
                  </a:lnTo>
                  <a:lnTo>
                    <a:pt x="0" y="107950"/>
                  </a:lnTo>
                  <a:lnTo>
                    <a:pt x="30568" y="107950"/>
                  </a:lnTo>
                  <a:lnTo>
                    <a:pt x="30568" y="106680"/>
                  </a:lnTo>
                  <a:lnTo>
                    <a:pt x="30568" y="1422"/>
                  </a:lnTo>
                  <a:lnTo>
                    <a:pt x="29044" y="1422"/>
                  </a:lnTo>
                  <a:lnTo>
                    <a:pt x="27520" y="1422"/>
                  </a:lnTo>
                  <a:lnTo>
                    <a:pt x="27520" y="8890"/>
                  </a:lnTo>
                  <a:lnTo>
                    <a:pt x="27520" y="9042"/>
                  </a:lnTo>
                  <a:lnTo>
                    <a:pt x="21424" y="9042"/>
                  </a:lnTo>
                  <a:lnTo>
                    <a:pt x="21424" y="8890"/>
                  </a:lnTo>
                  <a:lnTo>
                    <a:pt x="27520" y="8890"/>
                  </a:lnTo>
                  <a:lnTo>
                    <a:pt x="27520" y="1422"/>
                  </a:lnTo>
                  <a:lnTo>
                    <a:pt x="27520" y="1270"/>
                  </a:lnTo>
                  <a:lnTo>
                    <a:pt x="30568" y="1270"/>
                  </a:lnTo>
                  <a:lnTo>
                    <a:pt x="30568" y="0"/>
                  </a:lnTo>
                  <a:close/>
                </a:path>
              </a:pathLst>
            </a:custGeom>
            <a:solidFill>
              <a:srgbClr val="A3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951452" y="2617565"/>
              <a:ext cx="17145" cy="41275"/>
            </a:xfrm>
            <a:custGeom>
              <a:avLst/>
              <a:gdLst/>
              <a:ahLst/>
              <a:cxnLst/>
              <a:rect l="l" t="t" r="r" b="b"/>
              <a:pathLst>
                <a:path w="17144" h="41275">
                  <a:moveTo>
                    <a:pt x="12192" y="39624"/>
                  </a:moveTo>
                  <a:lnTo>
                    <a:pt x="4572" y="39624"/>
                  </a:lnTo>
                  <a:lnTo>
                    <a:pt x="1524" y="38100"/>
                  </a:lnTo>
                  <a:lnTo>
                    <a:pt x="1524" y="36576"/>
                  </a:lnTo>
                  <a:lnTo>
                    <a:pt x="0" y="33528"/>
                  </a:lnTo>
                  <a:lnTo>
                    <a:pt x="0" y="30480"/>
                  </a:lnTo>
                  <a:lnTo>
                    <a:pt x="1524" y="27432"/>
                  </a:lnTo>
                  <a:lnTo>
                    <a:pt x="3048" y="27432"/>
                  </a:lnTo>
                  <a:lnTo>
                    <a:pt x="4572" y="25908"/>
                  </a:lnTo>
                  <a:lnTo>
                    <a:pt x="12192" y="25908"/>
                  </a:lnTo>
                  <a:lnTo>
                    <a:pt x="16764" y="30480"/>
                  </a:lnTo>
                  <a:lnTo>
                    <a:pt x="15240" y="33528"/>
                  </a:lnTo>
                  <a:lnTo>
                    <a:pt x="15240" y="38100"/>
                  </a:lnTo>
                  <a:lnTo>
                    <a:pt x="12192" y="39624"/>
                  </a:lnTo>
                  <a:close/>
                </a:path>
                <a:path w="17144" h="41275">
                  <a:moveTo>
                    <a:pt x="9144" y="41148"/>
                  </a:moveTo>
                  <a:lnTo>
                    <a:pt x="7620" y="41148"/>
                  </a:lnTo>
                  <a:lnTo>
                    <a:pt x="6096" y="39624"/>
                  </a:lnTo>
                  <a:lnTo>
                    <a:pt x="10668" y="39624"/>
                  </a:lnTo>
                  <a:lnTo>
                    <a:pt x="9144" y="41148"/>
                  </a:lnTo>
                  <a:close/>
                </a:path>
                <a:path w="17144" h="41275">
                  <a:moveTo>
                    <a:pt x="13716" y="1524"/>
                  </a:moveTo>
                  <a:lnTo>
                    <a:pt x="4572" y="1524"/>
                  </a:lnTo>
                  <a:lnTo>
                    <a:pt x="6096" y="0"/>
                  </a:lnTo>
                  <a:lnTo>
                    <a:pt x="12192" y="0"/>
                  </a:lnTo>
                  <a:lnTo>
                    <a:pt x="13716" y="1524"/>
                  </a:lnTo>
                  <a:close/>
                </a:path>
                <a:path w="17144" h="41275">
                  <a:moveTo>
                    <a:pt x="9144" y="15240"/>
                  </a:moveTo>
                  <a:lnTo>
                    <a:pt x="6096" y="15240"/>
                  </a:lnTo>
                  <a:lnTo>
                    <a:pt x="0" y="9144"/>
                  </a:lnTo>
                  <a:lnTo>
                    <a:pt x="0" y="6096"/>
                  </a:lnTo>
                  <a:lnTo>
                    <a:pt x="1524" y="4572"/>
                  </a:lnTo>
                  <a:lnTo>
                    <a:pt x="1524" y="1524"/>
                  </a:lnTo>
                  <a:lnTo>
                    <a:pt x="15240" y="1524"/>
                  </a:lnTo>
                  <a:lnTo>
                    <a:pt x="16764" y="4572"/>
                  </a:lnTo>
                  <a:lnTo>
                    <a:pt x="16764" y="10668"/>
                  </a:lnTo>
                  <a:lnTo>
                    <a:pt x="13716" y="13716"/>
                  </a:lnTo>
                  <a:lnTo>
                    <a:pt x="10668" y="13716"/>
                  </a:lnTo>
                  <a:lnTo>
                    <a:pt x="9144" y="1524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" name="object 59" descr=""/>
          <p:cNvGrpSpPr/>
          <p:nvPr/>
        </p:nvGrpSpPr>
        <p:grpSpPr>
          <a:xfrm>
            <a:off x="1062799" y="2565749"/>
            <a:ext cx="703580" cy="102235"/>
            <a:chOff x="1062799" y="2565749"/>
            <a:chExt cx="703580" cy="102235"/>
          </a:xfrm>
        </p:grpSpPr>
        <p:pic>
          <p:nvPicPr>
            <p:cNvPr id="60" name="object 60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62799" y="2565749"/>
              <a:ext cx="221075" cy="100679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03686" y="2565749"/>
              <a:ext cx="462153" cy="102203"/>
            </a:xfrm>
            <a:prstGeom prst="rect">
              <a:avLst/>
            </a:prstGeom>
          </p:spPr>
        </p:pic>
      </p:grpSp>
      <p:pic>
        <p:nvPicPr>
          <p:cNvPr id="62" name="object 62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720530" y="2410110"/>
            <a:ext cx="1088897" cy="266985"/>
          </a:xfrm>
          <a:prstGeom prst="rect">
            <a:avLst/>
          </a:prstGeom>
        </p:spPr>
      </p:pic>
      <p:grpSp>
        <p:nvGrpSpPr>
          <p:cNvPr id="63" name="object 63" descr=""/>
          <p:cNvGrpSpPr/>
          <p:nvPr/>
        </p:nvGrpSpPr>
        <p:grpSpPr>
          <a:xfrm>
            <a:off x="1794795" y="2565749"/>
            <a:ext cx="255270" cy="100965"/>
            <a:chOff x="1794795" y="2565749"/>
            <a:chExt cx="255270" cy="100965"/>
          </a:xfrm>
        </p:grpSpPr>
        <p:pic>
          <p:nvPicPr>
            <p:cNvPr id="64" name="object 64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794795" y="2567273"/>
              <a:ext cx="88487" cy="93059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913762" y="2565749"/>
              <a:ext cx="86963" cy="100679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2032730" y="2631281"/>
              <a:ext cx="17145" cy="29209"/>
            </a:xfrm>
            <a:custGeom>
              <a:avLst/>
              <a:gdLst/>
              <a:ahLst/>
              <a:cxnLst/>
              <a:rect l="l" t="t" r="r" b="b"/>
              <a:pathLst>
                <a:path w="17144" h="29210">
                  <a:moveTo>
                    <a:pt x="4572" y="29051"/>
                  </a:moveTo>
                  <a:lnTo>
                    <a:pt x="0" y="29051"/>
                  </a:lnTo>
                  <a:lnTo>
                    <a:pt x="7620" y="21431"/>
                  </a:lnTo>
                  <a:lnTo>
                    <a:pt x="9144" y="18288"/>
                  </a:lnTo>
                  <a:lnTo>
                    <a:pt x="10668" y="13716"/>
                  </a:lnTo>
                  <a:lnTo>
                    <a:pt x="6096" y="13716"/>
                  </a:lnTo>
                  <a:lnTo>
                    <a:pt x="4572" y="12192"/>
                  </a:lnTo>
                  <a:lnTo>
                    <a:pt x="3048" y="12192"/>
                  </a:lnTo>
                  <a:lnTo>
                    <a:pt x="3048" y="9144"/>
                  </a:lnTo>
                  <a:lnTo>
                    <a:pt x="1524" y="7620"/>
                  </a:lnTo>
                  <a:lnTo>
                    <a:pt x="1524" y="4572"/>
                  </a:lnTo>
                  <a:lnTo>
                    <a:pt x="4572" y="1524"/>
                  </a:lnTo>
                  <a:lnTo>
                    <a:pt x="7620" y="0"/>
                  </a:lnTo>
                  <a:lnTo>
                    <a:pt x="13716" y="0"/>
                  </a:lnTo>
                  <a:lnTo>
                    <a:pt x="16764" y="3048"/>
                  </a:lnTo>
                  <a:lnTo>
                    <a:pt x="16764" y="15240"/>
                  </a:lnTo>
                  <a:lnTo>
                    <a:pt x="15240" y="16764"/>
                  </a:lnTo>
                  <a:lnTo>
                    <a:pt x="13716" y="19907"/>
                  </a:lnTo>
                  <a:lnTo>
                    <a:pt x="10668" y="24479"/>
                  </a:lnTo>
                  <a:lnTo>
                    <a:pt x="7620" y="27527"/>
                  </a:lnTo>
                  <a:lnTo>
                    <a:pt x="4572" y="29051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7" name="object 67" descr=""/>
          <p:cNvGrpSpPr/>
          <p:nvPr/>
        </p:nvGrpSpPr>
        <p:grpSpPr>
          <a:xfrm>
            <a:off x="2144077" y="2564225"/>
            <a:ext cx="222885" cy="104139"/>
            <a:chOff x="2144077" y="2564225"/>
            <a:chExt cx="222885" cy="104139"/>
          </a:xfrm>
        </p:grpSpPr>
        <p:pic>
          <p:nvPicPr>
            <p:cNvPr id="68" name="object 68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144077" y="2565749"/>
              <a:ext cx="97536" cy="102203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264473" y="2564225"/>
              <a:ext cx="102203" cy="103727"/>
            </a:xfrm>
            <a:prstGeom prst="rect">
              <a:avLst/>
            </a:prstGeom>
          </p:spPr>
        </p:pic>
      </p:grpSp>
      <p:sp>
        <p:nvSpPr>
          <p:cNvPr id="70" name="object 70" descr=""/>
          <p:cNvSpPr/>
          <p:nvPr/>
        </p:nvSpPr>
        <p:spPr>
          <a:xfrm>
            <a:off x="2456688" y="2573375"/>
            <a:ext cx="100965" cy="84455"/>
          </a:xfrm>
          <a:custGeom>
            <a:avLst/>
            <a:gdLst/>
            <a:ahLst/>
            <a:cxnLst/>
            <a:rect l="l" t="t" r="r" b="b"/>
            <a:pathLst>
              <a:path w="100964" h="84455">
                <a:moveTo>
                  <a:pt x="47244" y="15240"/>
                </a:moveTo>
                <a:lnTo>
                  <a:pt x="44196" y="12192"/>
                </a:lnTo>
                <a:lnTo>
                  <a:pt x="42672" y="7620"/>
                </a:lnTo>
                <a:lnTo>
                  <a:pt x="39624" y="6096"/>
                </a:lnTo>
                <a:lnTo>
                  <a:pt x="36576" y="3048"/>
                </a:lnTo>
                <a:lnTo>
                  <a:pt x="33528" y="1524"/>
                </a:lnTo>
                <a:lnTo>
                  <a:pt x="28956" y="0"/>
                </a:lnTo>
                <a:lnTo>
                  <a:pt x="18288" y="0"/>
                </a:lnTo>
                <a:lnTo>
                  <a:pt x="15240" y="1524"/>
                </a:lnTo>
                <a:lnTo>
                  <a:pt x="10668" y="3048"/>
                </a:lnTo>
                <a:lnTo>
                  <a:pt x="7620" y="6096"/>
                </a:lnTo>
                <a:lnTo>
                  <a:pt x="4572" y="7620"/>
                </a:lnTo>
                <a:lnTo>
                  <a:pt x="3048" y="12192"/>
                </a:lnTo>
                <a:lnTo>
                  <a:pt x="0" y="15240"/>
                </a:lnTo>
                <a:lnTo>
                  <a:pt x="0" y="70104"/>
                </a:lnTo>
                <a:lnTo>
                  <a:pt x="3048" y="73152"/>
                </a:lnTo>
                <a:lnTo>
                  <a:pt x="4572" y="77825"/>
                </a:lnTo>
                <a:lnTo>
                  <a:pt x="7620" y="79349"/>
                </a:lnTo>
                <a:lnTo>
                  <a:pt x="10668" y="82397"/>
                </a:lnTo>
                <a:lnTo>
                  <a:pt x="15240" y="83921"/>
                </a:lnTo>
                <a:lnTo>
                  <a:pt x="24384" y="83921"/>
                </a:lnTo>
                <a:lnTo>
                  <a:pt x="33528" y="83921"/>
                </a:lnTo>
                <a:lnTo>
                  <a:pt x="36576" y="80873"/>
                </a:lnTo>
                <a:lnTo>
                  <a:pt x="39624" y="79349"/>
                </a:lnTo>
                <a:lnTo>
                  <a:pt x="42672" y="76200"/>
                </a:lnTo>
                <a:lnTo>
                  <a:pt x="44196" y="73152"/>
                </a:lnTo>
                <a:lnTo>
                  <a:pt x="47244" y="70104"/>
                </a:lnTo>
                <a:lnTo>
                  <a:pt x="47244" y="60960"/>
                </a:lnTo>
                <a:lnTo>
                  <a:pt x="38100" y="60960"/>
                </a:lnTo>
                <a:lnTo>
                  <a:pt x="38100" y="65532"/>
                </a:lnTo>
                <a:lnTo>
                  <a:pt x="36576" y="68580"/>
                </a:lnTo>
                <a:lnTo>
                  <a:pt x="33528" y="71628"/>
                </a:lnTo>
                <a:lnTo>
                  <a:pt x="32004" y="74676"/>
                </a:lnTo>
                <a:lnTo>
                  <a:pt x="15240" y="74676"/>
                </a:lnTo>
                <a:lnTo>
                  <a:pt x="13716" y="71628"/>
                </a:lnTo>
                <a:lnTo>
                  <a:pt x="10668" y="68580"/>
                </a:lnTo>
                <a:lnTo>
                  <a:pt x="9144" y="65532"/>
                </a:lnTo>
                <a:lnTo>
                  <a:pt x="9144" y="19812"/>
                </a:lnTo>
                <a:lnTo>
                  <a:pt x="10668" y="15240"/>
                </a:lnTo>
                <a:lnTo>
                  <a:pt x="13716" y="13716"/>
                </a:lnTo>
                <a:lnTo>
                  <a:pt x="15240" y="10668"/>
                </a:lnTo>
                <a:lnTo>
                  <a:pt x="19812" y="9144"/>
                </a:lnTo>
                <a:lnTo>
                  <a:pt x="28956" y="9144"/>
                </a:lnTo>
                <a:lnTo>
                  <a:pt x="32004" y="10668"/>
                </a:lnTo>
                <a:lnTo>
                  <a:pt x="33528" y="13716"/>
                </a:lnTo>
                <a:lnTo>
                  <a:pt x="36576" y="15240"/>
                </a:lnTo>
                <a:lnTo>
                  <a:pt x="38100" y="19812"/>
                </a:lnTo>
                <a:lnTo>
                  <a:pt x="38100" y="24384"/>
                </a:lnTo>
                <a:lnTo>
                  <a:pt x="47244" y="24384"/>
                </a:lnTo>
                <a:lnTo>
                  <a:pt x="47244" y="15240"/>
                </a:lnTo>
                <a:close/>
              </a:path>
              <a:path w="100964" h="84455">
                <a:moveTo>
                  <a:pt x="100672" y="19812"/>
                </a:moveTo>
                <a:lnTo>
                  <a:pt x="91427" y="19812"/>
                </a:lnTo>
                <a:lnTo>
                  <a:pt x="91427" y="42672"/>
                </a:lnTo>
                <a:lnTo>
                  <a:pt x="100672" y="42672"/>
                </a:lnTo>
                <a:lnTo>
                  <a:pt x="100672" y="1981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2526779" y="2593187"/>
            <a:ext cx="107314" cy="53340"/>
          </a:xfrm>
          <a:custGeom>
            <a:avLst/>
            <a:gdLst/>
            <a:ahLst/>
            <a:cxnLst/>
            <a:rect l="l" t="t" r="r" b="b"/>
            <a:pathLst>
              <a:path w="107314" h="53339">
                <a:moveTo>
                  <a:pt x="106781" y="22860"/>
                </a:moveTo>
                <a:lnTo>
                  <a:pt x="85445" y="22860"/>
                </a:lnTo>
                <a:lnTo>
                  <a:pt x="85445" y="0"/>
                </a:lnTo>
                <a:lnTo>
                  <a:pt x="76301" y="0"/>
                </a:lnTo>
                <a:lnTo>
                  <a:pt x="76301" y="22860"/>
                </a:lnTo>
                <a:lnTo>
                  <a:pt x="0" y="22860"/>
                </a:lnTo>
                <a:lnTo>
                  <a:pt x="0" y="30480"/>
                </a:lnTo>
                <a:lnTo>
                  <a:pt x="21336" y="30480"/>
                </a:lnTo>
                <a:lnTo>
                  <a:pt x="21336" y="53340"/>
                </a:lnTo>
                <a:lnTo>
                  <a:pt x="30581" y="53340"/>
                </a:lnTo>
                <a:lnTo>
                  <a:pt x="30581" y="30480"/>
                </a:lnTo>
                <a:lnTo>
                  <a:pt x="76301" y="30480"/>
                </a:lnTo>
                <a:lnTo>
                  <a:pt x="76301" y="53340"/>
                </a:lnTo>
                <a:lnTo>
                  <a:pt x="85445" y="53340"/>
                </a:lnTo>
                <a:lnTo>
                  <a:pt x="85445" y="30480"/>
                </a:lnTo>
                <a:lnTo>
                  <a:pt x="106781" y="30480"/>
                </a:lnTo>
                <a:lnTo>
                  <a:pt x="106781" y="2286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3899344" y="2590133"/>
            <a:ext cx="48895" cy="59690"/>
          </a:xfrm>
          <a:custGeom>
            <a:avLst/>
            <a:gdLst/>
            <a:ahLst/>
            <a:cxnLst/>
            <a:rect l="l" t="t" r="r" b="b"/>
            <a:pathLst>
              <a:path w="48895" h="59689">
                <a:moveTo>
                  <a:pt x="48863" y="59436"/>
                </a:moveTo>
                <a:lnTo>
                  <a:pt x="0" y="35052"/>
                </a:lnTo>
                <a:lnTo>
                  <a:pt x="0" y="24384"/>
                </a:lnTo>
                <a:lnTo>
                  <a:pt x="48863" y="0"/>
                </a:lnTo>
                <a:lnTo>
                  <a:pt x="48863" y="9144"/>
                </a:lnTo>
                <a:lnTo>
                  <a:pt x="13716" y="27432"/>
                </a:lnTo>
                <a:lnTo>
                  <a:pt x="10668" y="27432"/>
                </a:lnTo>
                <a:lnTo>
                  <a:pt x="9144" y="28956"/>
                </a:lnTo>
                <a:lnTo>
                  <a:pt x="7620" y="28956"/>
                </a:lnTo>
                <a:lnTo>
                  <a:pt x="9144" y="30480"/>
                </a:lnTo>
                <a:lnTo>
                  <a:pt x="10668" y="30480"/>
                </a:lnTo>
                <a:lnTo>
                  <a:pt x="12192" y="32004"/>
                </a:lnTo>
                <a:lnTo>
                  <a:pt x="13716" y="32004"/>
                </a:lnTo>
                <a:lnTo>
                  <a:pt x="48863" y="48768"/>
                </a:lnTo>
                <a:lnTo>
                  <a:pt x="48863" y="5943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4033545" y="2574899"/>
            <a:ext cx="97790" cy="82550"/>
          </a:xfrm>
          <a:custGeom>
            <a:avLst/>
            <a:gdLst/>
            <a:ahLst/>
            <a:cxnLst/>
            <a:rect l="l" t="t" r="r" b="b"/>
            <a:pathLst>
              <a:path w="97789" h="82550">
                <a:moveTo>
                  <a:pt x="50292" y="73152"/>
                </a:moveTo>
                <a:lnTo>
                  <a:pt x="32004" y="73152"/>
                </a:lnTo>
                <a:lnTo>
                  <a:pt x="32004" y="0"/>
                </a:lnTo>
                <a:lnTo>
                  <a:pt x="18288" y="0"/>
                </a:lnTo>
                <a:lnTo>
                  <a:pt x="0" y="13716"/>
                </a:lnTo>
                <a:lnTo>
                  <a:pt x="0" y="25908"/>
                </a:lnTo>
                <a:lnTo>
                  <a:pt x="22860" y="9144"/>
                </a:lnTo>
                <a:lnTo>
                  <a:pt x="22860" y="73152"/>
                </a:lnTo>
                <a:lnTo>
                  <a:pt x="0" y="73152"/>
                </a:lnTo>
                <a:lnTo>
                  <a:pt x="0" y="82397"/>
                </a:lnTo>
                <a:lnTo>
                  <a:pt x="50292" y="82397"/>
                </a:lnTo>
                <a:lnTo>
                  <a:pt x="50292" y="73152"/>
                </a:lnTo>
                <a:close/>
              </a:path>
              <a:path w="97789" h="82550">
                <a:moveTo>
                  <a:pt x="97624" y="68580"/>
                </a:moveTo>
                <a:lnTo>
                  <a:pt x="96100" y="67056"/>
                </a:lnTo>
                <a:lnTo>
                  <a:pt x="96100" y="64008"/>
                </a:lnTo>
                <a:lnTo>
                  <a:pt x="93052" y="60960"/>
                </a:lnTo>
                <a:lnTo>
                  <a:pt x="93052" y="67056"/>
                </a:lnTo>
                <a:lnTo>
                  <a:pt x="93052" y="74676"/>
                </a:lnTo>
                <a:lnTo>
                  <a:pt x="90004" y="76288"/>
                </a:lnTo>
                <a:lnTo>
                  <a:pt x="86956" y="79336"/>
                </a:lnTo>
                <a:lnTo>
                  <a:pt x="83908" y="79336"/>
                </a:lnTo>
                <a:lnTo>
                  <a:pt x="82384" y="77812"/>
                </a:lnTo>
                <a:lnTo>
                  <a:pt x="79336" y="76288"/>
                </a:lnTo>
                <a:lnTo>
                  <a:pt x="77812" y="76288"/>
                </a:lnTo>
                <a:lnTo>
                  <a:pt x="76288" y="73152"/>
                </a:lnTo>
                <a:lnTo>
                  <a:pt x="76288" y="67056"/>
                </a:lnTo>
                <a:lnTo>
                  <a:pt x="82384" y="60960"/>
                </a:lnTo>
                <a:lnTo>
                  <a:pt x="86956" y="60960"/>
                </a:lnTo>
                <a:lnTo>
                  <a:pt x="88480" y="62484"/>
                </a:lnTo>
                <a:lnTo>
                  <a:pt x="90004" y="62484"/>
                </a:lnTo>
                <a:lnTo>
                  <a:pt x="91528" y="64008"/>
                </a:lnTo>
                <a:lnTo>
                  <a:pt x="93052" y="67056"/>
                </a:lnTo>
                <a:lnTo>
                  <a:pt x="93052" y="60960"/>
                </a:lnTo>
                <a:lnTo>
                  <a:pt x="91528" y="59436"/>
                </a:lnTo>
                <a:lnTo>
                  <a:pt x="88480" y="57912"/>
                </a:lnTo>
                <a:lnTo>
                  <a:pt x="80860" y="57912"/>
                </a:lnTo>
                <a:lnTo>
                  <a:pt x="79336" y="59436"/>
                </a:lnTo>
                <a:lnTo>
                  <a:pt x="77812" y="59436"/>
                </a:lnTo>
                <a:lnTo>
                  <a:pt x="76288" y="60960"/>
                </a:lnTo>
                <a:lnTo>
                  <a:pt x="74764" y="64008"/>
                </a:lnTo>
                <a:lnTo>
                  <a:pt x="73240" y="65532"/>
                </a:lnTo>
                <a:lnTo>
                  <a:pt x="73240" y="73152"/>
                </a:lnTo>
                <a:lnTo>
                  <a:pt x="74764" y="76288"/>
                </a:lnTo>
                <a:lnTo>
                  <a:pt x="76288" y="79336"/>
                </a:lnTo>
                <a:lnTo>
                  <a:pt x="79336" y="80860"/>
                </a:lnTo>
                <a:lnTo>
                  <a:pt x="80860" y="82384"/>
                </a:lnTo>
                <a:lnTo>
                  <a:pt x="86956" y="82384"/>
                </a:lnTo>
                <a:lnTo>
                  <a:pt x="90004" y="80860"/>
                </a:lnTo>
                <a:lnTo>
                  <a:pt x="91528" y="79336"/>
                </a:lnTo>
                <a:lnTo>
                  <a:pt x="94576" y="77812"/>
                </a:lnTo>
                <a:lnTo>
                  <a:pt x="96100" y="76288"/>
                </a:lnTo>
                <a:lnTo>
                  <a:pt x="96100" y="71628"/>
                </a:lnTo>
                <a:lnTo>
                  <a:pt x="97624" y="70104"/>
                </a:lnTo>
                <a:lnTo>
                  <a:pt x="97624" y="6858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4227290" y="2574893"/>
            <a:ext cx="33655" cy="33655"/>
          </a:xfrm>
          <a:custGeom>
            <a:avLst/>
            <a:gdLst/>
            <a:ahLst/>
            <a:cxnLst/>
            <a:rect l="l" t="t" r="r" b="b"/>
            <a:pathLst>
              <a:path w="33654" h="33655">
                <a:moveTo>
                  <a:pt x="32004" y="33528"/>
                </a:moveTo>
                <a:lnTo>
                  <a:pt x="24384" y="33528"/>
                </a:lnTo>
                <a:lnTo>
                  <a:pt x="22860" y="10668"/>
                </a:lnTo>
                <a:lnTo>
                  <a:pt x="22860" y="0"/>
                </a:lnTo>
                <a:lnTo>
                  <a:pt x="33528" y="0"/>
                </a:lnTo>
                <a:lnTo>
                  <a:pt x="33528" y="10668"/>
                </a:lnTo>
                <a:lnTo>
                  <a:pt x="32004" y="33528"/>
                </a:lnTo>
                <a:close/>
              </a:path>
              <a:path w="33654" h="33655">
                <a:moveTo>
                  <a:pt x="10668" y="33528"/>
                </a:moveTo>
                <a:lnTo>
                  <a:pt x="1524" y="33528"/>
                </a:lnTo>
                <a:lnTo>
                  <a:pt x="0" y="10668"/>
                </a:lnTo>
                <a:lnTo>
                  <a:pt x="0" y="0"/>
                </a:lnTo>
                <a:lnTo>
                  <a:pt x="10668" y="0"/>
                </a:lnTo>
                <a:lnTo>
                  <a:pt x="10668" y="33528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5" name="object 75" descr=""/>
          <p:cNvGrpSpPr/>
          <p:nvPr/>
        </p:nvGrpSpPr>
        <p:grpSpPr>
          <a:xfrm>
            <a:off x="5419344" y="1450848"/>
            <a:ext cx="4921250" cy="1586865"/>
            <a:chOff x="5419344" y="1450848"/>
            <a:chExt cx="4921250" cy="1586865"/>
          </a:xfrm>
        </p:grpSpPr>
        <p:pic>
          <p:nvPicPr>
            <p:cNvPr id="76" name="object 76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419344" y="1450848"/>
              <a:ext cx="4920995" cy="1586442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485442" y="1481037"/>
              <a:ext cx="4840519" cy="1502673"/>
            </a:xfrm>
            <a:prstGeom prst="rect">
              <a:avLst/>
            </a:prstGeom>
          </p:spPr>
        </p:pic>
      </p:grpSp>
      <p:sp>
        <p:nvSpPr>
          <p:cNvPr id="78" name="object 78" descr=""/>
          <p:cNvSpPr/>
          <p:nvPr/>
        </p:nvSpPr>
        <p:spPr>
          <a:xfrm>
            <a:off x="387095" y="6123432"/>
            <a:ext cx="9939655" cy="9525"/>
          </a:xfrm>
          <a:custGeom>
            <a:avLst/>
            <a:gdLst/>
            <a:ahLst/>
            <a:cxnLst/>
            <a:rect l="l" t="t" r="r" b="b"/>
            <a:pathLst>
              <a:path w="9939655" h="9525">
                <a:moveTo>
                  <a:pt x="9939528" y="9144"/>
                </a:moveTo>
                <a:lnTo>
                  <a:pt x="0" y="9144"/>
                </a:lnTo>
                <a:lnTo>
                  <a:pt x="0" y="0"/>
                </a:lnTo>
                <a:lnTo>
                  <a:pt x="9939528" y="0"/>
                </a:lnTo>
                <a:lnTo>
                  <a:pt x="9939528" y="9144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9" name="object 79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385667" y="6245351"/>
            <a:ext cx="889063" cy="108299"/>
          </a:xfrm>
          <a:prstGeom prst="rect">
            <a:avLst/>
          </a:prstGeom>
        </p:spPr>
      </p:pic>
      <p:grpSp>
        <p:nvGrpSpPr>
          <p:cNvPr id="80" name="object 80" descr=""/>
          <p:cNvGrpSpPr/>
          <p:nvPr/>
        </p:nvGrpSpPr>
        <p:grpSpPr>
          <a:xfrm>
            <a:off x="9873043" y="6251447"/>
            <a:ext cx="256540" cy="102235"/>
            <a:chOff x="9873043" y="6251447"/>
            <a:chExt cx="256540" cy="102235"/>
          </a:xfrm>
        </p:grpSpPr>
        <p:pic>
          <p:nvPicPr>
            <p:cNvPr id="81" name="object 81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873043" y="6251447"/>
              <a:ext cx="214980" cy="102203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10113930" y="6277355"/>
              <a:ext cx="15240" cy="62865"/>
            </a:xfrm>
            <a:custGeom>
              <a:avLst/>
              <a:gdLst/>
              <a:ahLst/>
              <a:cxnLst/>
              <a:rect l="l" t="t" r="r" b="b"/>
              <a:pathLst>
                <a:path w="15240" h="62864">
                  <a:moveTo>
                    <a:pt x="13716" y="10763"/>
                  </a:moveTo>
                  <a:lnTo>
                    <a:pt x="1524" y="10763"/>
                  </a:lnTo>
                  <a:lnTo>
                    <a:pt x="0" y="9239"/>
                  </a:lnTo>
                  <a:lnTo>
                    <a:pt x="0" y="4667"/>
                  </a:lnTo>
                  <a:lnTo>
                    <a:pt x="3048" y="1619"/>
                  </a:lnTo>
                  <a:lnTo>
                    <a:pt x="4572" y="0"/>
                  </a:lnTo>
                  <a:lnTo>
                    <a:pt x="10668" y="0"/>
                  </a:lnTo>
                  <a:lnTo>
                    <a:pt x="12192" y="1619"/>
                  </a:lnTo>
                  <a:lnTo>
                    <a:pt x="15240" y="4667"/>
                  </a:lnTo>
                  <a:lnTo>
                    <a:pt x="15240" y="9239"/>
                  </a:lnTo>
                  <a:lnTo>
                    <a:pt x="13716" y="10763"/>
                  </a:lnTo>
                  <a:close/>
                </a:path>
                <a:path w="15240" h="62864">
                  <a:moveTo>
                    <a:pt x="9144" y="13811"/>
                  </a:moveTo>
                  <a:lnTo>
                    <a:pt x="6096" y="13811"/>
                  </a:lnTo>
                  <a:lnTo>
                    <a:pt x="3048" y="10763"/>
                  </a:lnTo>
                  <a:lnTo>
                    <a:pt x="12192" y="10763"/>
                  </a:lnTo>
                  <a:lnTo>
                    <a:pt x="9144" y="13811"/>
                  </a:lnTo>
                  <a:close/>
                </a:path>
                <a:path w="15240" h="62864">
                  <a:moveTo>
                    <a:pt x="10668" y="62579"/>
                  </a:moveTo>
                  <a:lnTo>
                    <a:pt x="4572" y="62579"/>
                  </a:lnTo>
                  <a:lnTo>
                    <a:pt x="0" y="58007"/>
                  </a:lnTo>
                  <a:lnTo>
                    <a:pt x="0" y="53435"/>
                  </a:lnTo>
                  <a:lnTo>
                    <a:pt x="4572" y="48863"/>
                  </a:lnTo>
                  <a:lnTo>
                    <a:pt x="10668" y="48863"/>
                  </a:lnTo>
                  <a:lnTo>
                    <a:pt x="15240" y="53435"/>
                  </a:lnTo>
                  <a:lnTo>
                    <a:pt x="15240" y="58007"/>
                  </a:lnTo>
                  <a:lnTo>
                    <a:pt x="10668" y="62579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3" name="object 83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0210038" y="6256019"/>
            <a:ext cx="103727" cy="839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85660" y="745718"/>
            <a:ext cx="424180" cy="116205"/>
          </a:xfrm>
          <a:custGeom>
            <a:avLst/>
            <a:gdLst/>
            <a:ahLst/>
            <a:cxnLst/>
            <a:rect l="l" t="t" r="r" b="b"/>
            <a:pathLst>
              <a:path w="424180" h="116205">
                <a:moveTo>
                  <a:pt x="111353" y="9144"/>
                </a:moveTo>
                <a:lnTo>
                  <a:pt x="68580" y="9144"/>
                </a:lnTo>
                <a:lnTo>
                  <a:pt x="67056" y="4572"/>
                </a:lnTo>
                <a:lnTo>
                  <a:pt x="65532" y="1524"/>
                </a:lnTo>
                <a:lnTo>
                  <a:pt x="65532" y="0"/>
                </a:lnTo>
                <a:lnTo>
                  <a:pt x="45720" y="1524"/>
                </a:lnTo>
                <a:lnTo>
                  <a:pt x="47244" y="3048"/>
                </a:lnTo>
                <a:lnTo>
                  <a:pt x="47244" y="6096"/>
                </a:lnTo>
                <a:lnTo>
                  <a:pt x="48768" y="9144"/>
                </a:lnTo>
                <a:lnTo>
                  <a:pt x="4572" y="9144"/>
                </a:lnTo>
                <a:lnTo>
                  <a:pt x="4572" y="27432"/>
                </a:lnTo>
                <a:lnTo>
                  <a:pt x="19812" y="27432"/>
                </a:lnTo>
                <a:lnTo>
                  <a:pt x="19812" y="19812"/>
                </a:lnTo>
                <a:lnTo>
                  <a:pt x="96113" y="19812"/>
                </a:lnTo>
                <a:lnTo>
                  <a:pt x="96113" y="27432"/>
                </a:lnTo>
                <a:lnTo>
                  <a:pt x="111353" y="27432"/>
                </a:lnTo>
                <a:lnTo>
                  <a:pt x="111353" y="19812"/>
                </a:lnTo>
                <a:lnTo>
                  <a:pt x="111353" y="9144"/>
                </a:lnTo>
                <a:close/>
              </a:path>
              <a:path w="424180" h="116205">
                <a:moveTo>
                  <a:pt x="114401" y="28956"/>
                </a:moveTo>
                <a:lnTo>
                  <a:pt x="76200" y="28956"/>
                </a:lnTo>
                <a:lnTo>
                  <a:pt x="76200" y="41148"/>
                </a:lnTo>
                <a:lnTo>
                  <a:pt x="73152" y="44196"/>
                </a:lnTo>
                <a:lnTo>
                  <a:pt x="68580" y="47332"/>
                </a:lnTo>
                <a:lnTo>
                  <a:pt x="64008" y="50380"/>
                </a:lnTo>
                <a:lnTo>
                  <a:pt x="41148" y="45808"/>
                </a:lnTo>
                <a:lnTo>
                  <a:pt x="45720" y="41148"/>
                </a:lnTo>
                <a:lnTo>
                  <a:pt x="76200" y="41148"/>
                </a:lnTo>
                <a:lnTo>
                  <a:pt x="76200" y="28956"/>
                </a:lnTo>
                <a:lnTo>
                  <a:pt x="54864" y="28956"/>
                </a:lnTo>
                <a:lnTo>
                  <a:pt x="59436" y="24384"/>
                </a:lnTo>
                <a:lnTo>
                  <a:pt x="41148" y="21336"/>
                </a:lnTo>
                <a:lnTo>
                  <a:pt x="39624" y="24384"/>
                </a:lnTo>
                <a:lnTo>
                  <a:pt x="35052" y="28956"/>
                </a:lnTo>
                <a:lnTo>
                  <a:pt x="3048" y="28956"/>
                </a:lnTo>
                <a:lnTo>
                  <a:pt x="3048" y="41148"/>
                </a:lnTo>
                <a:lnTo>
                  <a:pt x="27432" y="41148"/>
                </a:lnTo>
                <a:lnTo>
                  <a:pt x="24384" y="44196"/>
                </a:lnTo>
                <a:lnTo>
                  <a:pt x="21336" y="47332"/>
                </a:lnTo>
                <a:lnTo>
                  <a:pt x="16764" y="51904"/>
                </a:lnTo>
                <a:lnTo>
                  <a:pt x="25908" y="53428"/>
                </a:lnTo>
                <a:lnTo>
                  <a:pt x="33528" y="54952"/>
                </a:lnTo>
                <a:lnTo>
                  <a:pt x="6096" y="59524"/>
                </a:lnTo>
                <a:lnTo>
                  <a:pt x="9144" y="64096"/>
                </a:lnTo>
                <a:lnTo>
                  <a:pt x="12192" y="73240"/>
                </a:lnTo>
                <a:lnTo>
                  <a:pt x="28460" y="70942"/>
                </a:lnTo>
                <a:lnTo>
                  <a:pt x="42862" y="68478"/>
                </a:lnTo>
                <a:lnTo>
                  <a:pt x="55270" y="65747"/>
                </a:lnTo>
                <a:lnTo>
                  <a:pt x="65532" y="62572"/>
                </a:lnTo>
                <a:lnTo>
                  <a:pt x="74676" y="64884"/>
                </a:lnTo>
                <a:lnTo>
                  <a:pt x="83832" y="67335"/>
                </a:lnTo>
                <a:lnTo>
                  <a:pt x="93002" y="70078"/>
                </a:lnTo>
                <a:lnTo>
                  <a:pt x="102209" y="73240"/>
                </a:lnTo>
                <a:lnTo>
                  <a:pt x="108127" y="62572"/>
                </a:lnTo>
                <a:lnTo>
                  <a:pt x="109829" y="59524"/>
                </a:lnTo>
                <a:lnTo>
                  <a:pt x="82296" y="53428"/>
                </a:lnTo>
                <a:lnTo>
                  <a:pt x="86868" y="50380"/>
                </a:lnTo>
                <a:lnTo>
                  <a:pt x="89916" y="45808"/>
                </a:lnTo>
                <a:lnTo>
                  <a:pt x="94589" y="41148"/>
                </a:lnTo>
                <a:lnTo>
                  <a:pt x="114401" y="41148"/>
                </a:lnTo>
                <a:lnTo>
                  <a:pt x="114401" y="28956"/>
                </a:lnTo>
                <a:close/>
              </a:path>
              <a:path w="424180" h="116205">
                <a:moveTo>
                  <a:pt x="117449" y="100672"/>
                </a:moveTo>
                <a:lnTo>
                  <a:pt x="105448" y="98348"/>
                </a:lnTo>
                <a:lnTo>
                  <a:pt x="94729" y="95719"/>
                </a:lnTo>
                <a:lnTo>
                  <a:pt x="91401" y="94576"/>
                </a:lnTo>
                <a:lnTo>
                  <a:pt x="85432" y="92532"/>
                </a:lnTo>
                <a:lnTo>
                  <a:pt x="77724" y="88480"/>
                </a:lnTo>
                <a:lnTo>
                  <a:pt x="114401" y="88480"/>
                </a:lnTo>
                <a:lnTo>
                  <a:pt x="114401" y="76288"/>
                </a:lnTo>
                <a:lnTo>
                  <a:pt x="65532" y="76288"/>
                </a:lnTo>
                <a:lnTo>
                  <a:pt x="65532" y="67144"/>
                </a:lnTo>
                <a:lnTo>
                  <a:pt x="50292" y="67144"/>
                </a:lnTo>
                <a:lnTo>
                  <a:pt x="50292" y="76288"/>
                </a:lnTo>
                <a:lnTo>
                  <a:pt x="3048" y="76288"/>
                </a:lnTo>
                <a:lnTo>
                  <a:pt x="3048" y="88480"/>
                </a:lnTo>
                <a:lnTo>
                  <a:pt x="38100" y="88480"/>
                </a:lnTo>
                <a:lnTo>
                  <a:pt x="29794" y="92748"/>
                </a:lnTo>
                <a:lnTo>
                  <a:pt x="20764" y="96291"/>
                </a:lnTo>
                <a:lnTo>
                  <a:pt x="10883" y="98983"/>
                </a:lnTo>
                <a:lnTo>
                  <a:pt x="0" y="100672"/>
                </a:lnTo>
                <a:lnTo>
                  <a:pt x="3048" y="105244"/>
                </a:lnTo>
                <a:lnTo>
                  <a:pt x="6096" y="114388"/>
                </a:lnTo>
                <a:lnTo>
                  <a:pt x="19215" y="110655"/>
                </a:lnTo>
                <a:lnTo>
                  <a:pt x="31051" y="106197"/>
                </a:lnTo>
                <a:lnTo>
                  <a:pt x="41452" y="100888"/>
                </a:lnTo>
                <a:lnTo>
                  <a:pt x="50292" y="94576"/>
                </a:lnTo>
                <a:lnTo>
                  <a:pt x="50292" y="115912"/>
                </a:lnTo>
                <a:lnTo>
                  <a:pt x="65532" y="115912"/>
                </a:lnTo>
                <a:lnTo>
                  <a:pt x="65532" y="94576"/>
                </a:lnTo>
                <a:lnTo>
                  <a:pt x="75006" y="100888"/>
                </a:lnTo>
                <a:lnTo>
                  <a:pt x="85356" y="106197"/>
                </a:lnTo>
                <a:lnTo>
                  <a:pt x="96862" y="110655"/>
                </a:lnTo>
                <a:lnTo>
                  <a:pt x="109829" y="114388"/>
                </a:lnTo>
                <a:lnTo>
                  <a:pt x="114401" y="105244"/>
                </a:lnTo>
                <a:lnTo>
                  <a:pt x="117449" y="100672"/>
                </a:lnTo>
                <a:close/>
              </a:path>
              <a:path w="424180" h="116205">
                <a:moveTo>
                  <a:pt x="160121" y="3048"/>
                </a:moveTo>
                <a:lnTo>
                  <a:pt x="146405" y="0"/>
                </a:lnTo>
                <a:lnTo>
                  <a:pt x="142684" y="13690"/>
                </a:lnTo>
                <a:lnTo>
                  <a:pt x="138328" y="27432"/>
                </a:lnTo>
                <a:lnTo>
                  <a:pt x="133540" y="40551"/>
                </a:lnTo>
                <a:lnTo>
                  <a:pt x="128117" y="53428"/>
                </a:lnTo>
                <a:lnTo>
                  <a:pt x="129641" y="62572"/>
                </a:lnTo>
                <a:lnTo>
                  <a:pt x="131165" y="70192"/>
                </a:lnTo>
                <a:lnTo>
                  <a:pt x="132689" y="74764"/>
                </a:lnTo>
                <a:lnTo>
                  <a:pt x="134213" y="70192"/>
                </a:lnTo>
                <a:lnTo>
                  <a:pt x="140309" y="61048"/>
                </a:lnTo>
                <a:lnTo>
                  <a:pt x="140309" y="114388"/>
                </a:lnTo>
                <a:lnTo>
                  <a:pt x="154025" y="114388"/>
                </a:lnTo>
                <a:lnTo>
                  <a:pt x="154025" y="61048"/>
                </a:lnTo>
                <a:lnTo>
                  <a:pt x="154025" y="25908"/>
                </a:lnTo>
                <a:lnTo>
                  <a:pt x="157073" y="10668"/>
                </a:lnTo>
                <a:lnTo>
                  <a:pt x="160121" y="3048"/>
                </a:lnTo>
                <a:close/>
              </a:path>
              <a:path w="424180" h="116205">
                <a:moveTo>
                  <a:pt x="201269" y="6096"/>
                </a:moveTo>
                <a:lnTo>
                  <a:pt x="160121" y="6096"/>
                </a:lnTo>
                <a:lnTo>
                  <a:pt x="160121" y="19812"/>
                </a:lnTo>
                <a:lnTo>
                  <a:pt x="167741" y="19812"/>
                </a:lnTo>
                <a:lnTo>
                  <a:pt x="165163" y="30975"/>
                </a:lnTo>
                <a:lnTo>
                  <a:pt x="162026" y="41579"/>
                </a:lnTo>
                <a:lnTo>
                  <a:pt x="158305" y="51612"/>
                </a:lnTo>
                <a:lnTo>
                  <a:pt x="154025" y="61048"/>
                </a:lnTo>
                <a:lnTo>
                  <a:pt x="157073" y="67144"/>
                </a:lnTo>
                <a:lnTo>
                  <a:pt x="160121" y="71716"/>
                </a:lnTo>
                <a:lnTo>
                  <a:pt x="161645" y="76288"/>
                </a:lnTo>
                <a:lnTo>
                  <a:pt x="164693" y="70192"/>
                </a:lnTo>
                <a:lnTo>
                  <a:pt x="166217" y="68668"/>
                </a:lnTo>
                <a:lnTo>
                  <a:pt x="170789" y="71716"/>
                </a:lnTo>
                <a:lnTo>
                  <a:pt x="173837" y="74764"/>
                </a:lnTo>
                <a:lnTo>
                  <a:pt x="176885" y="79336"/>
                </a:lnTo>
                <a:lnTo>
                  <a:pt x="172897" y="86156"/>
                </a:lnTo>
                <a:lnTo>
                  <a:pt x="167932" y="92671"/>
                </a:lnTo>
                <a:lnTo>
                  <a:pt x="162090" y="98628"/>
                </a:lnTo>
                <a:lnTo>
                  <a:pt x="155549" y="103720"/>
                </a:lnTo>
                <a:lnTo>
                  <a:pt x="163169" y="111340"/>
                </a:lnTo>
                <a:lnTo>
                  <a:pt x="166217" y="115912"/>
                </a:lnTo>
                <a:lnTo>
                  <a:pt x="181089" y="101320"/>
                </a:lnTo>
                <a:lnTo>
                  <a:pt x="191554" y="82575"/>
                </a:lnTo>
                <a:lnTo>
                  <a:pt x="195262" y="68668"/>
                </a:lnTo>
                <a:lnTo>
                  <a:pt x="196481" y="64096"/>
                </a:lnTo>
                <a:lnTo>
                  <a:pt x="197713" y="59512"/>
                </a:lnTo>
                <a:lnTo>
                  <a:pt x="197827" y="58000"/>
                </a:lnTo>
                <a:lnTo>
                  <a:pt x="197942" y="56476"/>
                </a:lnTo>
                <a:lnTo>
                  <a:pt x="198716" y="45808"/>
                </a:lnTo>
                <a:lnTo>
                  <a:pt x="199745" y="32004"/>
                </a:lnTo>
                <a:lnTo>
                  <a:pt x="186029" y="32004"/>
                </a:lnTo>
                <a:lnTo>
                  <a:pt x="186029" y="45808"/>
                </a:lnTo>
                <a:lnTo>
                  <a:pt x="186029" y="51904"/>
                </a:lnTo>
                <a:lnTo>
                  <a:pt x="182981" y="64096"/>
                </a:lnTo>
                <a:lnTo>
                  <a:pt x="179933" y="61048"/>
                </a:lnTo>
                <a:lnTo>
                  <a:pt x="175361" y="58000"/>
                </a:lnTo>
                <a:lnTo>
                  <a:pt x="172313" y="56476"/>
                </a:lnTo>
                <a:lnTo>
                  <a:pt x="173837" y="51904"/>
                </a:lnTo>
                <a:lnTo>
                  <a:pt x="175361" y="48856"/>
                </a:lnTo>
                <a:lnTo>
                  <a:pt x="175361" y="45808"/>
                </a:lnTo>
                <a:lnTo>
                  <a:pt x="186029" y="45808"/>
                </a:lnTo>
                <a:lnTo>
                  <a:pt x="186029" y="32004"/>
                </a:lnTo>
                <a:lnTo>
                  <a:pt x="179933" y="32004"/>
                </a:lnTo>
                <a:lnTo>
                  <a:pt x="180022" y="27254"/>
                </a:lnTo>
                <a:lnTo>
                  <a:pt x="181457" y="24384"/>
                </a:lnTo>
                <a:lnTo>
                  <a:pt x="181457" y="19812"/>
                </a:lnTo>
                <a:lnTo>
                  <a:pt x="201269" y="19812"/>
                </a:lnTo>
                <a:lnTo>
                  <a:pt x="201269" y="6096"/>
                </a:lnTo>
                <a:close/>
              </a:path>
              <a:path w="424180" h="116205">
                <a:moveTo>
                  <a:pt x="218033" y="10668"/>
                </a:moveTo>
                <a:lnTo>
                  <a:pt x="205841" y="10668"/>
                </a:lnTo>
                <a:lnTo>
                  <a:pt x="205841" y="88480"/>
                </a:lnTo>
                <a:lnTo>
                  <a:pt x="218033" y="88480"/>
                </a:lnTo>
                <a:lnTo>
                  <a:pt x="218033" y="10668"/>
                </a:lnTo>
                <a:close/>
              </a:path>
              <a:path w="424180" h="116205">
                <a:moveTo>
                  <a:pt x="240982" y="1524"/>
                </a:moveTo>
                <a:lnTo>
                  <a:pt x="225653" y="1524"/>
                </a:lnTo>
                <a:lnTo>
                  <a:pt x="225653" y="96100"/>
                </a:lnTo>
                <a:lnTo>
                  <a:pt x="224129" y="97624"/>
                </a:lnTo>
                <a:lnTo>
                  <a:pt x="205841" y="97624"/>
                </a:lnTo>
                <a:lnTo>
                  <a:pt x="208889" y="109816"/>
                </a:lnTo>
                <a:lnTo>
                  <a:pt x="208889" y="114388"/>
                </a:lnTo>
                <a:lnTo>
                  <a:pt x="227177" y="114388"/>
                </a:lnTo>
                <a:lnTo>
                  <a:pt x="231838" y="112864"/>
                </a:lnTo>
                <a:lnTo>
                  <a:pt x="234886" y="111340"/>
                </a:lnTo>
                <a:lnTo>
                  <a:pt x="236410" y="108292"/>
                </a:lnTo>
                <a:lnTo>
                  <a:pt x="239458" y="105244"/>
                </a:lnTo>
                <a:lnTo>
                  <a:pt x="240982" y="102196"/>
                </a:lnTo>
                <a:lnTo>
                  <a:pt x="240982" y="1524"/>
                </a:lnTo>
                <a:close/>
              </a:path>
              <a:path w="424180" h="116205">
                <a:moveTo>
                  <a:pt x="358330" y="48856"/>
                </a:moveTo>
                <a:lnTo>
                  <a:pt x="271462" y="48856"/>
                </a:lnTo>
                <a:lnTo>
                  <a:pt x="271462" y="65620"/>
                </a:lnTo>
                <a:lnTo>
                  <a:pt x="358330" y="65620"/>
                </a:lnTo>
                <a:lnTo>
                  <a:pt x="358330" y="48856"/>
                </a:lnTo>
                <a:close/>
              </a:path>
              <a:path w="424180" h="116205">
                <a:moveTo>
                  <a:pt x="364426" y="9144"/>
                </a:moveTo>
                <a:lnTo>
                  <a:pt x="265366" y="9144"/>
                </a:lnTo>
                <a:lnTo>
                  <a:pt x="265366" y="27432"/>
                </a:lnTo>
                <a:lnTo>
                  <a:pt x="364426" y="27432"/>
                </a:lnTo>
                <a:lnTo>
                  <a:pt x="364426" y="9144"/>
                </a:lnTo>
                <a:close/>
              </a:path>
              <a:path w="424180" h="116205">
                <a:moveTo>
                  <a:pt x="372046" y="91528"/>
                </a:moveTo>
                <a:lnTo>
                  <a:pt x="259270" y="91528"/>
                </a:lnTo>
                <a:lnTo>
                  <a:pt x="259270" y="108292"/>
                </a:lnTo>
                <a:lnTo>
                  <a:pt x="372046" y="108292"/>
                </a:lnTo>
                <a:lnTo>
                  <a:pt x="372046" y="91528"/>
                </a:lnTo>
                <a:close/>
              </a:path>
              <a:path w="424180" h="116205">
                <a:moveTo>
                  <a:pt x="423951" y="86956"/>
                </a:moveTo>
                <a:lnTo>
                  <a:pt x="420903" y="85432"/>
                </a:lnTo>
                <a:lnTo>
                  <a:pt x="419379" y="82384"/>
                </a:lnTo>
                <a:lnTo>
                  <a:pt x="408711" y="82384"/>
                </a:lnTo>
                <a:lnTo>
                  <a:pt x="402615" y="88480"/>
                </a:lnTo>
                <a:lnTo>
                  <a:pt x="402615" y="94576"/>
                </a:lnTo>
                <a:lnTo>
                  <a:pt x="404139" y="96100"/>
                </a:lnTo>
                <a:lnTo>
                  <a:pt x="405663" y="99148"/>
                </a:lnTo>
                <a:lnTo>
                  <a:pt x="408711" y="100672"/>
                </a:lnTo>
                <a:lnTo>
                  <a:pt x="410235" y="102196"/>
                </a:lnTo>
                <a:lnTo>
                  <a:pt x="416331" y="102196"/>
                </a:lnTo>
                <a:lnTo>
                  <a:pt x="419379" y="100672"/>
                </a:lnTo>
                <a:lnTo>
                  <a:pt x="423951" y="96100"/>
                </a:lnTo>
                <a:lnTo>
                  <a:pt x="423951" y="86956"/>
                </a:lnTo>
                <a:close/>
              </a:path>
              <a:path w="424180" h="116205">
                <a:moveTo>
                  <a:pt x="423951" y="38100"/>
                </a:moveTo>
                <a:lnTo>
                  <a:pt x="420903" y="36576"/>
                </a:lnTo>
                <a:lnTo>
                  <a:pt x="419379" y="35052"/>
                </a:lnTo>
                <a:lnTo>
                  <a:pt x="416331" y="33528"/>
                </a:lnTo>
                <a:lnTo>
                  <a:pt x="410235" y="33528"/>
                </a:lnTo>
                <a:lnTo>
                  <a:pt x="408711" y="35052"/>
                </a:lnTo>
                <a:lnTo>
                  <a:pt x="405663" y="36576"/>
                </a:lnTo>
                <a:lnTo>
                  <a:pt x="404139" y="39624"/>
                </a:lnTo>
                <a:lnTo>
                  <a:pt x="402615" y="41148"/>
                </a:lnTo>
                <a:lnTo>
                  <a:pt x="402615" y="47332"/>
                </a:lnTo>
                <a:lnTo>
                  <a:pt x="408711" y="53428"/>
                </a:lnTo>
                <a:lnTo>
                  <a:pt x="419379" y="53428"/>
                </a:lnTo>
                <a:lnTo>
                  <a:pt x="420903" y="50380"/>
                </a:lnTo>
                <a:lnTo>
                  <a:pt x="423951" y="48856"/>
                </a:lnTo>
                <a:lnTo>
                  <a:pt x="423951" y="38100"/>
                </a:lnTo>
                <a:close/>
              </a:path>
            </a:pathLst>
          </a:custGeom>
          <a:solidFill>
            <a:srgbClr val="05956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732" y="745712"/>
            <a:ext cx="1503616" cy="117443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541197" y="988313"/>
            <a:ext cx="1726564" cy="285750"/>
          </a:xfrm>
          <a:custGeom>
            <a:avLst/>
            <a:gdLst/>
            <a:ahLst/>
            <a:cxnLst/>
            <a:rect l="l" t="t" r="r" b="b"/>
            <a:pathLst>
              <a:path w="1726564" h="285750">
                <a:moveTo>
                  <a:pt x="97637" y="120497"/>
                </a:moveTo>
                <a:lnTo>
                  <a:pt x="70116" y="126593"/>
                </a:lnTo>
                <a:lnTo>
                  <a:pt x="70116" y="82397"/>
                </a:lnTo>
                <a:lnTo>
                  <a:pt x="96113" y="82397"/>
                </a:lnTo>
                <a:lnTo>
                  <a:pt x="96113" y="47244"/>
                </a:lnTo>
                <a:lnTo>
                  <a:pt x="70116" y="47244"/>
                </a:lnTo>
                <a:lnTo>
                  <a:pt x="70116" y="1524"/>
                </a:lnTo>
                <a:lnTo>
                  <a:pt x="33540" y="1524"/>
                </a:lnTo>
                <a:lnTo>
                  <a:pt x="33540" y="47244"/>
                </a:lnTo>
                <a:lnTo>
                  <a:pt x="1536" y="47244"/>
                </a:lnTo>
                <a:lnTo>
                  <a:pt x="1536" y="82397"/>
                </a:lnTo>
                <a:lnTo>
                  <a:pt x="33540" y="82397"/>
                </a:lnTo>
                <a:lnTo>
                  <a:pt x="33540" y="135737"/>
                </a:lnTo>
                <a:lnTo>
                  <a:pt x="16205" y="140119"/>
                </a:lnTo>
                <a:lnTo>
                  <a:pt x="8026" y="141947"/>
                </a:lnTo>
                <a:lnTo>
                  <a:pt x="0" y="143357"/>
                </a:lnTo>
                <a:lnTo>
                  <a:pt x="4584" y="186118"/>
                </a:lnTo>
                <a:lnTo>
                  <a:pt x="33540" y="176974"/>
                </a:lnTo>
                <a:lnTo>
                  <a:pt x="33540" y="239458"/>
                </a:lnTo>
                <a:lnTo>
                  <a:pt x="30492" y="242506"/>
                </a:lnTo>
                <a:lnTo>
                  <a:pt x="27444" y="242506"/>
                </a:lnTo>
                <a:lnTo>
                  <a:pt x="22872" y="244030"/>
                </a:lnTo>
                <a:lnTo>
                  <a:pt x="4584" y="244030"/>
                </a:lnTo>
                <a:lnTo>
                  <a:pt x="5956" y="253199"/>
                </a:lnTo>
                <a:lnTo>
                  <a:pt x="9296" y="271551"/>
                </a:lnTo>
                <a:lnTo>
                  <a:pt x="10680" y="280708"/>
                </a:lnTo>
                <a:lnTo>
                  <a:pt x="21513" y="280466"/>
                </a:lnTo>
                <a:lnTo>
                  <a:pt x="39179" y="279425"/>
                </a:lnTo>
                <a:lnTo>
                  <a:pt x="45732" y="279184"/>
                </a:lnTo>
                <a:lnTo>
                  <a:pt x="53352" y="277660"/>
                </a:lnTo>
                <a:lnTo>
                  <a:pt x="59448" y="274612"/>
                </a:lnTo>
                <a:lnTo>
                  <a:pt x="62496" y="268516"/>
                </a:lnTo>
                <a:lnTo>
                  <a:pt x="67068" y="263842"/>
                </a:lnTo>
                <a:lnTo>
                  <a:pt x="70116" y="254698"/>
                </a:lnTo>
                <a:lnTo>
                  <a:pt x="70116" y="176974"/>
                </a:lnTo>
                <a:lnTo>
                  <a:pt x="70116" y="166217"/>
                </a:lnTo>
                <a:lnTo>
                  <a:pt x="88480" y="160693"/>
                </a:lnTo>
                <a:lnTo>
                  <a:pt x="94208" y="159143"/>
                </a:lnTo>
                <a:lnTo>
                  <a:pt x="97637" y="158597"/>
                </a:lnTo>
                <a:lnTo>
                  <a:pt x="97637" y="126593"/>
                </a:lnTo>
                <a:lnTo>
                  <a:pt x="97637" y="120497"/>
                </a:lnTo>
                <a:close/>
              </a:path>
              <a:path w="1726564" h="285750">
                <a:moveTo>
                  <a:pt x="271475" y="132689"/>
                </a:moveTo>
                <a:lnTo>
                  <a:pt x="233375" y="132689"/>
                </a:lnTo>
                <a:lnTo>
                  <a:pt x="233375" y="164693"/>
                </a:lnTo>
                <a:lnTo>
                  <a:pt x="233375" y="184594"/>
                </a:lnTo>
                <a:lnTo>
                  <a:pt x="233375" y="215074"/>
                </a:lnTo>
                <a:lnTo>
                  <a:pt x="233375" y="234886"/>
                </a:lnTo>
                <a:lnTo>
                  <a:pt x="146405" y="234886"/>
                </a:lnTo>
                <a:lnTo>
                  <a:pt x="146405" y="215074"/>
                </a:lnTo>
                <a:lnTo>
                  <a:pt x="233375" y="215074"/>
                </a:lnTo>
                <a:lnTo>
                  <a:pt x="233375" y="184594"/>
                </a:lnTo>
                <a:lnTo>
                  <a:pt x="146405" y="184594"/>
                </a:lnTo>
                <a:lnTo>
                  <a:pt x="146405" y="164693"/>
                </a:lnTo>
                <a:lnTo>
                  <a:pt x="233375" y="164693"/>
                </a:lnTo>
                <a:lnTo>
                  <a:pt x="233375" y="132689"/>
                </a:lnTo>
                <a:lnTo>
                  <a:pt x="108305" y="132689"/>
                </a:lnTo>
                <a:lnTo>
                  <a:pt x="108305" y="282232"/>
                </a:lnTo>
                <a:lnTo>
                  <a:pt x="146405" y="282232"/>
                </a:lnTo>
                <a:lnTo>
                  <a:pt x="146405" y="266890"/>
                </a:lnTo>
                <a:lnTo>
                  <a:pt x="233375" y="266890"/>
                </a:lnTo>
                <a:lnTo>
                  <a:pt x="233375" y="280708"/>
                </a:lnTo>
                <a:lnTo>
                  <a:pt x="271475" y="280708"/>
                </a:lnTo>
                <a:lnTo>
                  <a:pt x="271475" y="266890"/>
                </a:lnTo>
                <a:lnTo>
                  <a:pt x="271475" y="234886"/>
                </a:lnTo>
                <a:lnTo>
                  <a:pt x="271475" y="215074"/>
                </a:lnTo>
                <a:lnTo>
                  <a:pt x="271475" y="184594"/>
                </a:lnTo>
                <a:lnTo>
                  <a:pt x="271475" y="164693"/>
                </a:lnTo>
                <a:lnTo>
                  <a:pt x="271475" y="132689"/>
                </a:lnTo>
                <a:close/>
              </a:path>
              <a:path w="1726564" h="285750">
                <a:moveTo>
                  <a:pt x="283667" y="62484"/>
                </a:moveTo>
                <a:lnTo>
                  <a:pt x="274523" y="59918"/>
                </a:lnTo>
                <a:lnTo>
                  <a:pt x="265379" y="56769"/>
                </a:lnTo>
                <a:lnTo>
                  <a:pt x="256235" y="53060"/>
                </a:lnTo>
                <a:lnTo>
                  <a:pt x="247091" y="48768"/>
                </a:lnTo>
                <a:lnTo>
                  <a:pt x="246799" y="56464"/>
                </a:lnTo>
                <a:lnTo>
                  <a:pt x="246761" y="56769"/>
                </a:lnTo>
                <a:lnTo>
                  <a:pt x="245948" y="63436"/>
                </a:lnTo>
                <a:lnTo>
                  <a:pt x="244513" y="69557"/>
                </a:lnTo>
                <a:lnTo>
                  <a:pt x="242506" y="74676"/>
                </a:lnTo>
                <a:lnTo>
                  <a:pt x="240982" y="79248"/>
                </a:lnTo>
                <a:lnTo>
                  <a:pt x="234899" y="82397"/>
                </a:lnTo>
                <a:lnTo>
                  <a:pt x="149453" y="82397"/>
                </a:lnTo>
                <a:lnTo>
                  <a:pt x="143357" y="77724"/>
                </a:lnTo>
                <a:lnTo>
                  <a:pt x="143357" y="64008"/>
                </a:lnTo>
                <a:lnTo>
                  <a:pt x="180213" y="59156"/>
                </a:lnTo>
                <a:lnTo>
                  <a:pt x="215226" y="53721"/>
                </a:lnTo>
                <a:lnTo>
                  <a:pt x="248234" y="47726"/>
                </a:lnTo>
                <a:lnTo>
                  <a:pt x="279082" y="41148"/>
                </a:lnTo>
                <a:lnTo>
                  <a:pt x="275767" y="32004"/>
                </a:lnTo>
                <a:lnTo>
                  <a:pt x="266903" y="7620"/>
                </a:lnTo>
                <a:lnTo>
                  <a:pt x="236016" y="15290"/>
                </a:lnTo>
                <a:lnTo>
                  <a:pt x="205130" y="22098"/>
                </a:lnTo>
                <a:lnTo>
                  <a:pt x="174231" y="27774"/>
                </a:lnTo>
                <a:lnTo>
                  <a:pt x="143357" y="32004"/>
                </a:lnTo>
                <a:lnTo>
                  <a:pt x="143357" y="3048"/>
                </a:lnTo>
                <a:lnTo>
                  <a:pt x="105257" y="3048"/>
                </a:lnTo>
                <a:lnTo>
                  <a:pt x="105257" y="73152"/>
                </a:lnTo>
                <a:lnTo>
                  <a:pt x="108064" y="92100"/>
                </a:lnTo>
                <a:lnTo>
                  <a:pt x="116306" y="105435"/>
                </a:lnTo>
                <a:lnTo>
                  <a:pt x="129692" y="113334"/>
                </a:lnTo>
                <a:lnTo>
                  <a:pt x="147929" y="115925"/>
                </a:lnTo>
                <a:lnTo>
                  <a:pt x="234899" y="115925"/>
                </a:lnTo>
                <a:lnTo>
                  <a:pt x="274904" y="93433"/>
                </a:lnTo>
                <a:lnTo>
                  <a:pt x="279704" y="79971"/>
                </a:lnTo>
                <a:lnTo>
                  <a:pt x="283667" y="62484"/>
                </a:lnTo>
                <a:close/>
              </a:path>
              <a:path w="1726564" h="285750">
                <a:moveTo>
                  <a:pt x="465112" y="115925"/>
                </a:moveTo>
                <a:lnTo>
                  <a:pt x="456831" y="105613"/>
                </a:lnTo>
                <a:lnTo>
                  <a:pt x="447967" y="95148"/>
                </a:lnTo>
                <a:lnTo>
                  <a:pt x="438543" y="84378"/>
                </a:lnTo>
                <a:lnTo>
                  <a:pt x="428536" y="73152"/>
                </a:lnTo>
                <a:lnTo>
                  <a:pt x="398056" y="94589"/>
                </a:lnTo>
                <a:lnTo>
                  <a:pt x="407797" y="105968"/>
                </a:lnTo>
                <a:lnTo>
                  <a:pt x="416534" y="117068"/>
                </a:lnTo>
                <a:lnTo>
                  <a:pt x="424421" y="127596"/>
                </a:lnTo>
                <a:lnTo>
                  <a:pt x="431584" y="137261"/>
                </a:lnTo>
                <a:lnTo>
                  <a:pt x="465112" y="115925"/>
                </a:lnTo>
                <a:close/>
              </a:path>
              <a:path w="1726564" h="285750">
                <a:moveTo>
                  <a:pt x="553605" y="138785"/>
                </a:moveTo>
                <a:lnTo>
                  <a:pt x="317195" y="138785"/>
                </a:lnTo>
                <a:lnTo>
                  <a:pt x="317195" y="175450"/>
                </a:lnTo>
                <a:lnTo>
                  <a:pt x="494169" y="175450"/>
                </a:lnTo>
                <a:lnTo>
                  <a:pt x="481799" y="185153"/>
                </a:lnTo>
                <a:lnTo>
                  <a:pt x="467601" y="195834"/>
                </a:lnTo>
                <a:lnTo>
                  <a:pt x="451421" y="207391"/>
                </a:lnTo>
                <a:lnTo>
                  <a:pt x="433108" y="219646"/>
                </a:lnTo>
                <a:lnTo>
                  <a:pt x="411988" y="210553"/>
                </a:lnTo>
                <a:lnTo>
                  <a:pt x="356908" y="186118"/>
                </a:lnTo>
                <a:lnTo>
                  <a:pt x="337007" y="215074"/>
                </a:lnTo>
                <a:lnTo>
                  <a:pt x="363016" y="227317"/>
                </a:lnTo>
                <a:lnTo>
                  <a:pt x="394995" y="243281"/>
                </a:lnTo>
                <a:lnTo>
                  <a:pt x="475780" y="285280"/>
                </a:lnTo>
                <a:lnTo>
                  <a:pt x="501789" y="250126"/>
                </a:lnTo>
                <a:lnTo>
                  <a:pt x="494919" y="247827"/>
                </a:lnTo>
                <a:lnTo>
                  <a:pt x="488061" y="245364"/>
                </a:lnTo>
                <a:lnTo>
                  <a:pt x="481164" y="242633"/>
                </a:lnTo>
                <a:lnTo>
                  <a:pt x="474256" y="239458"/>
                </a:lnTo>
                <a:lnTo>
                  <a:pt x="493128" y="225171"/>
                </a:lnTo>
                <a:lnTo>
                  <a:pt x="500176" y="219646"/>
                </a:lnTo>
                <a:lnTo>
                  <a:pt x="512826" y="209740"/>
                </a:lnTo>
                <a:lnTo>
                  <a:pt x="533069" y="193167"/>
                </a:lnTo>
                <a:lnTo>
                  <a:pt x="553605" y="175450"/>
                </a:lnTo>
                <a:lnTo>
                  <a:pt x="553605" y="138785"/>
                </a:lnTo>
                <a:close/>
              </a:path>
              <a:path w="1726564" h="285750">
                <a:moveTo>
                  <a:pt x="576465" y="93065"/>
                </a:moveTo>
                <a:lnTo>
                  <a:pt x="541616" y="77584"/>
                </a:lnTo>
                <a:lnTo>
                  <a:pt x="510349" y="58686"/>
                </a:lnTo>
                <a:lnTo>
                  <a:pt x="486765" y="39624"/>
                </a:lnTo>
                <a:lnTo>
                  <a:pt x="482765" y="36398"/>
                </a:lnTo>
                <a:lnTo>
                  <a:pt x="459016" y="10668"/>
                </a:lnTo>
                <a:lnTo>
                  <a:pt x="466636" y="1524"/>
                </a:lnTo>
                <a:lnTo>
                  <a:pt x="416344" y="1524"/>
                </a:lnTo>
                <a:lnTo>
                  <a:pt x="391464" y="31292"/>
                </a:lnTo>
                <a:lnTo>
                  <a:pt x="362572" y="56781"/>
                </a:lnTo>
                <a:lnTo>
                  <a:pt x="329679" y="78295"/>
                </a:lnTo>
                <a:lnTo>
                  <a:pt x="292811" y="96113"/>
                </a:lnTo>
                <a:lnTo>
                  <a:pt x="298754" y="103517"/>
                </a:lnTo>
                <a:lnTo>
                  <a:pt x="305003" y="111925"/>
                </a:lnTo>
                <a:lnTo>
                  <a:pt x="311238" y="121183"/>
                </a:lnTo>
                <a:lnTo>
                  <a:pt x="317195" y="131165"/>
                </a:lnTo>
                <a:lnTo>
                  <a:pt x="352933" y="110858"/>
                </a:lnTo>
                <a:lnTo>
                  <a:pt x="384517" y="88823"/>
                </a:lnTo>
                <a:lnTo>
                  <a:pt x="411797" y="65074"/>
                </a:lnTo>
                <a:lnTo>
                  <a:pt x="434632" y="39624"/>
                </a:lnTo>
                <a:lnTo>
                  <a:pt x="458965" y="66535"/>
                </a:lnTo>
                <a:lnTo>
                  <a:pt x="486308" y="90157"/>
                </a:lnTo>
                <a:lnTo>
                  <a:pt x="516788" y="110642"/>
                </a:lnTo>
                <a:lnTo>
                  <a:pt x="550557" y="128117"/>
                </a:lnTo>
                <a:lnTo>
                  <a:pt x="558025" y="118135"/>
                </a:lnTo>
                <a:lnTo>
                  <a:pt x="570699" y="100469"/>
                </a:lnTo>
                <a:lnTo>
                  <a:pt x="576465" y="93065"/>
                </a:lnTo>
                <a:close/>
              </a:path>
              <a:path w="1726564" h="285750">
                <a:moveTo>
                  <a:pt x="651230" y="150977"/>
                </a:moveTo>
                <a:lnTo>
                  <a:pt x="605421" y="117449"/>
                </a:lnTo>
                <a:lnTo>
                  <a:pt x="584085" y="144881"/>
                </a:lnTo>
                <a:lnTo>
                  <a:pt x="604088" y="162039"/>
                </a:lnTo>
                <a:lnTo>
                  <a:pt x="614768" y="171500"/>
                </a:lnTo>
                <a:lnTo>
                  <a:pt x="625322" y="181546"/>
                </a:lnTo>
                <a:lnTo>
                  <a:pt x="651230" y="150977"/>
                </a:lnTo>
                <a:close/>
              </a:path>
              <a:path w="1726564" h="285750">
                <a:moveTo>
                  <a:pt x="667994" y="192214"/>
                </a:moveTo>
                <a:lnTo>
                  <a:pt x="632942" y="176974"/>
                </a:lnTo>
                <a:lnTo>
                  <a:pt x="632828" y="177317"/>
                </a:lnTo>
                <a:lnTo>
                  <a:pt x="625995" y="198107"/>
                </a:lnTo>
                <a:lnTo>
                  <a:pt x="618604" y="220218"/>
                </a:lnTo>
                <a:lnTo>
                  <a:pt x="610362" y="243205"/>
                </a:lnTo>
                <a:lnTo>
                  <a:pt x="600849" y="266890"/>
                </a:lnTo>
                <a:lnTo>
                  <a:pt x="610908" y="270637"/>
                </a:lnTo>
                <a:lnTo>
                  <a:pt x="620699" y="274789"/>
                </a:lnTo>
                <a:lnTo>
                  <a:pt x="640562" y="283756"/>
                </a:lnTo>
                <a:lnTo>
                  <a:pt x="649135" y="253123"/>
                </a:lnTo>
                <a:lnTo>
                  <a:pt x="656564" y="227660"/>
                </a:lnTo>
                <a:lnTo>
                  <a:pt x="662851" y="207365"/>
                </a:lnTo>
                <a:lnTo>
                  <a:pt x="667994" y="192214"/>
                </a:lnTo>
                <a:close/>
              </a:path>
              <a:path w="1726564" h="285750">
                <a:moveTo>
                  <a:pt x="675614" y="102209"/>
                </a:moveTo>
                <a:lnTo>
                  <a:pt x="667613" y="95897"/>
                </a:lnTo>
                <a:lnTo>
                  <a:pt x="657326" y="88290"/>
                </a:lnTo>
                <a:lnTo>
                  <a:pt x="629894" y="68580"/>
                </a:lnTo>
                <a:lnTo>
                  <a:pt x="606945" y="96113"/>
                </a:lnTo>
                <a:lnTo>
                  <a:pt x="619899" y="105232"/>
                </a:lnTo>
                <a:lnTo>
                  <a:pt x="631405" y="114211"/>
                </a:lnTo>
                <a:lnTo>
                  <a:pt x="641756" y="122897"/>
                </a:lnTo>
                <a:lnTo>
                  <a:pt x="651230" y="131165"/>
                </a:lnTo>
                <a:lnTo>
                  <a:pt x="675614" y="102209"/>
                </a:lnTo>
                <a:close/>
              </a:path>
              <a:path w="1726564" h="285750">
                <a:moveTo>
                  <a:pt x="867740" y="22860"/>
                </a:moveTo>
                <a:lnTo>
                  <a:pt x="797636" y="22860"/>
                </a:lnTo>
                <a:lnTo>
                  <a:pt x="797636" y="1524"/>
                </a:lnTo>
                <a:lnTo>
                  <a:pt x="758012" y="1524"/>
                </a:lnTo>
                <a:lnTo>
                  <a:pt x="758012" y="22860"/>
                </a:lnTo>
                <a:lnTo>
                  <a:pt x="695426" y="22860"/>
                </a:lnTo>
                <a:lnTo>
                  <a:pt x="695426" y="1524"/>
                </a:lnTo>
                <a:lnTo>
                  <a:pt x="655802" y="1524"/>
                </a:lnTo>
                <a:lnTo>
                  <a:pt x="655802" y="22860"/>
                </a:lnTo>
                <a:lnTo>
                  <a:pt x="585609" y="22860"/>
                </a:lnTo>
                <a:lnTo>
                  <a:pt x="585609" y="57912"/>
                </a:lnTo>
                <a:lnTo>
                  <a:pt x="655802" y="57912"/>
                </a:lnTo>
                <a:lnTo>
                  <a:pt x="655802" y="76200"/>
                </a:lnTo>
                <a:lnTo>
                  <a:pt x="695426" y="76200"/>
                </a:lnTo>
                <a:lnTo>
                  <a:pt x="695426" y="57912"/>
                </a:lnTo>
                <a:lnTo>
                  <a:pt x="758012" y="57912"/>
                </a:lnTo>
                <a:lnTo>
                  <a:pt x="758012" y="76200"/>
                </a:lnTo>
                <a:lnTo>
                  <a:pt x="797636" y="76200"/>
                </a:lnTo>
                <a:lnTo>
                  <a:pt x="797636" y="57912"/>
                </a:lnTo>
                <a:lnTo>
                  <a:pt x="867740" y="57912"/>
                </a:lnTo>
                <a:lnTo>
                  <a:pt x="867740" y="22860"/>
                </a:lnTo>
                <a:close/>
              </a:path>
              <a:path w="1726564" h="285750">
                <a:moveTo>
                  <a:pt x="867752" y="207365"/>
                </a:moveTo>
                <a:lnTo>
                  <a:pt x="867460" y="207365"/>
                </a:lnTo>
                <a:lnTo>
                  <a:pt x="860044" y="204863"/>
                </a:lnTo>
                <a:lnTo>
                  <a:pt x="850785" y="201549"/>
                </a:lnTo>
                <a:lnTo>
                  <a:pt x="840092" y="197383"/>
                </a:lnTo>
                <a:lnTo>
                  <a:pt x="828116" y="192214"/>
                </a:lnTo>
                <a:lnTo>
                  <a:pt x="826922" y="204025"/>
                </a:lnTo>
                <a:lnTo>
                  <a:pt x="806780" y="237934"/>
                </a:lnTo>
                <a:lnTo>
                  <a:pt x="744194" y="237934"/>
                </a:lnTo>
                <a:lnTo>
                  <a:pt x="722858" y="125069"/>
                </a:lnTo>
                <a:lnTo>
                  <a:pt x="796112" y="125069"/>
                </a:lnTo>
                <a:lnTo>
                  <a:pt x="795997" y="131165"/>
                </a:lnTo>
                <a:lnTo>
                  <a:pt x="795820" y="141592"/>
                </a:lnTo>
                <a:lnTo>
                  <a:pt x="783920" y="172313"/>
                </a:lnTo>
                <a:lnTo>
                  <a:pt x="774776" y="172313"/>
                </a:lnTo>
                <a:lnTo>
                  <a:pt x="768464" y="172072"/>
                </a:lnTo>
                <a:lnTo>
                  <a:pt x="759904" y="171500"/>
                </a:lnTo>
                <a:lnTo>
                  <a:pt x="751801" y="171030"/>
                </a:lnTo>
                <a:lnTo>
                  <a:pt x="741146" y="170789"/>
                </a:lnTo>
                <a:lnTo>
                  <a:pt x="741210" y="171030"/>
                </a:lnTo>
                <a:lnTo>
                  <a:pt x="741337" y="171500"/>
                </a:lnTo>
                <a:lnTo>
                  <a:pt x="743432" y="179374"/>
                </a:lnTo>
                <a:lnTo>
                  <a:pt x="745718" y="188785"/>
                </a:lnTo>
                <a:lnTo>
                  <a:pt x="748004" y="198742"/>
                </a:lnTo>
                <a:lnTo>
                  <a:pt x="750290" y="208978"/>
                </a:lnTo>
                <a:lnTo>
                  <a:pt x="795693" y="207365"/>
                </a:lnTo>
                <a:lnTo>
                  <a:pt x="794092" y="207365"/>
                </a:lnTo>
                <a:lnTo>
                  <a:pt x="802538" y="206603"/>
                </a:lnTo>
                <a:lnTo>
                  <a:pt x="810590" y="204025"/>
                </a:lnTo>
                <a:lnTo>
                  <a:pt x="830656" y="176974"/>
                </a:lnTo>
                <a:lnTo>
                  <a:pt x="831608" y="172313"/>
                </a:lnTo>
                <a:lnTo>
                  <a:pt x="831646" y="172072"/>
                </a:lnTo>
                <a:lnTo>
                  <a:pt x="831773" y="171500"/>
                </a:lnTo>
                <a:lnTo>
                  <a:pt x="831862" y="171030"/>
                </a:lnTo>
                <a:lnTo>
                  <a:pt x="834898" y="125069"/>
                </a:lnTo>
                <a:lnTo>
                  <a:pt x="834948" y="122897"/>
                </a:lnTo>
                <a:lnTo>
                  <a:pt x="835736" y="90017"/>
                </a:lnTo>
                <a:lnTo>
                  <a:pt x="681710" y="90017"/>
                </a:lnTo>
                <a:lnTo>
                  <a:pt x="681710" y="224218"/>
                </a:lnTo>
                <a:lnTo>
                  <a:pt x="684872" y="246481"/>
                </a:lnTo>
                <a:lnTo>
                  <a:pt x="694474" y="262750"/>
                </a:lnTo>
                <a:lnTo>
                  <a:pt x="710641" y="272745"/>
                </a:lnTo>
                <a:lnTo>
                  <a:pt x="733526" y="276136"/>
                </a:lnTo>
                <a:lnTo>
                  <a:pt x="794588" y="276136"/>
                </a:lnTo>
                <a:lnTo>
                  <a:pt x="834212" y="270040"/>
                </a:lnTo>
                <a:lnTo>
                  <a:pt x="860374" y="237934"/>
                </a:lnTo>
                <a:lnTo>
                  <a:pt x="861644" y="233553"/>
                </a:lnTo>
                <a:lnTo>
                  <a:pt x="864603" y="221170"/>
                </a:lnTo>
                <a:lnTo>
                  <a:pt x="867752" y="207365"/>
                </a:lnTo>
                <a:close/>
              </a:path>
              <a:path w="1726564" h="285750">
                <a:moveTo>
                  <a:pt x="1030897" y="204406"/>
                </a:moveTo>
                <a:lnTo>
                  <a:pt x="974509" y="212026"/>
                </a:lnTo>
                <a:lnTo>
                  <a:pt x="974509" y="157073"/>
                </a:lnTo>
                <a:lnTo>
                  <a:pt x="1017181" y="157073"/>
                </a:lnTo>
                <a:lnTo>
                  <a:pt x="1017181" y="120497"/>
                </a:lnTo>
                <a:lnTo>
                  <a:pt x="889076" y="120497"/>
                </a:lnTo>
                <a:lnTo>
                  <a:pt x="889076" y="157073"/>
                </a:lnTo>
                <a:lnTo>
                  <a:pt x="934885" y="157073"/>
                </a:lnTo>
                <a:lnTo>
                  <a:pt x="934885" y="218122"/>
                </a:lnTo>
                <a:lnTo>
                  <a:pt x="876884" y="224218"/>
                </a:lnTo>
                <a:lnTo>
                  <a:pt x="881456" y="266890"/>
                </a:lnTo>
                <a:lnTo>
                  <a:pt x="1030897" y="245554"/>
                </a:lnTo>
                <a:lnTo>
                  <a:pt x="1030897" y="212026"/>
                </a:lnTo>
                <a:lnTo>
                  <a:pt x="1030897" y="204406"/>
                </a:lnTo>
                <a:close/>
              </a:path>
              <a:path w="1726564" h="285750">
                <a:moveTo>
                  <a:pt x="1159014" y="201358"/>
                </a:moveTo>
                <a:lnTo>
                  <a:pt x="1149870" y="197624"/>
                </a:lnTo>
                <a:lnTo>
                  <a:pt x="1140726" y="193167"/>
                </a:lnTo>
                <a:lnTo>
                  <a:pt x="1131582" y="187858"/>
                </a:lnTo>
                <a:lnTo>
                  <a:pt x="1122438" y="181546"/>
                </a:lnTo>
                <a:lnTo>
                  <a:pt x="1120432" y="193167"/>
                </a:lnTo>
                <a:lnTo>
                  <a:pt x="1118819" y="203454"/>
                </a:lnTo>
                <a:lnTo>
                  <a:pt x="1117498" y="212204"/>
                </a:lnTo>
                <a:lnTo>
                  <a:pt x="1116342" y="219646"/>
                </a:lnTo>
                <a:lnTo>
                  <a:pt x="1114818" y="228790"/>
                </a:lnTo>
                <a:lnTo>
                  <a:pt x="1113294" y="234886"/>
                </a:lnTo>
                <a:lnTo>
                  <a:pt x="1108722" y="239458"/>
                </a:lnTo>
                <a:lnTo>
                  <a:pt x="1107198" y="239458"/>
                </a:lnTo>
                <a:lnTo>
                  <a:pt x="1081303" y="191871"/>
                </a:lnTo>
                <a:lnTo>
                  <a:pt x="1072781" y="131127"/>
                </a:lnTo>
                <a:lnTo>
                  <a:pt x="1069098" y="88493"/>
                </a:lnTo>
                <a:lnTo>
                  <a:pt x="1152918" y="88493"/>
                </a:lnTo>
                <a:lnTo>
                  <a:pt x="1152918" y="50292"/>
                </a:lnTo>
                <a:lnTo>
                  <a:pt x="1123962" y="50292"/>
                </a:lnTo>
                <a:lnTo>
                  <a:pt x="1139202" y="39624"/>
                </a:lnTo>
                <a:lnTo>
                  <a:pt x="1107198" y="3048"/>
                </a:lnTo>
                <a:lnTo>
                  <a:pt x="1081290" y="22860"/>
                </a:lnTo>
                <a:lnTo>
                  <a:pt x="1087234" y="29083"/>
                </a:lnTo>
                <a:lnTo>
                  <a:pt x="1093482" y="36004"/>
                </a:lnTo>
                <a:lnTo>
                  <a:pt x="1099718" y="43230"/>
                </a:lnTo>
                <a:lnTo>
                  <a:pt x="1105674" y="50292"/>
                </a:lnTo>
                <a:lnTo>
                  <a:pt x="1066050" y="50292"/>
                </a:lnTo>
                <a:lnTo>
                  <a:pt x="1065809" y="38608"/>
                </a:lnTo>
                <a:lnTo>
                  <a:pt x="1065695" y="36004"/>
                </a:lnTo>
                <a:lnTo>
                  <a:pt x="1064755" y="14084"/>
                </a:lnTo>
                <a:lnTo>
                  <a:pt x="1064526" y="1524"/>
                </a:lnTo>
                <a:lnTo>
                  <a:pt x="1021753" y="1524"/>
                </a:lnTo>
                <a:lnTo>
                  <a:pt x="1021854" y="3048"/>
                </a:lnTo>
                <a:lnTo>
                  <a:pt x="1024801" y="50292"/>
                </a:lnTo>
                <a:lnTo>
                  <a:pt x="876884" y="50292"/>
                </a:lnTo>
                <a:lnTo>
                  <a:pt x="876884" y="88493"/>
                </a:lnTo>
                <a:lnTo>
                  <a:pt x="1027849" y="88493"/>
                </a:lnTo>
                <a:lnTo>
                  <a:pt x="1031849" y="137134"/>
                </a:lnTo>
                <a:lnTo>
                  <a:pt x="1037005" y="178079"/>
                </a:lnTo>
                <a:lnTo>
                  <a:pt x="1043317" y="211594"/>
                </a:lnTo>
                <a:lnTo>
                  <a:pt x="1043444" y="212026"/>
                </a:lnTo>
                <a:lnTo>
                  <a:pt x="1043495" y="212204"/>
                </a:lnTo>
                <a:lnTo>
                  <a:pt x="1060259" y="257759"/>
                </a:lnTo>
                <a:lnTo>
                  <a:pt x="1107198" y="282232"/>
                </a:lnTo>
                <a:lnTo>
                  <a:pt x="1117790" y="281368"/>
                </a:lnTo>
                <a:lnTo>
                  <a:pt x="1151013" y="245186"/>
                </a:lnTo>
                <a:lnTo>
                  <a:pt x="1152283" y="239458"/>
                </a:lnTo>
                <a:lnTo>
                  <a:pt x="1155293" y="225983"/>
                </a:lnTo>
                <a:lnTo>
                  <a:pt x="1159014" y="201358"/>
                </a:lnTo>
                <a:close/>
              </a:path>
              <a:path w="1726564" h="285750">
                <a:moveTo>
                  <a:pt x="1311503" y="205930"/>
                </a:moveTo>
                <a:lnTo>
                  <a:pt x="1300924" y="177330"/>
                </a:lnTo>
                <a:lnTo>
                  <a:pt x="1289786" y="148894"/>
                </a:lnTo>
                <a:lnTo>
                  <a:pt x="1278064" y="120764"/>
                </a:lnTo>
                <a:lnTo>
                  <a:pt x="1265783" y="93065"/>
                </a:lnTo>
                <a:lnTo>
                  <a:pt x="1230731" y="106781"/>
                </a:lnTo>
                <a:lnTo>
                  <a:pt x="1242758" y="136207"/>
                </a:lnTo>
                <a:lnTo>
                  <a:pt x="1253845" y="165112"/>
                </a:lnTo>
                <a:lnTo>
                  <a:pt x="1263954" y="192798"/>
                </a:lnTo>
                <a:lnTo>
                  <a:pt x="1273403" y="219646"/>
                </a:lnTo>
                <a:lnTo>
                  <a:pt x="1311503" y="205930"/>
                </a:lnTo>
                <a:close/>
              </a:path>
              <a:path w="1726564" h="285750">
                <a:moveTo>
                  <a:pt x="1369504" y="183070"/>
                </a:moveTo>
                <a:lnTo>
                  <a:pt x="1360652" y="153593"/>
                </a:lnTo>
                <a:lnTo>
                  <a:pt x="1352359" y="126987"/>
                </a:lnTo>
                <a:lnTo>
                  <a:pt x="1344650" y="103263"/>
                </a:lnTo>
                <a:lnTo>
                  <a:pt x="1337500" y="82397"/>
                </a:lnTo>
                <a:lnTo>
                  <a:pt x="1300835" y="93065"/>
                </a:lnTo>
                <a:lnTo>
                  <a:pt x="1307744" y="114782"/>
                </a:lnTo>
                <a:lnTo>
                  <a:pt x="1314945" y="138798"/>
                </a:lnTo>
                <a:lnTo>
                  <a:pt x="1322730" y="165112"/>
                </a:lnTo>
                <a:lnTo>
                  <a:pt x="1331404" y="193738"/>
                </a:lnTo>
                <a:lnTo>
                  <a:pt x="1369504" y="183070"/>
                </a:lnTo>
                <a:close/>
              </a:path>
              <a:path w="1726564" h="285750">
                <a:moveTo>
                  <a:pt x="1447228" y="35052"/>
                </a:moveTo>
                <a:lnTo>
                  <a:pt x="1351216" y="35052"/>
                </a:lnTo>
                <a:lnTo>
                  <a:pt x="1346911" y="25082"/>
                </a:lnTo>
                <a:lnTo>
                  <a:pt x="1343025" y="15811"/>
                </a:lnTo>
                <a:lnTo>
                  <a:pt x="1339430" y="7416"/>
                </a:lnTo>
                <a:lnTo>
                  <a:pt x="1335976" y="0"/>
                </a:lnTo>
                <a:lnTo>
                  <a:pt x="1290167" y="10668"/>
                </a:lnTo>
                <a:lnTo>
                  <a:pt x="1293329" y="16624"/>
                </a:lnTo>
                <a:lnTo>
                  <a:pt x="1296073" y="22860"/>
                </a:lnTo>
                <a:lnTo>
                  <a:pt x="1298524" y="29108"/>
                </a:lnTo>
                <a:lnTo>
                  <a:pt x="1300835" y="35052"/>
                </a:lnTo>
                <a:lnTo>
                  <a:pt x="1191107" y="35052"/>
                </a:lnTo>
                <a:lnTo>
                  <a:pt x="1191018" y="129641"/>
                </a:lnTo>
                <a:lnTo>
                  <a:pt x="1190891" y="136207"/>
                </a:lnTo>
                <a:lnTo>
                  <a:pt x="1190840" y="138798"/>
                </a:lnTo>
                <a:lnTo>
                  <a:pt x="1190307" y="166814"/>
                </a:lnTo>
                <a:lnTo>
                  <a:pt x="1185913" y="202692"/>
                </a:lnTo>
                <a:lnTo>
                  <a:pt x="1178382" y="232537"/>
                </a:lnTo>
                <a:lnTo>
                  <a:pt x="1168146" y="256222"/>
                </a:lnTo>
                <a:lnTo>
                  <a:pt x="1177023" y="263105"/>
                </a:lnTo>
                <a:lnTo>
                  <a:pt x="1185341" y="269989"/>
                </a:lnTo>
                <a:lnTo>
                  <a:pt x="1193088" y="276885"/>
                </a:lnTo>
                <a:lnTo>
                  <a:pt x="1200251" y="283756"/>
                </a:lnTo>
                <a:lnTo>
                  <a:pt x="1213129" y="256857"/>
                </a:lnTo>
                <a:lnTo>
                  <a:pt x="1222159" y="222123"/>
                </a:lnTo>
                <a:lnTo>
                  <a:pt x="1227467" y="179679"/>
                </a:lnTo>
                <a:lnTo>
                  <a:pt x="1227556" y="177330"/>
                </a:lnTo>
                <a:lnTo>
                  <a:pt x="1229207" y="129641"/>
                </a:lnTo>
                <a:lnTo>
                  <a:pt x="1229207" y="70104"/>
                </a:lnTo>
                <a:lnTo>
                  <a:pt x="1447228" y="70104"/>
                </a:lnTo>
                <a:lnTo>
                  <a:pt x="1447228" y="35052"/>
                </a:lnTo>
                <a:close/>
              </a:path>
              <a:path w="1726564" h="285750">
                <a:moveTo>
                  <a:pt x="1448752" y="228790"/>
                </a:moveTo>
                <a:lnTo>
                  <a:pt x="1399984" y="228790"/>
                </a:lnTo>
                <a:lnTo>
                  <a:pt x="1411986" y="192201"/>
                </a:lnTo>
                <a:lnTo>
                  <a:pt x="1422844" y="157886"/>
                </a:lnTo>
                <a:lnTo>
                  <a:pt x="1432560" y="125844"/>
                </a:lnTo>
                <a:lnTo>
                  <a:pt x="1441132" y="96113"/>
                </a:lnTo>
                <a:lnTo>
                  <a:pt x="1401508" y="85445"/>
                </a:lnTo>
                <a:lnTo>
                  <a:pt x="1389507" y="127774"/>
                </a:lnTo>
                <a:lnTo>
                  <a:pt x="1378826" y="165112"/>
                </a:lnTo>
                <a:lnTo>
                  <a:pt x="1368933" y="199326"/>
                </a:lnTo>
                <a:lnTo>
                  <a:pt x="1360360" y="228790"/>
                </a:lnTo>
                <a:lnTo>
                  <a:pt x="1224635" y="228790"/>
                </a:lnTo>
                <a:lnTo>
                  <a:pt x="1224635" y="268516"/>
                </a:lnTo>
                <a:lnTo>
                  <a:pt x="1448752" y="268516"/>
                </a:lnTo>
                <a:lnTo>
                  <a:pt x="1448752" y="228790"/>
                </a:lnTo>
                <a:close/>
              </a:path>
              <a:path w="1726564" h="285750">
                <a:moveTo>
                  <a:pt x="1726412" y="13716"/>
                </a:moveTo>
                <a:lnTo>
                  <a:pt x="1685175" y="13716"/>
                </a:lnTo>
                <a:lnTo>
                  <a:pt x="1685175" y="51816"/>
                </a:lnTo>
                <a:lnTo>
                  <a:pt x="1685175" y="86969"/>
                </a:lnTo>
                <a:lnTo>
                  <a:pt x="1685175" y="123545"/>
                </a:lnTo>
                <a:lnTo>
                  <a:pt x="1685175" y="158597"/>
                </a:lnTo>
                <a:lnTo>
                  <a:pt x="1627263" y="158597"/>
                </a:lnTo>
                <a:lnTo>
                  <a:pt x="1627263" y="123545"/>
                </a:lnTo>
                <a:lnTo>
                  <a:pt x="1685175" y="123545"/>
                </a:lnTo>
                <a:lnTo>
                  <a:pt x="1685175" y="86969"/>
                </a:lnTo>
                <a:lnTo>
                  <a:pt x="1627263" y="86969"/>
                </a:lnTo>
                <a:lnTo>
                  <a:pt x="1627263" y="51816"/>
                </a:lnTo>
                <a:lnTo>
                  <a:pt x="1685175" y="51816"/>
                </a:lnTo>
                <a:lnTo>
                  <a:pt x="1685175" y="13716"/>
                </a:lnTo>
                <a:lnTo>
                  <a:pt x="1586115" y="13716"/>
                </a:lnTo>
                <a:lnTo>
                  <a:pt x="1586115" y="51816"/>
                </a:lnTo>
                <a:lnTo>
                  <a:pt x="1586115" y="86969"/>
                </a:lnTo>
                <a:lnTo>
                  <a:pt x="1586115" y="123545"/>
                </a:lnTo>
                <a:lnTo>
                  <a:pt x="1586115" y="158597"/>
                </a:lnTo>
                <a:lnTo>
                  <a:pt x="1526578" y="158597"/>
                </a:lnTo>
                <a:lnTo>
                  <a:pt x="1526578" y="123545"/>
                </a:lnTo>
                <a:lnTo>
                  <a:pt x="1586115" y="123545"/>
                </a:lnTo>
                <a:lnTo>
                  <a:pt x="1586115" y="86969"/>
                </a:lnTo>
                <a:lnTo>
                  <a:pt x="1526578" y="86969"/>
                </a:lnTo>
                <a:lnTo>
                  <a:pt x="1526578" y="51816"/>
                </a:lnTo>
                <a:lnTo>
                  <a:pt x="1586115" y="51816"/>
                </a:lnTo>
                <a:lnTo>
                  <a:pt x="1586115" y="13716"/>
                </a:lnTo>
                <a:lnTo>
                  <a:pt x="1485430" y="13716"/>
                </a:lnTo>
                <a:lnTo>
                  <a:pt x="1485430" y="147929"/>
                </a:lnTo>
                <a:lnTo>
                  <a:pt x="1484884" y="184873"/>
                </a:lnTo>
                <a:lnTo>
                  <a:pt x="1481048" y="215646"/>
                </a:lnTo>
                <a:lnTo>
                  <a:pt x="1474076" y="240398"/>
                </a:lnTo>
                <a:lnTo>
                  <a:pt x="1464094" y="259270"/>
                </a:lnTo>
                <a:lnTo>
                  <a:pt x="1473238" y="265036"/>
                </a:lnTo>
                <a:lnTo>
                  <a:pt x="1482382" y="270941"/>
                </a:lnTo>
                <a:lnTo>
                  <a:pt x="1491526" y="277139"/>
                </a:lnTo>
                <a:lnTo>
                  <a:pt x="1500670" y="283756"/>
                </a:lnTo>
                <a:lnTo>
                  <a:pt x="1509839" y="268820"/>
                </a:lnTo>
                <a:lnTo>
                  <a:pt x="1516862" y="249186"/>
                </a:lnTo>
                <a:lnTo>
                  <a:pt x="1521891" y="224726"/>
                </a:lnTo>
                <a:lnTo>
                  <a:pt x="1525054" y="195262"/>
                </a:lnTo>
                <a:lnTo>
                  <a:pt x="1586115" y="195262"/>
                </a:lnTo>
                <a:lnTo>
                  <a:pt x="1586115" y="276136"/>
                </a:lnTo>
                <a:lnTo>
                  <a:pt x="1627263" y="276136"/>
                </a:lnTo>
                <a:lnTo>
                  <a:pt x="1627263" y="195262"/>
                </a:lnTo>
                <a:lnTo>
                  <a:pt x="1685175" y="195262"/>
                </a:lnTo>
                <a:lnTo>
                  <a:pt x="1685175" y="233362"/>
                </a:lnTo>
                <a:lnTo>
                  <a:pt x="1680603" y="239458"/>
                </a:lnTo>
                <a:lnTo>
                  <a:pt x="1668411" y="239458"/>
                </a:lnTo>
                <a:lnTo>
                  <a:pt x="1665554" y="239204"/>
                </a:lnTo>
                <a:lnTo>
                  <a:pt x="1649552" y="237540"/>
                </a:lnTo>
                <a:lnTo>
                  <a:pt x="1636407" y="236410"/>
                </a:lnTo>
                <a:lnTo>
                  <a:pt x="1639570" y="246722"/>
                </a:lnTo>
                <a:lnTo>
                  <a:pt x="1642313" y="257187"/>
                </a:lnTo>
                <a:lnTo>
                  <a:pt x="1644764" y="267957"/>
                </a:lnTo>
                <a:lnTo>
                  <a:pt x="1647075" y="279184"/>
                </a:lnTo>
                <a:lnTo>
                  <a:pt x="1660220" y="278942"/>
                </a:lnTo>
                <a:lnTo>
                  <a:pt x="1683080" y="277901"/>
                </a:lnTo>
                <a:lnTo>
                  <a:pt x="1692795" y="277660"/>
                </a:lnTo>
                <a:lnTo>
                  <a:pt x="1700466" y="275971"/>
                </a:lnTo>
                <a:lnTo>
                  <a:pt x="1725841" y="246507"/>
                </a:lnTo>
                <a:lnTo>
                  <a:pt x="1726412" y="195262"/>
                </a:lnTo>
                <a:lnTo>
                  <a:pt x="1726412" y="158597"/>
                </a:lnTo>
                <a:lnTo>
                  <a:pt x="1726412" y="123545"/>
                </a:lnTo>
                <a:lnTo>
                  <a:pt x="1726412" y="86969"/>
                </a:lnTo>
                <a:lnTo>
                  <a:pt x="1726412" y="51816"/>
                </a:lnTo>
                <a:lnTo>
                  <a:pt x="1726412" y="13716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334672" y="1072229"/>
            <a:ext cx="53340" cy="163195"/>
          </a:xfrm>
          <a:custGeom>
            <a:avLst/>
            <a:gdLst/>
            <a:ahLst/>
            <a:cxnLst/>
            <a:rect l="l" t="t" r="r" b="b"/>
            <a:pathLst>
              <a:path w="53339" h="163194">
                <a:moveTo>
                  <a:pt x="33528" y="47244"/>
                </a:moveTo>
                <a:lnTo>
                  <a:pt x="19812" y="47244"/>
                </a:lnTo>
                <a:lnTo>
                  <a:pt x="13716" y="45720"/>
                </a:lnTo>
                <a:lnTo>
                  <a:pt x="7620" y="41148"/>
                </a:lnTo>
                <a:lnTo>
                  <a:pt x="3048" y="35052"/>
                </a:lnTo>
                <a:lnTo>
                  <a:pt x="0" y="30480"/>
                </a:lnTo>
                <a:lnTo>
                  <a:pt x="0" y="16764"/>
                </a:lnTo>
                <a:lnTo>
                  <a:pt x="3048" y="12192"/>
                </a:lnTo>
                <a:lnTo>
                  <a:pt x="7620" y="6096"/>
                </a:lnTo>
                <a:lnTo>
                  <a:pt x="13716" y="1524"/>
                </a:lnTo>
                <a:lnTo>
                  <a:pt x="19812" y="0"/>
                </a:lnTo>
                <a:lnTo>
                  <a:pt x="33528" y="0"/>
                </a:lnTo>
                <a:lnTo>
                  <a:pt x="39624" y="1524"/>
                </a:lnTo>
                <a:lnTo>
                  <a:pt x="45720" y="6096"/>
                </a:lnTo>
                <a:lnTo>
                  <a:pt x="50292" y="10668"/>
                </a:lnTo>
                <a:lnTo>
                  <a:pt x="53340" y="16764"/>
                </a:lnTo>
                <a:lnTo>
                  <a:pt x="53340" y="30480"/>
                </a:lnTo>
                <a:lnTo>
                  <a:pt x="50292" y="36576"/>
                </a:lnTo>
                <a:lnTo>
                  <a:pt x="45720" y="41148"/>
                </a:lnTo>
                <a:lnTo>
                  <a:pt x="39624" y="45720"/>
                </a:lnTo>
                <a:lnTo>
                  <a:pt x="33528" y="47244"/>
                </a:lnTo>
                <a:close/>
              </a:path>
              <a:path w="53339" h="163194">
                <a:moveTo>
                  <a:pt x="33528" y="163163"/>
                </a:moveTo>
                <a:lnTo>
                  <a:pt x="19812" y="163163"/>
                </a:lnTo>
                <a:lnTo>
                  <a:pt x="13716" y="161639"/>
                </a:lnTo>
                <a:lnTo>
                  <a:pt x="7620" y="157067"/>
                </a:lnTo>
                <a:lnTo>
                  <a:pt x="3048" y="152495"/>
                </a:lnTo>
                <a:lnTo>
                  <a:pt x="0" y="146399"/>
                </a:lnTo>
                <a:lnTo>
                  <a:pt x="0" y="132683"/>
                </a:lnTo>
                <a:lnTo>
                  <a:pt x="3048" y="128111"/>
                </a:lnTo>
                <a:lnTo>
                  <a:pt x="7620" y="123539"/>
                </a:lnTo>
                <a:lnTo>
                  <a:pt x="13716" y="118967"/>
                </a:lnTo>
                <a:lnTo>
                  <a:pt x="19812" y="115919"/>
                </a:lnTo>
                <a:lnTo>
                  <a:pt x="33528" y="115919"/>
                </a:lnTo>
                <a:lnTo>
                  <a:pt x="39624" y="117443"/>
                </a:lnTo>
                <a:lnTo>
                  <a:pt x="50292" y="128111"/>
                </a:lnTo>
                <a:lnTo>
                  <a:pt x="53340" y="132683"/>
                </a:lnTo>
                <a:lnTo>
                  <a:pt x="53340" y="146399"/>
                </a:lnTo>
                <a:lnTo>
                  <a:pt x="50292" y="152495"/>
                </a:lnTo>
                <a:lnTo>
                  <a:pt x="45720" y="157067"/>
                </a:lnTo>
                <a:lnTo>
                  <a:pt x="39624" y="161639"/>
                </a:lnTo>
                <a:lnTo>
                  <a:pt x="33528" y="163163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583269" y="988313"/>
            <a:ext cx="576580" cy="283845"/>
          </a:xfrm>
          <a:custGeom>
            <a:avLst/>
            <a:gdLst/>
            <a:ahLst/>
            <a:cxnLst/>
            <a:rect l="l" t="t" r="r" b="b"/>
            <a:pathLst>
              <a:path w="576580" h="283844">
                <a:moveTo>
                  <a:pt x="109816" y="138785"/>
                </a:moveTo>
                <a:lnTo>
                  <a:pt x="101536" y="133045"/>
                </a:lnTo>
                <a:lnTo>
                  <a:pt x="73152" y="114401"/>
                </a:lnTo>
                <a:lnTo>
                  <a:pt x="73152" y="88493"/>
                </a:lnTo>
                <a:lnTo>
                  <a:pt x="102196" y="88493"/>
                </a:lnTo>
                <a:lnTo>
                  <a:pt x="102196" y="51816"/>
                </a:lnTo>
                <a:lnTo>
                  <a:pt x="73152" y="51816"/>
                </a:lnTo>
                <a:lnTo>
                  <a:pt x="73152" y="1524"/>
                </a:lnTo>
                <a:lnTo>
                  <a:pt x="36576" y="1524"/>
                </a:lnTo>
                <a:lnTo>
                  <a:pt x="36576" y="51816"/>
                </a:lnTo>
                <a:lnTo>
                  <a:pt x="3048" y="51816"/>
                </a:lnTo>
                <a:lnTo>
                  <a:pt x="3048" y="88493"/>
                </a:lnTo>
                <a:lnTo>
                  <a:pt x="33528" y="88493"/>
                </a:lnTo>
                <a:lnTo>
                  <a:pt x="27863" y="108572"/>
                </a:lnTo>
                <a:lnTo>
                  <a:pt x="20193" y="127927"/>
                </a:lnTo>
                <a:lnTo>
                  <a:pt x="20104" y="128117"/>
                </a:lnTo>
                <a:lnTo>
                  <a:pt x="10807" y="147002"/>
                </a:lnTo>
                <a:lnTo>
                  <a:pt x="0" y="166217"/>
                </a:lnTo>
                <a:lnTo>
                  <a:pt x="3136" y="181444"/>
                </a:lnTo>
                <a:lnTo>
                  <a:pt x="5803" y="195592"/>
                </a:lnTo>
                <a:lnTo>
                  <a:pt x="7708" y="207251"/>
                </a:lnTo>
                <a:lnTo>
                  <a:pt x="9144" y="218122"/>
                </a:lnTo>
                <a:lnTo>
                  <a:pt x="16852" y="204406"/>
                </a:lnTo>
                <a:lnTo>
                  <a:pt x="24003" y="190690"/>
                </a:lnTo>
                <a:lnTo>
                  <a:pt x="30568" y="176936"/>
                </a:lnTo>
                <a:lnTo>
                  <a:pt x="36576" y="163169"/>
                </a:lnTo>
                <a:lnTo>
                  <a:pt x="36576" y="282232"/>
                </a:lnTo>
                <a:lnTo>
                  <a:pt x="73152" y="282232"/>
                </a:lnTo>
                <a:lnTo>
                  <a:pt x="73152" y="248602"/>
                </a:lnTo>
                <a:lnTo>
                  <a:pt x="73152" y="163169"/>
                </a:lnTo>
                <a:lnTo>
                  <a:pt x="73152" y="157073"/>
                </a:lnTo>
                <a:lnTo>
                  <a:pt x="78879" y="161620"/>
                </a:lnTo>
                <a:lnTo>
                  <a:pt x="84289" y="166027"/>
                </a:lnTo>
                <a:lnTo>
                  <a:pt x="89103" y="170141"/>
                </a:lnTo>
                <a:lnTo>
                  <a:pt x="93052" y="173837"/>
                </a:lnTo>
                <a:lnTo>
                  <a:pt x="101079" y="157073"/>
                </a:lnTo>
                <a:lnTo>
                  <a:pt x="109816" y="138785"/>
                </a:lnTo>
                <a:close/>
              </a:path>
              <a:path w="576580" h="283844">
                <a:moveTo>
                  <a:pt x="285178" y="244030"/>
                </a:moveTo>
                <a:lnTo>
                  <a:pt x="246595" y="221742"/>
                </a:lnTo>
                <a:lnTo>
                  <a:pt x="234886" y="212026"/>
                </a:lnTo>
                <a:lnTo>
                  <a:pt x="248361" y="192925"/>
                </a:lnTo>
                <a:lnTo>
                  <a:pt x="253580" y="183070"/>
                </a:lnTo>
                <a:lnTo>
                  <a:pt x="259270" y="172364"/>
                </a:lnTo>
                <a:lnTo>
                  <a:pt x="267893" y="150660"/>
                </a:lnTo>
                <a:lnTo>
                  <a:pt x="274510" y="128117"/>
                </a:lnTo>
                <a:lnTo>
                  <a:pt x="274510" y="94589"/>
                </a:lnTo>
                <a:lnTo>
                  <a:pt x="234886" y="94589"/>
                </a:lnTo>
                <a:lnTo>
                  <a:pt x="256222" y="48768"/>
                </a:lnTo>
                <a:lnTo>
                  <a:pt x="256222" y="16764"/>
                </a:lnTo>
                <a:lnTo>
                  <a:pt x="233362" y="16764"/>
                </a:lnTo>
                <a:lnTo>
                  <a:pt x="233362" y="128117"/>
                </a:lnTo>
                <a:lnTo>
                  <a:pt x="229984" y="142697"/>
                </a:lnTo>
                <a:lnTo>
                  <a:pt x="224586" y="156705"/>
                </a:lnTo>
                <a:lnTo>
                  <a:pt x="217474" y="170141"/>
                </a:lnTo>
                <a:lnTo>
                  <a:pt x="208876" y="183070"/>
                </a:lnTo>
                <a:lnTo>
                  <a:pt x="193738" y="160756"/>
                </a:lnTo>
                <a:lnTo>
                  <a:pt x="187007" y="147929"/>
                </a:lnTo>
                <a:lnTo>
                  <a:pt x="180301" y="135166"/>
                </a:lnTo>
                <a:lnTo>
                  <a:pt x="168592" y="106438"/>
                </a:lnTo>
                <a:lnTo>
                  <a:pt x="158584" y="74676"/>
                </a:lnTo>
                <a:lnTo>
                  <a:pt x="158584" y="50292"/>
                </a:lnTo>
                <a:lnTo>
                  <a:pt x="211924" y="50292"/>
                </a:lnTo>
                <a:lnTo>
                  <a:pt x="192112" y="94589"/>
                </a:lnTo>
                <a:lnTo>
                  <a:pt x="192112" y="128117"/>
                </a:lnTo>
                <a:lnTo>
                  <a:pt x="233362" y="128117"/>
                </a:lnTo>
                <a:lnTo>
                  <a:pt x="233362" y="16764"/>
                </a:lnTo>
                <a:lnTo>
                  <a:pt x="100672" y="16764"/>
                </a:lnTo>
                <a:lnTo>
                  <a:pt x="100672" y="50292"/>
                </a:lnTo>
                <a:lnTo>
                  <a:pt x="120484" y="50292"/>
                </a:lnTo>
                <a:lnTo>
                  <a:pt x="120472" y="51816"/>
                </a:lnTo>
                <a:lnTo>
                  <a:pt x="119341" y="101625"/>
                </a:lnTo>
                <a:lnTo>
                  <a:pt x="113995" y="157073"/>
                </a:lnTo>
                <a:lnTo>
                  <a:pt x="102196" y="202882"/>
                </a:lnTo>
                <a:lnTo>
                  <a:pt x="81800" y="238887"/>
                </a:lnTo>
                <a:lnTo>
                  <a:pt x="73152" y="248602"/>
                </a:lnTo>
                <a:lnTo>
                  <a:pt x="80060" y="256006"/>
                </a:lnTo>
                <a:lnTo>
                  <a:pt x="86956" y="264274"/>
                </a:lnTo>
                <a:lnTo>
                  <a:pt x="93814" y="273126"/>
                </a:lnTo>
                <a:lnTo>
                  <a:pt x="100672" y="282232"/>
                </a:lnTo>
                <a:lnTo>
                  <a:pt x="119253" y="255651"/>
                </a:lnTo>
                <a:lnTo>
                  <a:pt x="133819" y="224218"/>
                </a:lnTo>
                <a:lnTo>
                  <a:pt x="144399" y="188226"/>
                </a:lnTo>
                <a:lnTo>
                  <a:pt x="150964" y="147929"/>
                </a:lnTo>
                <a:lnTo>
                  <a:pt x="158140" y="164566"/>
                </a:lnTo>
                <a:lnTo>
                  <a:pt x="166014" y="180365"/>
                </a:lnTo>
                <a:lnTo>
                  <a:pt x="174764" y="195592"/>
                </a:lnTo>
                <a:lnTo>
                  <a:pt x="184492" y="210502"/>
                </a:lnTo>
                <a:lnTo>
                  <a:pt x="172237" y="220535"/>
                </a:lnTo>
                <a:lnTo>
                  <a:pt x="158394" y="230124"/>
                </a:lnTo>
                <a:lnTo>
                  <a:pt x="143141" y="239445"/>
                </a:lnTo>
                <a:lnTo>
                  <a:pt x="126580" y="248602"/>
                </a:lnTo>
                <a:lnTo>
                  <a:pt x="132537" y="256667"/>
                </a:lnTo>
                <a:lnTo>
                  <a:pt x="138772" y="265036"/>
                </a:lnTo>
                <a:lnTo>
                  <a:pt x="145021" y="273977"/>
                </a:lnTo>
                <a:lnTo>
                  <a:pt x="150964" y="283756"/>
                </a:lnTo>
                <a:lnTo>
                  <a:pt x="167538" y="273431"/>
                </a:lnTo>
                <a:lnTo>
                  <a:pt x="182968" y="262940"/>
                </a:lnTo>
                <a:lnTo>
                  <a:pt x="197256" y="252171"/>
                </a:lnTo>
                <a:lnTo>
                  <a:pt x="210400" y="240982"/>
                </a:lnTo>
                <a:lnTo>
                  <a:pt x="221297" y="251244"/>
                </a:lnTo>
                <a:lnTo>
                  <a:pt x="233159" y="261226"/>
                </a:lnTo>
                <a:lnTo>
                  <a:pt x="245859" y="270649"/>
                </a:lnTo>
                <a:lnTo>
                  <a:pt x="259270" y="279184"/>
                </a:lnTo>
                <a:lnTo>
                  <a:pt x="264388" y="271767"/>
                </a:lnTo>
                <a:lnTo>
                  <a:pt x="270510" y="263321"/>
                </a:lnTo>
                <a:lnTo>
                  <a:pt x="277482" y="254025"/>
                </a:lnTo>
                <a:lnTo>
                  <a:pt x="285178" y="244030"/>
                </a:lnTo>
                <a:close/>
              </a:path>
              <a:path w="576580" h="283844">
                <a:moveTo>
                  <a:pt x="576453" y="44196"/>
                </a:moveTo>
                <a:lnTo>
                  <a:pt x="523113" y="44196"/>
                </a:lnTo>
                <a:lnTo>
                  <a:pt x="523113" y="82397"/>
                </a:lnTo>
                <a:lnTo>
                  <a:pt x="519112" y="109524"/>
                </a:lnTo>
                <a:lnTo>
                  <a:pt x="513969" y="133642"/>
                </a:lnTo>
                <a:lnTo>
                  <a:pt x="507682" y="154622"/>
                </a:lnTo>
                <a:lnTo>
                  <a:pt x="500253" y="172313"/>
                </a:lnTo>
                <a:lnTo>
                  <a:pt x="493712" y="155498"/>
                </a:lnTo>
                <a:lnTo>
                  <a:pt x="488226" y="135737"/>
                </a:lnTo>
                <a:lnTo>
                  <a:pt x="488010" y="134975"/>
                </a:lnTo>
                <a:lnTo>
                  <a:pt x="487870" y="134213"/>
                </a:lnTo>
                <a:lnTo>
                  <a:pt x="487756" y="133642"/>
                </a:lnTo>
                <a:lnTo>
                  <a:pt x="485838" y="123545"/>
                </a:lnTo>
                <a:lnTo>
                  <a:pt x="483450" y="111023"/>
                </a:lnTo>
                <a:lnTo>
                  <a:pt x="482269" y="100685"/>
                </a:lnTo>
                <a:lnTo>
                  <a:pt x="480339" y="83921"/>
                </a:lnTo>
                <a:lnTo>
                  <a:pt x="480339" y="82397"/>
                </a:lnTo>
                <a:lnTo>
                  <a:pt x="523113" y="82397"/>
                </a:lnTo>
                <a:lnTo>
                  <a:pt x="523113" y="44196"/>
                </a:lnTo>
                <a:lnTo>
                  <a:pt x="492633" y="44196"/>
                </a:lnTo>
                <a:lnTo>
                  <a:pt x="494893" y="35039"/>
                </a:lnTo>
                <a:lnTo>
                  <a:pt x="497014" y="25717"/>
                </a:lnTo>
                <a:lnTo>
                  <a:pt x="498843" y="16129"/>
                </a:lnTo>
                <a:lnTo>
                  <a:pt x="498970" y="15240"/>
                </a:lnTo>
                <a:lnTo>
                  <a:pt x="500253" y="6096"/>
                </a:lnTo>
                <a:lnTo>
                  <a:pt x="463575" y="0"/>
                </a:lnTo>
                <a:lnTo>
                  <a:pt x="458177" y="29438"/>
                </a:lnTo>
                <a:lnTo>
                  <a:pt x="451205" y="56019"/>
                </a:lnTo>
                <a:lnTo>
                  <a:pt x="442798" y="79768"/>
                </a:lnTo>
                <a:lnTo>
                  <a:pt x="433108" y="100685"/>
                </a:lnTo>
                <a:lnTo>
                  <a:pt x="430504" y="96113"/>
                </a:lnTo>
                <a:lnTo>
                  <a:pt x="426250" y="88620"/>
                </a:lnTo>
                <a:lnTo>
                  <a:pt x="419392" y="77393"/>
                </a:lnTo>
                <a:lnTo>
                  <a:pt x="412534" y="66738"/>
                </a:lnTo>
                <a:lnTo>
                  <a:pt x="405676" y="56388"/>
                </a:lnTo>
                <a:lnTo>
                  <a:pt x="378244" y="71628"/>
                </a:lnTo>
                <a:lnTo>
                  <a:pt x="390436" y="93065"/>
                </a:lnTo>
                <a:lnTo>
                  <a:pt x="364324" y="95161"/>
                </a:lnTo>
                <a:lnTo>
                  <a:pt x="352450" y="95846"/>
                </a:lnTo>
                <a:lnTo>
                  <a:pt x="341566" y="96113"/>
                </a:lnTo>
                <a:lnTo>
                  <a:pt x="370624" y="51816"/>
                </a:lnTo>
                <a:lnTo>
                  <a:pt x="431584" y="51816"/>
                </a:lnTo>
                <a:lnTo>
                  <a:pt x="431584" y="15240"/>
                </a:lnTo>
                <a:lnTo>
                  <a:pt x="297370" y="15240"/>
                </a:lnTo>
                <a:lnTo>
                  <a:pt x="297370" y="51816"/>
                </a:lnTo>
                <a:lnTo>
                  <a:pt x="330898" y="51816"/>
                </a:lnTo>
                <a:lnTo>
                  <a:pt x="320040" y="71297"/>
                </a:lnTo>
                <a:lnTo>
                  <a:pt x="310324" y="86347"/>
                </a:lnTo>
                <a:lnTo>
                  <a:pt x="301752" y="97116"/>
                </a:lnTo>
                <a:lnTo>
                  <a:pt x="294322" y="103733"/>
                </a:lnTo>
                <a:lnTo>
                  <a:pt x="306514" y="132689"/>
                </a:lnTo>
                <a:lnTo>
                  <a:pt x="327393" y="130403"/>
                </a:lnTo>
                <a:lnTo>
                  <a:pt x="351142" y="128117"/>
                </a:lnTo>
                <a:lnTo>
                  <a:pt x="407200" y="123545"/>
                </a:lnTo>
                <a:lnTo>
                  <a:pt x="416344" y="143357"/>
                </a:lnTo>
                <a:lnTo>
                  <a:pt x="433108" y="134213"/>
                </a:lnTo>
                <a:lnTo>
                  <a:pt x="439204" y="143357"/>
                </a:lnTo>
                <a:lnTo>
                  <a:pt x="445300" y="149453"/>
                </a:lnTo>
                <a:lnTo>
                  <a:pt x="454444" y="135737"/>
                </a:lnTo>
                <a:lnTo>
                  <a:pt x="458444" y="154393"/>
                </a:lnTo>
                <a:lnTo>
                  <a:pt x="458508" y="154622"/>
                </a:lnTo>
                <a:lnTo>
                  <a:pt x="463588" y="171792"/>
                </a:lnTo>
                <a:lnTo>
                  <a:pt x="469874" y="188328"/>
                </a:lnTo>
                <a:lnTo>
                  <a:pt x="477304" y="204406"/>
                </a:lnTo>
                <a:lnTo>
                  <a:pt x="468744" y="213029"/>
                </a:lnTo>
                <a:lnTo>
                  <a:pt x="459206" y="220789"/>
                </a:lnTo>
                <a:lnTo>
                  <a:pt x="448792" y="227990"/>
                </a:lnTo>
                <a:lnTo>
                  <a:pt x="437680" y="234886"/>
                </a:lnTo>
                <a:lnTo>
                  <a:pt x="437680" y="225742"/>
                </a:lnTo>
                <a:lnTo>
                  <a:pt x="437680" y="224218"/>
                </a:lnTo>
                <a:lnTo>
                  <a:pt x="439204" y="219646"/>
                </a:lnTo>
                <a:lnTo>
                  <a:pt x="385864" y="225742"/>
                </a:lnTo>
                <a:lnTo>
                  <a:pt x="385864" y="196786"/>
                </a:lnTo>
                <a:lnTo>
                  <a:pt x="430060" y="196786"/>
                </a:lnTo>
                <a:lnTo>
                  <a:pt x="430060" y="158597"/>
                </a:lnTo>
                <a:lnTo>
                  <a:pt x="385864" y="158597"/>
                </a:lnTo>
                <a:lnTo>
                  <a:pt x="385864" y="132689"/>
                </a:lnTo>
                <a:lnTo>
                  <a:pt x="347662" y="132689"/>
                </a:lnTo>
                <a:lnTo>
                  <a:pt x="347662" y="158597"/>
                </a:lnTo>
                <a:lnTo>
                  <a:pt x="297370" y="158597"/>
                </a:lnTo>
                <a:lnTo>
                  <a:pt x="297370" y="196786"/>
                </a:lnTo>
                <a:lnTo>
                  <a:pt x="347662" y="196786"/>
                </a:lnTo>
                <a:lnTo>
                  <a:pt x="347662" y="230314"/>
                </a:lnTo>
                <a:lnTo>
                  <a:pt x="295846" y="236410"/>
                </a:lnTo>
                <a:lnTo>
                  <a:pt x="300418" y="276136"/>
                </a:lnTo>
                <a:lnTo>
                  <a:pt x="425488" y="259270"/>
                </a:lnTo>
                <a:lnTo>
                  <a:pt x="428917" y="265036"/>
                </a:lnTo>
                <a:lnTo>
                  <a:pt x="432346" y="270941"/>
                </a:lnTo>
                <a:lnTo>
                  <a:pt x="435775" y="277139"/>
                </a:lnTo>
                <a:lnTo>
                  <a:pt x="439204" y="283756"/>
                </a:lnTo>
                <a:lnTo>
                  <a:pt x="456653" y="274027"/>
                </a:lnTo>
                <a:lnTo>
                  <a:pt x="472541" y="263131"/>
                </a:lnTo>
                <a:lnTo>
                  <a:pt x="477189" y="259270"/>
                </a:lnTo>
                <a:lnTo>
                  <a:pt x="487095" y="251040"/>
                </a:lnTo>
                <a:lnTo>
                  <a:pt x="500253" y="237934"/>
                </a:lnTo>
                <a:lnTo>
                  <a:pt x="511987" y="249986"/>
                </a:lnTo>
                <a:lnTo>
                  <a:pt x="524446" y="261035"/>
                </a:lnTo>
                <a:lnTo>
                  <a:pt x="537756" y="271233"/>
                </a:lnTo>
                <a:lnTo>
                  <a:pt x="552069" y="280708"/>
                </a:lnTo>
                <a:lnTo>
                  <a:pt x="558660" y="270408"/>
                </a:lnTo>
                <a:lnTo>
                  <a:pt x="564832" y="260426"/>
                </a:lnTo>
                <a:lnTo>
                  <a:pt x="570712" y="251040"/>
                </a:lnTo>
                <a:lnTo>
                  <a:pt x="576453" y="242506"/>
                </a:lnTo>
                <a:lnTo>
                  <a:pt x="567956" y="237934"/>
                </a:lnTo>
                <a:lnTo>
                  <a:pt x="562279" y="234886"/>
                </a:lnTo>
                <a:lnTo>
                  <a:pt x="561047" y="234226"/>
                </a:lnTo>
                <a:lnTo>
                  <a:pt x="546925" y="225361"/>
                </a:lnTo>
                <a:lnTo>
                  <a:pt x="534238" y="215938"/>
                </a:lnTo>
                <a:lnTo>
                  <a:pt x="523113" y="205930"/>
                </a:lnTo>
                <a:lnTo>
                  <a:pt x="536536" y="180162"/>
                </a:lnTo>
                <a:lnTo>
                  <a:pt x="539394" y="172313"/>
                </a:lnTo>
                <a:lnTo>
                  <a:pt x="547116" y="150990"/>
                </a:lnTo>
                <a:lnTo>
                  <a:pt x="554837" y="118402"/>
                </a:lnTo>
                <a:lnTo>
                  <a:pt x="559689" y="82397"/>
                </a:lnTo>
                <a:lnTo>
                  <a:pt x="576453" y="82397"/>
                </a:lnTo>
                <a:lnTo>
                  <a:pt x="576453" y="44196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3240595" y="1017270"/>
            <a:ext cx="788670" cy="215265"/>
            <a:chOff x="3240595" y="1017270"/>
            <a:chExt cx="788670" cy="215265"/>
          </a:xfrm>
        </p:grpSpPr>
        <p:sp>
          <p:nvSpPr>
            <p:cNvPr id="8" name="object 8" descr=""/>
            <p:cNvSpPr/>
            <p:nvPr/>
          </p:nvSpPr>
          <p:spPr>
            <a:xfrm>
              <a:off x="3240595" y="1020317"/>
              <a:ext cx="613410" cy="212090"/>
            </a:xfrm>
            <a:custGeom>
              <a:avLst/>
              <a:gdLst/>
              <a:ahLst/>
              <a:cxnLst/>
              <a:rect l="l" t="t" r="r" b="b"/>
              <a:pathLst>
                <a:path w="613410" h="212090">
                  <a:moveTo>
                    <a:pt x="202780" y="212026"/>
                  </a:moveTo>
                  <a:lnTo>
                    <a:pt x="185432" y="161734"/>
                  </a:lnTo>
                  <a:lnTo>
                    <a:pt x="173824" y="128117"/>
                  </a:lnTo>
                  <a:lnTo>
                    <a:pt x="134366" y="13716"/>
                  </a:lnTo>
                  <a:lnTo>
                    <a:pt x="129628" y="0"/>
                  </a:lnTo>
                  <a:lnTo>
                    <a:pt x="126746" y="0"/>
                  </a:lnTo>
                  <a:lnTo>
                    <a:pt x="126746" y="128117"/>
                  </a:lnTo>
                  <a:lnTo>
                    <a:pt x="74764" y="128117"/>
                  </a:lnTo>
                  <a:lnTo>
                    <a:pt x="80772" y="109829"/>
                  </a:lnTo>
                  <a:lnTo>
                    <a:pt x="83350" y="99275"/>
                  </a:lnTo>
                  <a:lnTo>
                    <a:pt x="86106" y="88874"/>
                  </a:lnTo>
                  <a:lnTo>
                    <a:pt x="88912" y="77685"/>
                  </a:lnTo>
                  <a:lnTo>
                    <a:pt x="91440" y="65633"/>
                  </a:lnTo>
                  <a:lnTo>
                    <a:pt x="94869" y="53873"/>
                  </a:lnTo>
                  <a:lnTo>
                    <a:pt x="98298" y="41389"/>
                  </a:lnTo>
                  <a:lnTo>
                    <a:pt x="99834" y="35496"/>
                  </a:lnTo>
                  <a:lnTo>
                    <a:pt x="101346" y="41389"/>
                  </a:lnTo>
                  <a:lnTo>
                    <a:pt x="104813" y="53873"/>
                  </a:lnTo>
                  <a:lnTo>
                    <a:pt x="111696" y="77038"/>
                  </a:lnTo>
                  <a:lnTo>
                    <a:pt x="114960" y="88303"/>
                  </a:lnTo>
                  <a:lnTo>
                    <a:pt x="117983" y="99491"/>
                  </a:lnTo>
                  <a:lnTo>
                    <a:pt x="120484" y="109829"/>
                  </a:lnTo>
                  <a:lnTo>
                    <a:pt x="126746" y="128117"/>
                  </a:lnTo>
                  <a:lnTo>
                    <a:pt x="126746" y="0"/>
                  </a:lnTo>
                  <a:lnTo>
                    <a:pt x="71628" y="0"/>
                  </a:lnTo>
                  <a:lnTo>
                    <a:pt x="0" y="212026"/>
                  </a:lnTo>
                  <a:lnTo>
                    <a:pt x="47244" y="212026"/>
                  </a:lnTo>
                  <a:lnTo>
                    <a:pt x="63741" y="161734"/>
                  </a:lnTo>
                  <a:lnTo>
                    <a:pt x="138277" y="161734"/>
                  </a:lnTo>
                  <a:lnTo>
                    <a:pt x="155536" y="212026"/>
                  </a:lnTo>
                  <a:lnTo>
                    <a:pt x="202780" y="212026"/>
                  </a:lnTo>
                  <a:close/>
                </a:path>
                <a:path w="613410" h="212090">
                  <a:moveTo>
                    <a:pt x="398043" y="0"/>
                  </a:moveTo>
                  <a:lnTo>
                    <a:pt x="350697" y="0"/>
                  </a:lnTo>
                  <a:lnTo>
                    <a:pt x="317169" y="102209"/>
                  </a:lnTo>
                  <a:lnTo>
                    <a:pt x="314629" y="111658"/>
                  </a:lnTo>
                  <a:lnTo>
                    <a:pt x="311645" y="121843"/>
                  </a:lnTo>
                  <a:lnTo>
                    <a:pt x="308394" y="132892"/>
                  </a:lnTo>
                  <a:lnTo>
                    <a:pt x="304977" y="144970"/>
                  </a:lnTo>
                  <a:lnTo>
                    <a:pt x="302437" y="156692"/>
                  </a:lnTo>
                  <a:lnTo>
                    <a:pt x="299453" y="168973"/>
                  </a:lnTo>
                  <a:lnTo>
                    <a:pt x="297319" y="177406"/>
                  </a:lnTo>
                  <a:lnTo>
                    <a:pt x="295071" y="168973"/>
                  </a:lnTo>
                  <a:lnTo>
                    <a:pt x="291642" y="156692"/>
                  </a:lnTo>
                  <a:lnTo>
                    <a:pt x="288213" y="144970"/>
                  </a:lnTo>
                  <a:lnTo>
                    <a:pt x="285673" y="132892"/>
                  </a:lnTo>
                  <a:lnTo>
                    <a:pt x="282689" y="121843"/>
                  </a:lnTo>
                  <a:lnTo>
                    <a:pt x="279438" y="111658"/>
                  </a:lnTo>
                  <a:lnTo>
                    <a:pt x="276021" y="102209"/>
                  </a:lnTo>
                  <a:lnTo>
                    <a:pt x="242493" y="0"/>
                  </a:lnTo>
                  <a:lnTo>
                    <a:pt x="193636" y="0"/>
                  </a:lnTo>
                  <a:lnTo>
                    <a:pt x="268401" y="212026"/>
                  </a:lnTo>
                  <a:lnTo>
                    <a:pt x="324789" y="212026"/>
                  </a:lnTo>
                  <a:lnTo>
                    <a:pt x="330593" y="195262"/>
                  </a:lnTo>
                  <a:lnTo>
                    <a:pt x="398043" y="0"/>
                  </a:lnTo>
                  <a:close/>
                </a:path>
                <a:path w="613410" h="212090">
                  <a:moveTo>
                    <a:pt x="613029" y="212026"/>
                  </a:moveTo>
                  <a:lnTo>
                    <a:pt x="555421" y="126593"/>
                  </a:lnTo>
                  <a:lnTo>
                    <a:pt x="551307" y="120497"/>
                  </a:lnTo>
                  <a:lnTo>
                    <a:pt x="549249" y="117449"/>
                  </a:lnTo>
                  <a:lnTo>
                    <a:pt x="538467" y="101460"/>
                  </a:lnTo>
                  <a:lnTo>
                    <a:pt x="549275" y="85445"/>
                  </a:lnTo>
                  <a:lnTo>
                    <a:pt x="550303" y="83921"/>
                  </a:lnTo>
                  <a:lnTo>
                    <a:pt x="606933" y="0"/>
                  </a:lnTo>
                  <a:lnTo>
                    <a:pt x="558165" y="0"/>
                  </a:lnTo>
                  <a:lnTo>
                    <a:pt x="533781" y="35052"/>
                  </a:lnTo>
                  <a:lnTo>
                    <a:pt x="529209" y="41148"/>
                  </a:lnTo>
                  <a:lnTo>
                    <a:pt x="526161" y="47244"/>
                  </a:lnTo>
                  <a:lnTo>
                    <a:pt x="523113" y="53441"/>
                  </a:lnTo>
                  <a:lnTo>
                    <a:pt x="520065" y="58013"/>
                  </a:lnTo>
                  <a:lnTo>
                    <a:pt x="518541" y="64109"/>
                  </a:lnTo>
                  <a:lnTo>
                    <a:pt x="515493" y="68681"/>
                  </a:lnTo>
                  <a:lnTo>
                    <a:pt x="513118" y="72123"/>
                  </a:lnTo>
                  <a:lnTo>
                    <a:pt x="510819" y="68681"/>
                  </a:lnTo>
                  <a:lnTo>
                    <a:pt x="509295" y="64109"/>
                  </a:lnTo>
                  <a:lnTo>
                    <a:pt x="506247" y="58013"/>
                  </a:lnTo>
                  <a:lnTo>
                    <a:pt x="503199" y="53441"/>
                  </a:lnTo>
                  <a:lnTo>
                    <a:pt x="500151" y="47244"/>
                  </a:lnTo>
                  <a:lnTo>
                    <a:pt x="497103" y="41148"/>
                  </a:lnTo>
                  <a:lnTo>
                    <a:pt x="492531" y="35052"/>
                  </a:lnTo>
                  <a:lnTo>
                    <a:pt x="469671" y="0"/>
                  </a:lnTo>
                  <a:lnTo>
                    <a:pt x="419379" y="0"/>
                  </a:lnTo>
                  <a:lnTo>
                    <a:pt x="488619" y="103289"/>
                  </a:lnTo>
                  <a:lnTo>
                    <a:pt x="411759" y="212026"/>
                  </a:lnTo>
                  <a:lnTo>
                    <a:pt x="462051" y="212026"/>
                  </a:lnTo>
                  <a:lnTo>
                    <a:pt x="492531" y="167830"/>
                  </a:lnTo>
                  <a:lnTo>
                    <a:pt x="497103" y="161734"/>
                  </a:lnTo>
                  <a:lnTo>
                    <a:pt x="500151" y="155638"/>
                  </a:lnTo>
                  <a:lnTo>
                    <a:pt x="503199" y="151066"/>
                  </a:lnTo>
                  <a:lnTo>
                    <a:pt x="504723" y="148018"/>
                  </a:lnTo>
                  <a:lnTo>
                    <a:pt x="507771" y="143446"/>
                  </a:lnTo>
                  <a:lnTo>
                    <a:pt x="509295" y="140309"/>
                  </a:lnTo>
                  <a:lnTo>
                    <a:pt x="510819" y="135737"/>
                  </a:lnTo>
                  <a:lnTo>
                    <a:pt x="512559" y="133121"/>
                  </a:lnTo>
                  <a:lnTo>
                    <a:pt x="513867" y="135737"/>
                  </a:lnTo>
                  <a:lnTo>
                    <a:pt x="515493" y="140309"/>
                  </a:lnTo>
                  <a:lnTo>
                    <a:pt x="518541" y="143446"/>
                  </a:lnTo>
                  <a:lnTo>
                    <a:pt x="520065" y="148018"/>
                  </a:lnTo>
                  <a:lnTo>
                    <a:pt x="523113" y="152590"/>
                  </a:lnTo>
                  <a:lnTo>
                    <a:pt x="527685" y="161734"/>
                  </a:lnTo>
                  <a:lnTo>
                    <a:pt x="532257" y="167830"/>
                  </a:lnTo>
                  <a:lnTo>
                    <a:pt x="561213" y="212026"/>
                  </a:lnTo>
                  <a:lnTo>
                    <a:pt x="613029" y="212026"/>
                  </a:lnTo>
                  <a:close/>
                </a:path>
              </a:pathLst>
            </a:custGeom>
            <a:solidFill>
              <a:srgbClr val="1C4D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76484" y="1017270"/>
              <a:ext cx="152590" cy="215074"/>
            </a:xfrm>
            <a:prstGeom prst="rect">
              <a:avLst/>
            </a:prstGeom>
          </p:spPr>
        </p:pic>
      </p:grpSp>
      <p:sp>
        <p:nvSpPr>
          <p:cNvPr id="10" name="object 10" descr=""/>
          <p:cNvSpPr/>
          <p:nvPr/>
        </p:nvSpPr>
        <p:spPr>
          <a:xfrm>
            <a:off x="4118991" y="988313"/>
            <a:ext cx="575310" cy="282575"/>
          </a:xfrm>
          <a:custGeom>
            <a:avLst/>
            <a:gdLst/>
            <a:ahLst/>
            <a:cxnLst/>
            <a:rect l="l" t="t" r="r" b="b"/>
            <a:pathLst>
              <a:path w="575310" h="282575">
                <a:moveTo>
                  <a:pt x="282130" y="141833"/>
                </a:moveTo>
                <a:lnTo>
                  <a:pt x="224218" y="141833"/>
                </a:lnTo>
                <a:lnTo>
                  <a:pt x="224218" y="85445"/>
                </a:lnTo>
                <a:lnTo>
                  <a:pt x="269938" y="85445"/>
                </a:lnTo>
                <a:lnTo>
                  <a:pt x="269938" y="50292"/>
                </a:lnTo>
                <a:lnTo>
                  <a:pt x="210502" y="50292"/>
                </a:lnTo>
                <a:lnTo>
                  <a:pt x="234886" y="21336"/>
                </a:lnTo>
                <a:lnTo>
                  <a:pt x="195262" y="0"/>
                </a:lnTo>
                <a:lnTo>
                  <a:pt x="187198" y="11722"/>
                </a:lnTo>
                <a:lnTo>
                  <a:pt x="183070" y="17780"/>
                </a:lnTo>
                <a:lnTo>
                  <a:pt x="183070" y="85445"/>
                </a:lnTo>
                <a:lnTo>
                  <a:pt x="183070" y="141833"/>
                </a:lnTo>
                <a:lnTo>
                  <a:pt x="108292" y="141833"/>
                </a:lnTo>
                <a:lnTo>
                  <a:pt x="108292" y="85445"/>
                </a:lnTo>
                <a:lnTo>
                  <a:pt x="183070" y="85445"/>
                </a:lnTo>
                <a:lnTo>
                  <a:pt x="183070" y="17780"/>
                </a:lnTo>
                <a:lnTo>
                  <a:pt x="178828" y="24003"/>
                </a:lnTo>
                <a:lnTo>
                  <a:pt x="169887" y="36868"/>
                </a:lnTo>
                <a:lnTo>
                  <a:pt x="160108" y="50292"/>
                </a:lnTo>
                <a:lnTo>
                  <a:pt x="105244" y="50292"/>
                </a:lnTo>
                <a:lnTo>
                  <a:pt x="125056" y="36576"/>
                </a:lnTo>
                <a:lnTo>
                  <a:pt x="116776" y="27432"/>
                </a:lnTo>
                <a:lnTo>
                  <a:pt x="107911" y="18288"/>
                </a:lnTo>
                <a:lnTo>
                  <a:pt x="98488" y="9144"/>
                </a:lnTo>
                <a:lnTo>
                  <a:pt x="88480" y="0"/>
                </a:lnTo>
                <a:lnTo>
                  <a:pt x="56476" y="22860"/>
                </a:lnTo>
                <a:lnTo>
                  <a:pt x="62191" y="28867"/>
                </a:lnTo>
                <a:lnTo>
                  <a:pt x="67906" y="35433"/>
                </a:lnTo>
                <a:lnTo>
                  <a:pt x="73621" y="42583"/>
                </a:lnTo>
                <a:lnTo>
                  <a:pt x="79336" y="50292"/>
                </a:lnTo>
                <a:lnTo>
                  <a:pt x="16764" y="50292"/>
                </a:lnTo>
                <a:lnTo>
                  <a:pt x="16764" y="85445"/>
                </a:lnTo>
                <a:lnTo>
                  <a:pt x="67144" y="85445"/>
                </a:lnTo>
                <a:lnTo>
                  <a:pt x="67144" y="141833"/>
                </a:lnTo>
                <a:lnTo>
                  <a:pt x="0" y="141833"/>
                </a:lnTo>
                <a:lnTo>
                  <a:pt x="0" y="176974"/>
                </a:lnTo>
                <a:lnTo>
                  <a:pt x="65620" y="176974"/>
                </a:lnTo>
                <a:lnTo>
                  <a:pt x="59918" y="201599"/>
                </a:lnTo>
                <a:lnTo>
                  <a:pt x="49758" y="223075"/>
                </a:lnTo>
                <a:lnTo>
                  <a:pt x="35318" y="241706"/>
                </a:lnTo>
                <a:lnTo>
                  <a:pt x="16764" y="257746"/>
                </a:lnTo>
                <a:lnTo>
                  <a:pt x="28536" y="264363"/>
                </a:lnTo>
                <a:lnTo>
                  <a:pt x="38900" y="270560"/>
                </a:lnTo>
                <a:lnTo>
                  <a:pt x="48133" y="276479"/>
                </a:lnTo>
                <a:lnTo>
                  <a:pt x="56476" y="282232"/>
                </a:lnTo>
                <a:lnTo>
                  <a:pt x="76123" y="262750"/>
                </a:lnTo>
                <a:lnTo>
                  <a:pt x="91338" y="238709"/>
                </a:lnTo>
                <a:lnTo>
                  <a:pt x="101701" y="210134"/>
                </a:lnTo>
                <a:lnTo>
                  <a:pt x="106768" y="176974"/>
                </a:lnTo>
                <a:lnTo>
                  <a:pt x="183070" y="176974"/>
                </a:lnTo>
                <a:lnTo>
                  <a:pt x="183070" y="277660"/>
                </a:lnTo>
                <a:lnTo>
                  <a:pt x="224218" y="277660"/>
                </a:lnTo>
                <a:lnTo>
                  <a:pt x="224218" y="176974"/>
                </a:lnTo>
                <a:lnTo>
                  <a:pt x="282130" y="176974"/>
                </a:lnTo>
                <a:lnTo>
                  <a:pt x="282130" y="141833"/>
                </a:lnTo>
                <a:close/>
              </a:path>
              <a:path w="575310" h="282575">
                <a:moveTo>
                  <a:pt x="396519" y="24384"/>
                </a:moveTo>
                <a:lnTo>
                  <a:pt x="388493" y="18440"/>
                </a:lnTo>
                <a:lnTo>
                  <a:pt x="380326" y="12192"/>
                </a:lnTo>
                <a:lnTo>
                  <a:pt x="371868" y="5956"/>
                </a:lnTo>
                <a:lnTo>
                  <a:pt x="362991" y="0"/>
                </a:lnTo>
                <a:lnTo>
                  <a:pt x="349872" y="14528"/>
                </a:lnTo>
                <a:lnTo>
                  <a:pt x="333451" y="30480"/>
                </a:lnTo>
                <a:lnTo>
                  <a:pt x="313867" y="47586"/>
                </a:lnTo>
                <a:lnTo>
                  <a:pt x="291261" y="65532"/>
                </a:lnTo>
                <a:lnTo>
                  <a:pt x="298742" y="73787"/>
                </a:lnTo>
                <a:lnTo>
                  <a:pt x="305358" y="82346"/>
                </a:lnTo>
                <a:lnTo>
                  <a:pt x="311416" y="90906"/>
                </a:lnTo>
                <a:lnTo>
                  <a:pt x="317169" y="99161"/>
                </a:lnTo>
                <a:lnTo>
                  <a:pt x="340969" y="79082"/>
                </a:lnTo>
                <a:lnTo>
                  <a:pt x="362026" y="60020"/>
                </a:lnTo>
                <a:lnTo>
                  <a:pt x="380492" y="41846"/>
                </a:lnTo>
                <a:lnTo>
                  <a:pt x="396519" y="24384"/>
                </a:lnTo>
                <a:close/>
              </a:path>
              <a:path w="575310" h="282575">
                <a:moveTo>
                  <a:pt x="401091" y="94589"/>
                </a:moveTo>
                <a:lnTo>
                  <a:pt x="367563" y="73152"/>
                </a:lnTo>
                <a:lnTo>
                  <a:pt x="350062" y="96621"/>
                </a:lnTo>
                <a:lnTo>
                  <a:pt x="331546" y="118770"/>
                </a:lnTo>
                <a:lnTo>
                  <a:pt x="311581" y="139471"/>
                </a:lnTo>
                <a:lnTo>
                  <a:pt x="289737" y="158597"/>
                </a:lnTo>
                <a:lnTo>
                  <a:pt x="294932" y="170421"/>
                </a:lnTo>
                <a:lnTo>
                  <a:pt x="299262" y="180784"/>
                </a:lnTo>
                <a:lnTo>
                  <a:pt x="303034" y="189979"/>
                </a:lnTo>
                <a:lnTo>
                  <a:pt x="306501" y="198310"/>
                </a:lnTo>
                <a:lnTo>
                  <a:pt x="313385" y="192582"/>
                </a:lnTo>
                <a:lnTo>
                  <a:pt x="320268" y="186690"/>
                </a:lnTo>
                <a:lnTo>
                  <a:pt x="327164" y="180492"/>
                </a:lnTo>
                <a:lnTo>
                  <a:pt x="334035" y="173837"/>
                </a:lnTo>
                <a:lnTo>
                  <a:pt x="334035" y="279184"/>
                </a:lnTo>
                <a:lnTo>
                  <a:pt x="373659" y="279184"/>
                </a:lnTo>
                <a:lnTo>
                  <a:pt x="373659" y="173837"/>
                </a:lnTo>
                <a:lnTo>
                  <a:pt x="373659" y="131165"/>
                </a:lnTo>
                <a:lnTo>
                  <a:pt x="401091" y="94589"/>
                </a:lnTo>
                <a:close/>
              </a:path>
              <a:path w="575310" h="282575">
                <a:moveTo>
                  <a:pt x="562724" y="19812"/>
                </a:moveTo>
                <a:lnTo>
                  <a:pt x="413283" y="19812"/>
                </a:lnTo>
                <a:lnTo>
                  <a:pt x="413283" y="56388"/>
                </a:lnTo>
                <a:lnTo>
                  <a:pt x="562724" y="56388"/>
                </a:lnTo>
                <a:lnTo>
                  <a:pt x="562724" y="19812"/>
                </a:lnTo>
                <a:close/>
              </a:path>
              <a:path w="575310" h="282575">
                <a:moveTo>
                  <a:pt x="574916" y="102209"/>
                </a:moveTo>
                <a:lnTo>
                  <a:pt x="404139" y="102209"/>
                </a:lnTo>
                <a:lnTo>
                  <a:pt x="404139" y="138785"/>
                </a:lnTo>
                <a:lnTo>
                  <a:pt x="489572" y="138785"/>
                </a:lnTo>
                <a:lnTo>
                  <a:pt x="489572" y="219646"/>
                </a:lnTo>
                <a:lnTo>
                  <a:pt x="488175" y="229654"/>
                </a:lnTo>
                <a:lnTo>
                  <a:pt x="484047" y="236791"/>
                </a:lnTo>
                <a:lnTo>
                  <a:pt x="477507" y="240982"/>
                </a:lnTo>
                <a:lnTo>
                  <a:pt x="477964" y="240982"/>
                </a:lnTo>
                <a:lnTo>
                  <a:pt x="468236" y="242506"/>
                </a:lnTo>
                <a:lnTo>
                  <a:pt x="458482" y="242277"/>
                </a:lnTo>
                <a:lnTo>
                  <a:pt x="429272" y="240982"/>
                </a:lnTo>
                <a:lnTo>
                  <a:pt x="420903" y="240982"/>
                </a:lnTo>
                <a:lnTo>
                  <a:pt x="424065" y="251040"/>
                </a:lnTo>
                <a:lnTo>
                  <a:pt x="426808" y="260807"/>
                </a:lnTo>
                <a:lnTo>
                  <a:pt x="429247" y="270573"/>
                </a:lnTo>
                <a:lnTo>
                  <a:pt x="431571" y="280708"/>
                </a:lnTo>
                <a:lnTo>
                  <a:pt x="449681" y="279831"/>
                </a:lnTo>
                <a:lnTo>
                  <a:pt x="465188" y="279374"/>
                </a:lnTo>
                <a:lnTo>
                  <a:pt x="480275" y="279184"/>
                </a:lnTo>
                <a:lnTo>
                  <a:pt x="489572" y="279184"/>
                </a:lnTo>
                <a:lnTo>
                  <a:pt x="498411" y="277469"/>
                </a:lnTo>
                <a:lnTo>
                  <a:pt x="527672" y="250698"/>
                </a:lnTo>
                <a:lnTo>
                  <a:pt x="529653" y="242277"/>
                </a:lnTo>
                <a:lnTo>
                  <a:pt x="529780" y="241744"/>
                </a:lnTo>
                <a:lnTo>
                  <a:pt x="529932" y="240982"/>
                </a:lnTo>
                <a:lnTo>
                  <a:pt x="530720" y="230314"/>
                </a:lnTo>
                <a:lnTo>
                  <a:pt x="530720" y="138785"/>
                </a:lnTo>
                <a:lnTo>
                  <a:pt x="574916" y="138785"/>
                </a:lnTo>
                <a:lnTo>
                  <a:pt x="574916" y="102209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88620" y="1481327"/>
            <a:ext cx="67310" cy="1347470"/>
          </a:xfrm>
          <a:custGeom>
            <a:avLst/>
            <a:gdLst/>
            <a:ahLst/>
            <a:cxnLst/>
            <a:rect l="l" t="t" r="r" b="b"/>
            <a:pathLst>
              <a:path w="67309" h="1347470">
                <a:moveTo>
                  <a:pt x="67056" y="1523"/>
                </a:moveTo>
                <a:lnTo>
                  <a:pt x="64008" y="0"/>
                </a:lnTo>
                <a:lnTo>
                  <a:pt x="67056" y="0"/>
                </a:lnTo>
                <a:lnTo>
                  <a:pt x="67056" y="1523"/>
                </a:lnTo>
                <a:close/>
              </a:path>
              <a:path w="67309" h="1347470">
                <a:moveTo>
                  <a:pt x="36576" y="1304544"/>
                </a:moveTo>
                <a:lnTo>
                  <a:pt x="4572" y="1304544"/>
                </a:lnTo>
                <a:lnTo>
                  <a:pt x="4572" y="1299972"/>
                </a:lnTo>
                <a:lnTo>
                  <a:pt x="3048" y="1299972"/>
                </a:lnTo>
                <a:lnTo>
                  <a:pt x="3048" y="1295399"/>
                </a:lnTo>
                <a:lnTo>
                  <a:pt x="1524" y="1295399"/>
                </a:lnTo>
                <a:lnTo>
                  <a:pt x="1524" y="1289304"/>
                </a:lnTo>
                <a:lnTo>
                  <a:pt x="0" y="1289304"/>
                </a:lnTo>
                <a:lnTo>
                  <a:pt x="0" y="59435"/>
                </a:lnTo>
                <a:lnTo>
                  <a:pt x="1524" y="51816"/>
                </a:lnTo>
                <a:lnTo>
                  <a:pt x="4572" y="42671"/>
                </a:lnTo>
                <a:lnTo>
                  <a:pt x="10667" y="30479"/>
                </a:lnTo>
                <a:lnTo>
                  <a:pt x="16764" y="24383"/>
                </a:lnTo>
                <a:lnTo>
                  <a:pt x="18288" y="21335"/>
                </a:lnTo>
                <a:lnTo>
                  <a:pt x="19812" y="19812"/>
                </a:lnTo>
                <a:lnTo>
                  <a:pt x="22860" y="18287"/>
                </a:lnTo>
                <a:lnTo>
                  <a:pt x="28956" y="12191"/>
                </a:lnTo>
                <a:lnTo>
                  <a:pt x="32004" y="10667"/>
                </a:lnTo>
                <a:lnTo>
                  <a:pt x="33528" y="9143"/>
                </a:lnTo>
                <a:lnTo>
                  <a:pt x="39624" y="6096"/>
                </a:lnTo>
                <a:lnTo>
                  <a:pt x="41148" y="4571"/>
                </a:lnTo>
                <a:lnTo>
                  <a:pt x="47243" y="3047"/>
                </a:lnTo>
                <a:lnTo>
                  <a:pt x="51816" y="1523"/>
                </a:lnTo>
                <a:lnTo>
                  <a:pt x="60960" y="1523"/>
                </a:lnTo>
                <a:lnTo>
                  <a:pt x="54864" y="4571"/>
                </a:lnTo>
                <a:lnTo>
                  <a:pt x="53340" y="7620"/>
                </a:lnTo>
                <a:lnTo>
                  <a:pt x="47243" y="13716"/>
                </a:lnTo>
                <a:lnTo>
                  <a:pt x="45719" y="16763"/>
                </a:lnTo>
                <a:lnTo>
                  <a:pt x="42672" y="19812"/>
                </a:lnTo>
                <a:lnTo>
                  <a:pt x="39624" y="28955"/>
                </a:lnTo>
                <a:lnTo>
                  <a:pt x="36576" y="44196"/>
                </a:lnTo>
                <a:lnTo>
                  <a:pt x="35052" y="50291"/>
                </a:lnTo>
                <a:lnTo>
                  <a:pt x="35052" y="1296923"/>
                </a:lnTo>
                <a:lnTo>
                  <a:pt x="36576" y="1296923"/>
                </a:lnTo>
                <a:lnTo>
                  <a:pt x="36576" y="1304544"/>
                </a:lnTo>
                <a:close/>
              </a:path>
              <a:path w="67309" h="1347470">
                <a:moveTo>
                  <a:pt x="39624" y="1318260"/>
                </a:moveTo>
                <a:lnTo>
                  <a:pt x="10667" y="1318260"/>
                </a:lnTo>
                <a:lnTo>
                  <a:pt x="10667" y="1313688"/>
                </a:lnTo>
                <a:lnTo>
                  <a:pt x="9143" y="1313688"/>
                </a:lnTo>
                <a:lnTo>
                  <a:pt x="9143" y="1310639"/>
                </a:lnTo>
                <a:lnTo>
                  <a:pt x="7619" y="1310639"/>
                </a:lnTo>
                <a:lnTo>
                  <a:pt x="7619" y="1307591"/>
                </a:lnTo>
                <a:lnTo>
                  <a:pt x="6096" y="1307591"/>
                </a:lnTo>
                <a:lnTo>
                  <a:pt x="6096" y="1304544"/>
                </a:lnTo>
                <a:lnTo>
                  <a:pt x="38100" y="1304544"/>
                </a:lnTo>
                <a:lnTo>
                  <a:pt x="38100" y="1312164"/>
                </a:lnTo>
                <a:lnTo>
                  <a:pt x="39624" y="1312164"/>
                </a:lnTo>
                <a:lnTo>
                  <a:pt x="39624" y="1318260"/>
                </a:lnTo>
                <a:close/>
              </a:path>
              <a:path w="67309" h="1347470">
                <a:moveTo>
                  <a:pt x="62484" y="1347215"/>
                </a:moveTo>
                <a:lnTo>
                  <a:pt x="44196" y="1342644"/>
                </a:lnTo>
                <a:lnTo>
                  <a:pt x="39624" y="1341120"/>
                </a:lnTo>
                <a:lnTo>
                  <a:pt x="38100" y="1339596"/>
                </a:lnTo>
                <a:lnTo>
                  <a:pt x="35052" y="1338072"/>
                </a:lnTo>
                <a:lnTo>
                  <a:pt x="33528" y="1336548"/>
                </a:lnTo>
                <a:lnTo>
                  <a:pt x="30480" y="1335023"/>
                </a:lnTo>
                <a:lnTo>
                  <a:pt x="27432" y="1331975"/>
                </a:lnTo>
                <a:lnTo>
                  <a:pt x="24384" y="1330452"/>
                </a:lnTo>
                <a:lnTo>
                  <a:pt x="12192" y="1318260"/>
                </a:lnTo>
                <a:lnTo>
                  <a:pt x="41148" y="1318260"/>
                </a:lnTo>
                <a:lnTo>
                  <a:pt x="41148" y="1322831"/>
                </a:lnTo>
                <a:lnTo>
                  <a:pt x="42672" y="1322831"/>
                </a:lnTo>
                <a:lnTo>
                  <a:pt x="42672" y="1327404"/>
                </a:lnTo>
                <a:lnTo>
                  <a:pt x="44196" y="1327404"/>
                </a:lnTo>
                <a:lnTo>
                  <a:pt x="45719" y="1328928"/>
                </a:lnTo>
                <a:lnTo>
                  <a:pt x="45719" y="1331975"/>
                </a:lnTo>
                <a:lnTo>
                  <a:pt x="47243" y="1331975"/>
                </a:lnTo>
                <a:lnTo>
                  <a:pt x="50292" y="1335023"/>
                </a:lnTo>
                <a:lnTo>
                  <a:pt x="50292" y="1338072"/>
                </a:lnTo>
                <a:lnTo>
                  <a:pt x="51816" y="1338072"/>
                </a:lnTo>
                <a:lnTo>
                  <a:pt x="56388" y="1342644"/>
                </a:lnTo>
                <a:lnTo>
                  <a:pt x="62484" y="1345691"/>
                </a:lnTo>
                <a:lnTo>
                  <a:pt x="62484" y="1347215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554926" y="1781651"/>
            <a:ext cx="2457450" cy="895985"/>
            <a:chOff x="554926" y="1781651"/>
            <a:chExt cx="2457450" cy="895985"/>
          </a:xfrm>
        </p:grpSpPr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926" y="1781651"/>
              <a:ext cx="2456878" cy="895445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560832" y="2459736"/>
              <a:ext cx="36830" cy="10795"/>
            </a:xfrm>
            <a:custGeom>
              <a:avLst/>
              <a:gdLst/>
              <a:ahLst/>
              <a:cxnLst/>
              <a:rect l="l" t="t" r="r" b="b"/>
              <a:pathLst>
                <a:path w="36829" h="10794">
                  <a:moveTo>
                    <a:pt x="36576" y="10667"/>
                  </a:moveTo>
                  <a:lnTo>
                    <a:pt x="0" y="10667"/>
                  </a:lnTo>
                  <a:lnTo>
                    <a:pt x="0" y="0"/>
                  </a:lnTo>
                  <a:lnTo>
                    <a:pt x="36576" y="0"/>
                  </a:lnTo>
                  <a:lnTo>
                    <a:pt x="36576" y="10667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3103340" y="2410110"/>
            <a:ext cx="276225" cy="104139"/>
            <a:chOff x="3103340" y="2410110"/>
            <a:chExt cx="276225" cy="104139"/>
          </a:xfrm>
        </p:grpSpPr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03340" y="2410110"/>
              <a:ext cx="222599" cy="103727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3354990" y="2478785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18288" y="1524"/>
                  </a:moveTo>
                  <a:lnTo>
                    <a:pt x="6096" y="1524"/>
                  </a:lnTo>
                  <a:lnTo>
                    <a:pt x="7620" y="0"/>
                  </a:lnTo>
                  <a:lnTo>
                    <a:pt x="15240" y="0"/>
                  </a:lnTo>
                  <a:lnTo>
                    <a:pt x="18288" y="1524"/>
                  </a:lnTo>
                  <a:close/>
                </a:path>
                <a:path w="24764" h="24764">
                  <a:moveTo>
                    <a:pt x="13716" y="24384"/>
                  </a:moveTo>
                  <a:lnTo>
                    <a:pt x="7620" y="24384"/>
                  </a:lnTo>
                  <a:lnTo>
                    <a:pt x="1524" y="18288"/>
                  </a:lnTo>
                  <a:lnTo>
                    <a:pt x="0" y="15240"/>
                  </a:lnTo>
                  <a:lnTo>
                    <a:pt x="0" y="7620"/>
                  </a:lnTo>
                  <a:lnTo>
                    <a:pt x="1524" y="4572"/>
                  </a:lnTo>
                  <a:lnTo>
                    <a:pt x="4572" y="1524"/>
                  </a:lnTo>
                  <a:lnTo>
                    <a:pt x="19812" y="1524"/>
                  </a:lnTo>
                  <a:lnTo>
                    <a:pt x="21336" y="3048"/>
                  </a:lnTo>
                  <a:lnTo>
                    <a:pt x="9144" y="3048"/>
                  </a:lnTo>
                  <a:lnTo>
                    <a:pt x="7620" y="4572"/>
                  </a:lnTo>
                  <a:lnTo>
                    <a:pt x="6096" y="4572"/>
                  </a:lnTo>
                  <a:lnTo>
                    <a:pt x="4572" y="6096"/>
                  </a:lnTo>
                  <a:lnTo>
                    <a:pt x="3048" y="9144"/>
                  </a:lnTo>
                  <a:lnTo>
                    <a:pt x="3048" y="15240"/>
                  </a:lnTo>
                  <a:lnTo>
                    <a:pt x="6096" y="18288"/>
                  </a:lnTo>
                  <a:lnTo>
                    <a:pt x="9144" y="19812"/>
                  </a:lnTo>
                  <a:lnTo>
                    <a:pt x="21336" y="19812"/>
                  </a:lnTo>
                  <a:lnTo>
                    <a:pt x="18288" y="21336"/>
                  </a:lnTo>
                  <a:lnTo>
                    <a:pt x="16764" y="22860"/>
                  </a:lnTo>
                  <a:lnTo>
                    <a:pt x="13716" y="24384"/>
                  </a:lnTo>
                  <a:close/>
                </a:path>
                <a:path w="24764" h="24764">
                  <a:moveTo>
                    <a:pt x="21336" y="19812"/>
                  </a:moveTo>
                  <a:lnTo>
                    <a:pt x="15240" y="19812"/>
                  </a:lnTo>
                  <a:lnTo>
                    <a:pt x="16764" y="18288"/>
                  </a:lnTo>
                  <a:lnTo>
                    <a:pt x="19812" y="16764"/>
                  </a:lnTo>
                  <a:lnTo>
                    <a:pt x="19812" y="7620"/>
                  </a:lnTo>
                  <a:lnTo>
                    <a:pt x="16764" y="4572"/>
                  </a:lnTo>
                  <a:lnTo>
                    <a:pt x="15240" y="4572"/>
                  </a:lnTo>
                  <a:lnTo>
                    <a:pt x="13716" y="3048"/>
                  </a:lnTo>
                  <a:lnTo>
                    <a:pt x="21336" y="3048"/>
                  </a:lnTo>
                  <a:lnTo>
                    <a:pt x="22860" y="6096"/>
                  </a:lnTo>
                  <a:lnTo>
                    <a:pt x="22860" y="9144"/>
                  </a:lnTo>
                  <a:lnTo>
                    <a:pt x="24384" y="10668"/>
                  </a:lnTo>
                  <a:lnTo>
                    <a:pt x="24384" y="12192"/>
                  </a:lnTo>
                  <a:lnTo>
                    <a:pt x="22860" y="13716"/>
                  </a:lnTo>
                  <a:lnTo>
                    <a:pt x="22860" y="18288"/>
                  </a:lnTo>
                  <a:lnTo>
                    <a:pt x="21336" y="19812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/>
          <p:nvPr/>
        </p:nvSpPr>
        <p:spPr>
          <a:xfrm>
            <a:off x="560831" y="2615183"/>
            <a:ext cx="36830" cy="9525"/>
          </a:xfrm>
          <a:custGeom>
            <a:avLst/>
            <a:gdLst/>
            <a:ahLst/>
            <a:cxnLst/>
            <a:rect l="l" t="t" r="r" b="b"/>
            <a:pathLst>
              <a:path w="36829" h="9525">
                <a:moveTo>
                  <a:pt x="36576" y="9143"/>
                </a:moveTo>
                <a:lnTo>
                  <a:pt x="0" y="9143"/>
                </a:lnTo>
                <a:lnTo>
                  <a:pt x="0" y="0"/>
                </a:lnTo>
                <a:lnTo>
                  <a:pt x="36576" y="0"/>
                </a:lnTo>
                <a:lnTo>
                  <a:pt x="36576" y="914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5486400" y="1481327"/>
            <a:ext cx="67310" cy="1047115"/>
          </a:xfrm>
          <a:custGeom>
            <a:avLst/>
            <a:gdLst/>
            <a:ahLst/>
            <a:cxnLst/>
            <a:rect l="l" t="t" r="r" b="b"/>
            <a:pathLst>
              <a:path w="67310" h="1047114">
                <a:moveTo>
                  <a:pt x="67055" y="1523"/>
                </a:moveTo>
                <a:lnTo>
                  <a:pt x="65532" y="0"/>
                </a:lnTo>
                <a:lnTo>
                  <a:pt x="67055" y="0"/>
                </a:lnTo>
                <a:lnTo>
                  <a:pt x="67055" y="1523"/>
                </a:lnTo>
                <a:close/>
              </a:path>
              <a:path w="67310" h="1047114">
                <a:moveTo>
                  <a:pt x="59435" y="1045464"/>
                </a:moveTo>
                <a:lnTo>
                  <a:pt x="50292" y="1043939"/>
                </a:lnTo>
                <a:lnTo>
                  <a:pt x="41148" y="1040891"/>
                </a:lnTo>
                <a:lnTo>
                  <a:pt x="35051" y="1037844"/>
                </a:lnTo>
                <a:lnTo>
                  <a:pt x="33528" y="1036320"/>
                </a:lnTo>
                <a:lnTo>
                  <a:pt x="30480" y="1034796"/>
                </a:lnTo>
                <a:lnTo>
                  <a:pt x="28955" y="1033272"/>
                </a:lnTo>
                <a:lnTo>
                  <a:pt x="25907" y="1031747"/>
                </a:lnTo>
                <a:lnTo>
                  <a:pt x="21335" y="1027175"/>
                </a:lnTo>
                <a:lnTo>
                  <a:pt x="18287" y="1027175"/>
                </a:lnTo>
                <a:lnTo>
                  <a:pt x="18287" y="1024128"/>
                </a:lnTo>
                <a:lnTo>
                  <a:pt x="13716" y="1019556"/>
                </a:lnTo>
                <a:lnTo>
                  <a:pt x="12192" y="1019556"/>
                </a:lnTo>
                <a:lnTo>
                  <a:pt x="12192" y="1016507"/>
                </a:lnTo>
                <a:lnTo>
                  <a:pt x="10667" y="1016507"/>
                </a:lnTo>
                <a:lnTo>
                  <a:pt x="10667" y="1013460"/>
                </a:lnTo>
                <a:lnTo>
                  <a:pt x="9144" y="1011936"/>
                </a:lnTo>
                <a:lnTo>
                  <a:pt x="7619" y="1011936"/>
                </a:lnTo>
                <a:lnTo>
                  <a:pt x="7619" y="1008888"/>
                </a:lnTo>
                <a:lnTo>
                  <a:pt x="6096" y="1008888"/>
                </a:lnTo>
                <a:lnTo>
                  <a:pt x="6096" y="1005839"/>
                </a:lnTo>
                <a:lnTo>
                  <a:pt x="4571" y="1005839"/>
                </a:lnTo>
                <a:lnTo>
                  <a:pt x="4571" y="1002791"/>
                </a:lnTo>
                <a:lnTo>
                  <a:pt x="3048" y="1002791"/>
                </a:lnTo>
                <a:lnTo>
                  <a:pt x="3048" y="996696"/>
                </a:lnTo>
                <a:lnTo>
                  <a:pt x="1523" y="996696"/>
                </a:lnTo>
                <a:lnTo>
                  <a:pt x="1523" y="989075"/>
                </a:lnTo>
                <a:lnTo>
                  <a:pt x="0" y="989075"/>
                </a:lnTo>
                <a:lnTo>
                  <a:pt x="0" y="57912"/>
                </a:lnTo>
                <a:lnTo>
                  <a:pt x="1523" y="50291"/>
                </a:lnTo>
                <a:lnTo>
                  <a:pt x="4571" y="41147"/>
                </a:lnTo>
                <a:lnTo>
                  <a:pt x="6096" y="38100"/>
                </a:lnTo>
                <a:lnTo>
                  <a:pt x="7619" y="36575"/>
                </a:lnTo>
                <a:lnTo>
                  <a:pt x="10667" y="30479"/>
                </a:lnTo>
                <a:lnTo>
                  <a:pt x="13716" y="27431"/>
                </a:lnTo>
                <a:lnTo>
                  <a:pt x="15239" y="24383"/>
                </a:lnTo>
                <a:lnTo>
                  <a:pt x="24383" y="15239"/>
                </a:lnTo>
                <a:lnTo>
                  <a:pt x="27432" y="13716"/>
                </a:lnTo>
                <a:lnTo>
                  <a:pt x="30480" y="10667"/>
                </a:lnTo>
                <a:lnTo>
                  <a:pt x="42671" y="4571"/>
                </a:lnTo>
                <a:lnTo>
                  <a:pt x="51816" y="1523"/>
                </a:lnTo>
                <a:lnTo>
                  <a:pt x="60960" y="1523"/>
                </a:lnTo>
                <a:lnTo>
                  <a:pt x="54864" y="4571"/>
                </a:lnTo>
                <a:lnTo>
                  <a:pt x="51816" y="7620"/>
                </a:lnTo>
                <a:lnTo>
                  <a:pt x="50292" y="10667"/>
                </a:lnTo>
                <a:lnTo>
                  <a:pt x="47244" y="13716"/>
                </a:lnTo>
                <a:lnTo>
                  <a:pt x="45719" y="16763"/>
                </a:lnTo>
                <a:lnTo>
                  <a:pt x="44196" y="18287"/>
                </a:lnTo>
                <a:lnTo>
                  <a:pt x="42671" y="21335"/>
                </a:lnTo>
                <a:lnTo>
                  <a:pt x="41148" y="25908"/>
                </a:lnTo>
                <a:lnTo>
                  <a:pt x="39623" y="28955"/>
                </a:lnTo>
                <a:lnTo>
                  <a:pt x="38100" y="33527"/>
                </a:lnTo>
                <a:lnTo>
                  <a:pt x="36576" y="39623"/>
                </a:lnTo>
                <a:lnTo>
                  <a:pt x="33528" y="54863"/>
                </a:lnTo>
                <a:lnTo>
                  <a:pt x="33528" y="992123"/>
                </a:lnTo>
                <a:lnTo>
                  <a:pt x="35051" y="992123"/>
                </a:lnTo>
                <a:lnTo>
                  <a:pt x="35051" y="1001268"/>
                </a:lnTo>
                <a:lnTo>
                  <a:pt x="36576" y="1001268"/>
                </a:lnTo>
                <a:lnTo>
                  <a:pt x="36576" y="1007364"/>
                </a:lnTo>
                <a:lnTo>
                  <a:pt x="38100" y="1007364"/>
                </a:lnTo>
                <a:lnTo>
                  <a:pt x="38100" y="1013460"/>
                </a:lnTo>
                <a:lnTo>
                  <a:pt x="39623" y="1013460"/>
                </a:lnTo>
                <a:lnTo>
                  <a:pt x="39623" y="1018031"/>
                </a:lnTo>
                <a:lnTo>
                  <a:pt x="41148" y="1018031"/>
                </a:lnTo>
                <a:lnTo>
                  <a:pt x="41148" y="1022604"/>
                </a:lnTo>
                <a:lnTo>
                  <a:pt x="42671" y="1022604"/>
                </a:lnTo>
                <a:lnTo>
                  <a:pt x="42671" y="1025652"/>
                </a:lnTo>
                <a:lnTo>
                  <a:pt x="44196" y="1025652"/>
                </a:lnTo>
                <a:lnTo>
                  <a:pt x="44196" y="1028699"/>
                </a:lnTo>
                <a:lnTo>
                  <a:pt x="45719" y="1028699"/>
                </a:lnTo>
                <a:lnTo>
                  <a:pt x="47244" y="1030223"/>
                </a:lnTo>
                <a:lnTo>
                  <a:pt x="47244" y="1033272"/>
                </a:lnTo>
                <a:lnTo>
                  <a:pt x="48767" y="1033272"/>
                </a:lnTo>
                <a:lnTo>
                  <a:pt x="50292" y="1034796"/>
                </a:lnTo>
                <a:lnTo>
                  <a:pt x="50292" y="1037844"/>
                </a:lnTo>
                <a:lnTo>
                  <a:pt x="51816" y="1037844"/>
                </a:lnTo>
                <a:lnTo>
                  <a:pt x="56387" y="1042415"/>
                </a:lnTo>
                <a:lnTo>
                  <a:pt x="59435" y="1043939"/>
                </a:lnTo>
                <a:lnTo>
                  <a:pt x="59435" y="1045464"/>
                </a:lnTo>
                <a:close/>
              </a:path>
              <a:path w="67310" h="1047114">
                <a:moveTo>
                  <a:pt x="64007" y="1046988"/>
                </a:moveTo>
                <a:lnTo>
                  <a:pt x="59435" y="1045464"/>
                </a:lnTo>
                <a:lnTo>
                  <a:pt x="64007" y="1045464"/>
                </a:lnTo>
                <a:lnTo>
                  <a:pt x="64007" y="1046988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57754" y="1754123"/>
            <a:ext cx="85439" cy="88487"/>
          </a:xfrm>
          <a:prstGeom prst="rect">
            <a:avLst/>
          </a:prstGeom>
        </p:spPr>
      </p:pic>
      <p:grpSp>
        <p:nvGrpSpPr>
          <p:cNvPr id="21" name="object 21" descr=""/>
          <p:cNvGrpSpPr/>
          <p:nvPr/>
        </p:nvGrpSpPr>
        <p:grpSpPr>
          <a:xfrm>
            <a:off x="5648611" y="1754124"/>
            <a:ext cx="3259454" cy="627380"/>
            <a:chOff x="5648611" y="1754124"/>
            <a:chExt cx="3259454" cy="627380"/>
          </a:xfrm>
        </p:grpSpPr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19489" y="1763268"/>
              <a:ext cx="97536" cy="68675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48611" y="1754124"/>
              <a:ext cx="2761964" cy="627030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8424659" y="2025688"/>
              <a:ext cx="483234" cy="90170"/>
            </a:xfrm>
            <a:custGeom>
              <a:avLst/>
              <a:gdLst/>
              <a:ahLst/>
              <a:cxnLst/>
              <a:rect l="l" t="t" r="r" b="b"/>
              <a:pathLst>
                <a:path w="483234" h="90169">
                  <a:moveTo>
                    <a:pt x="45732" y="74383"/>
                  </a:moveTo>
                  <a:lnTo>
                    <a:pt x="0" y="74383"/>
                  </a:lnTo>
                  <a:lnTo>
                    <a:pt x="0" y="82003"/>
                  </a:lnTo>
                  <a:lnTo>
                    <a:pt x="45732" y="82003"/>
                  </a:lnTo>
                  <a:lnTo>
                    <a:pt x="45732" y="74383"/>
                  </a:lnTo>
                  <a:close/>
                </a:path>
                <a:path w="483234" h="90169">
                  <a:moveTo>
                    <a:pt x="100203" y="33528"/>
                  </a:moveTo>
                  <a:lnTo>
                    <a:pt x="98679" y="28956"/>
                  </a:lnTo>
                  <a:lnTo>
                    <a:pt x="97155" y="25908"/>
                  </a:lnTo>
                  <a:lnTo>
                    <a:pt x="94107" y="24384"/>
                  </a:lnTo>
                  <a:lnTo>
                    <a:pt x="91059" y="21336"/>
                  </a:lnTo>
                  <a:lnTo>
                    <a:pt x="88011" y="19812"/>
                  </a:lnTo>
                  <a:lnTo>
                    <a:pt x="72771" y="19812"/>
                  </a:lnTo>
                  <a:lnTo>
                    <a:pt x="68199" y="21336"/>
                  </a:lnTo>
                  <a:lnTo>
                    <a:pt x="62103" y="27432"/>
                  </a:lnTo>
                  <a:lnTo>
                    <a:pt x="60579" y="30480"/>
                  </a:lnTo>
                  <a:lnTo>
                    <a:pt x="60579" y="39624"/>
                  </a:lnTo>
                  <a:lnTo>
                    <a:pt x="62103" y="42672"/>
                  </a:lnTo>
                  <a:lnTo>
                    <a:pt x="66675" y="47244"/>
                  </a:lnTo>
                  <a:lnTo>
                    <a:pt x="75819" y="50292"/>
                  </a:lnTo>
                  <a:lnTo>
                    <a:pt x="83439" y="50292"/>
                  </a:lnTo>
                  <a:lnTo>
                    <a:pt x="86487" y="51816"/>
                  </a:lnTo>
                  <a:lnTo>
                    <a:pt x="88011" y="51816"/>
                  </a:lnTo>
                  <a:lnTo>
                    <a:pt x="92583" y="56388"/>
                  </a:lnTo>
                  <a:lnTo>
                    <a:pt x="92583" y="60960"/>
                  </a:lnTo>
                  <a:lnTo>
                    <a:pt x="88011" y="65532"/>
                  </a:lnTo>
                  <a:lnTo>
                    <a:pt x="72771" y="65532"/>
                  </a:lnTo>
                  <a:lnTo>
                    <a:pt x="71247" y="64008"/>
                  </a:lnTo>
                  <a:lnTo>
                    <a:pt x="69723" y="64008"/>
                  </a:lnTo>
                  <a:lnTo>
                    <a:pt x="68199" y="62484"/>
                  </a:lnTo>
                  <a:lnTo>
                    <a:pt x="68199" y="60960"/>
                  </a:lnTo>
                  <a:lnTo>
                    <a:pt x="60579" y="60960"/>
                  </a:lnTo>
                  <a:lnTo>
                    <a:pt x="60579" y="65532"/>
                  </a:lnTo>
                  <a:lnTo>
                    <a:pt x="62103" y="67144"/>
                  </a:lnTo>
                  <a:lnTo>
                    <a:pt x="63627" y="70192"/>
                  </a:lnTo>
                  <a:lnTo>
                    <a:pt x="66675" y="71716"/>
                  </a:lnTo>
                  <a:lnTo>
                    <a:pt x="68199" y="71716"/>
                  </a:lnTo>
                  <a:lnTo>
                    <a:pt x="71247" y="73240"/>
                  </a:lnTo>
                  <a:lnTo>
                    <a:pt x="77343" y="73240"/>
                  </a:lnTo>
                  <a:lnTo>
                    <a:pt x="88011" y="73240"/>
                  </a:lnTo>
                  <a:lnTo>
                    <a:pt x="92583" y="71716"/>
                  </a:lnTo>
                  <a:lnTo>
                    <a:pt x="95631" y="70192"/>
                  </a:lnTo>
                  <a:lnTo>
                    <a:pt x="98679" y="67144"/>
                  </a:lnTo>
                  <a:lnTo>
                    <a:pt x="100203" y="62484"/>
                  </a:lnTo>
                  <a:lnTo>
                    <a:pt x="100203" y="53340"/>
                  </a:lnTo>
                  <a:lnTo>
                    <a:pt x="98679" y="50292"/>
                  </a:lnTo>
                  <a:lnTo>
                    <a:pt x="94107" y="45720"/>
                  </a:lnTo>
                  <a:lnTo>
                    <a:pt x="84963" y="42672"/>
                  </a:lnTo>
                  <a:lnTo>
                    <a:pt x="77343" y="42672"/>
                  </a:lnTo>
                  <a:lnTo>
                    <a:pt x="74295" y="41148"/>
                  </a:lnTo>
                  <a:lnTo>
                    <a:pt x="72771" y="41148"/>
                  </a:lnTo>
                  <a:lnTo>
                    <a:pt x="69723" y="38100"/>
                  </a:lnTo>
                  <a:lnTo>
                    <a:pt x="69723" y="30480"/>
                  </a:lnTo>
                  <a:lnTo>
                    <a:pt x="71247" y="30480"/>
                  </a:lnTo>
                  <a:lnTo>
                    <a:pt x="72771" y="28956"/>
                  </a:lnTo>
                  <a:lnTo>
                    <a:pt x="75819" y="27432"/>
                  </a:lnTo>
                  <a:lnTo>
                    <a:pt x="84963" y="27432"/>
                  </a:lnTo>
                  <a:lnTo>
                    <a:pt x="86487" y="28956"/>
                  </a:lnTo>
                  <a:lnTo>
                    <a:pt x="88011" y="28956"/>
                  </a:lnTo>
                  <a:lnTo>
                    <a:pt x="91059" y="32004"/>
                  </a:lnTo>
                  <a:lnTo>
                    <a:pt x="91059" y="33528"/>
                  </a:lnTo>
                  <a:lnTo>
                    <a:pt x="100203" y="33528"/>
                  </a:lnTo>
                  <a:close/>
                </a:path>
                <a:path w="483234" h="90169">
                  <a:moveTo>
                    <a:pt x="156794" y="33528"/>
                  </a:moveTo>
                  <a:lnTo>
                    <a:pt x="155270" y="28956"/>
                  </a:lnTo>
                  <a:lnTo>
                    <a:pt x="153746" y="27432"/>
                  </a:lnTo>
                  <a:lnTo>
                    <a:pt x="152222" y="25908"/>
                  </a:lnTo>
                  <a:lnTo>
                    <a:pt x="149174" y="21336"/>
                  </a:lnTo>
                  <a:lnTo>
                    <a:pt x="147650" y="20828"/>
                  </a:lnTo>
                  <a:lnTo>
                    <a:pt x="147650" y="33528"/>
                  </a:lnTo>
                  <a:lnTo>
                    <a:pt x="147650" y="60960"/>
                  </a:lnTo>
                  <a:lnTo>
                    <a:pt x="143078" y="65532"/>
                  </a:lnTo>
                  <a:lnTo>
                    <a:pt x="140030" y="67144"/>
                  </a:lnTo>
                  <a:lnTo>
                    <a:pt x="133934" y="67144"/>
                  </a:lnTo>
                  <a:lnTo>
                    <a:pt x="130886" y="65532"/>
                  </a:lnTo>
                  <a:lnTo>
                    <a:pt x="127838" y="64008"/>
                  </a:lnTo>
                  <a:lnTo>
                    <a:pt x="127025" y="62484"/>
                  </a:lnTo>
                  <a:lnTo>
                    <a:pt x="126212" y="60960"/>
                  </a:lnTo>
                  <a:lnTo>
                    <a:pt x="124688" y="57912"/>
                  </a:lnTo>
                  <a:lnTo>
                    <a:pt x="124688" y="36576"/>
                  </a:lnTo>
                  <a:lnTo>
                    <a:pt x="126212" y="33528"/>
                  </a:lnTo>
                  <a:lnTo>
                    <a:pt x="127838" y="30480"/>
                  </a:lnTo>
                  <a:lnTo>
                    <a:pt x="133934" y="27432"/>
                  </a:lnTo>
                  <a:lnTo>
                    <a:pt x="140030" y="27432"/>
                  </a:lnTo>
                  <a:lnTo>
                    <a:pt x="143078" y="28956"/>
                  </a:lnTo>
                  <a:lnTo>
                    <a:pt x="147650" y="33528"/>
                  </a:lnTo>
                  <a:lnTo>
                    <a:pt x="147650" y="20828"/>
                  </a:lnTo>
                  <a:lnTo>
                    <a:pt x="144602" y="19812"/>
                  </a:lnTo>
                  <a:lnTo>
                    <a:pt x="135458" y="19812"/>
                  </a:lnTo>
                  <a:lnTo>
                    <a:pt x="132410" y="21336"/>
                  </a:lnTo>
                  <a:lnTo>
                    <a:pt x="129362" y="24384"/>
                  </a:lnTo>
                  <a:lnTo>
                    <a:pt x="126212" y="25908"/>
                  </a:lnTo>
                  <a:lnTo>
                    <a:pt x="124688" y="28956"/>
                  </a:lnTo>
                  <a:lnTo>
                    <a:pt x="124688" y="21336"/>
                  </a:lnTo>
                  <a:lnTo>
                    <a:pt x="117068" y="21336"/>
                  </a:lnTo>
                  <a:lnTo>
                    <a:pt x="117068" y="90004"/>
                  </a:lnTo>
                  <a:lnTo>
                    <a:pt x="124688" y="90004"/>
                  </a:lnTo>
                  <a:lnTo>
                    <a:pt x="124688" y="65532"/>
                  </a:lnTo>
                  <a:lnTo>
                    <a:pt x="126212" y="68668"/>
                  </a:lnTo>
                  <a:lnTo>
                    <a:pt x="129362" y="70192"/>
                  </a:lnTo>
                  <a:lnTo>
                    <a:pt x="132410" y="73240"/>
                  </a:lnTo>
                  <a:lnTo>
                    <a:pt x="135458" y="74764"/>
                  </a:lnTo>
                  <a:lnTo>
                    <a:pt x="143078" y="74764"/>
                  </a:lnTo>
                  <a:lnTo>
                    <a:pt x="149174" y="71716"/>
                  </a:lnTo>
                  <a:lnTo>
                    <a:pt x="153746" y="67144"/>
                  </a:lnTo>
                  <a:lnTo>
                    <a:pt x="155270" y="65532"/>
                  </a:lnTo>
                  <a:lnTo>
                    <a:pt x="155270" y="62484"/>
                  </a:lnTo>
                  <a:lnTo>
                    <a:pt x="156794" y="57912"/>
                  </a:lnTo>
                  <a:lnTo>
                    <a:pt x="156794" y="33528"/>
                  </a:lnTo>
                  <a:close/>
                </a:path>
                <a:path w="483234" h="90169">
                  <a:moveTo>
                    <a:pt x="213080" y="32004"/>
                  </a:moveTo>
                  <a:lnTo>
                    <a:pt x="211556" y="27432"/>
                  </a:lnTo>
                  <a:lnTo>
                    <a:pt x="206984" y="24384"/>
                  </a:lnTo>
                  <a:lnTo>
                    <a:pt x="203936" y="21336"/>
                  </a:lnTo>
                  <a:lnTo>
                    <a:pt x="199364" y="19812"/>
                  </a:lnTo>
                  <a:lnTo>
                    <a:pt x="188696" y="19812"/>
                  </a:lnTo>
                  <a:lnTo>
                    <a:pt x="184124" y="21336"/>
                  </a:lnTo>
                  <a:lnTo>
                    <a:pt x="179552" y="24384"/>
                  </a:lnTo>
                  <a:lnTo>
                    <a:pt x="173456" y="30480"/>
                  </a:lnTo>
                  <a:lnTo>
                    <a:pt x="173456" y="35052"/>
                  </a:lnTo>
                  <a:lnTo>
                    <a:pt x="182600" y="35052"/>
                  </a:lnTo>
                  <a:lnTo>
                    <a:pt x="182600" y="32004"/>
                  </a:lnTo>
                  <a:lnTo>
                    <a:pt x="185648" y="28956"/>
                  </a:lnTo>
                  <a:lnTo>
                    <a:pt x="187172" y="28956"/>
                  </a:lnTo>
                  <a:lnTo>
                    <a:pt x="190220" y="27432"/>
                  </a:lnTo>
                  <a:lnTo>
                    <a:pt x="196316" y="27432"/>
                  </a:lnTo>
                  <a:lnTo>
                    <a:pt x="199364" y="28956"/>
                  </a:lnTo>
                  <a:lnTo>
                    <a:pt x="200888" y="30480"/>
                  </a:lnTo>
                  <a:lnTo>
                    <a:pt x="203936" y="32004"/>
                  </a:lnTo>
                  <a:lnTo>
                    <a:pt x="203936" y="42672"/>
                  </a:lnTo>
                  <a:lnTo>
                    <a:pt x="203936" y="48768"/>
                  </a:lnTo>
                  <a:lnTo>
                    <a:pt x="203936" y="59436"/>
                  </a:lnTo>
                  <a:lnTo>
                    <a:pt x="202412" y="62484"/>
                  </a:lnTo>
                  <a:lnTo>
                    <a:pt x="200888" y="64008"/>
                  </a:lnTo>
                  <a:lnTo>
                    <a:pt x="197840" y="65532"/>
                  </a:lnTo>
                  <a:lnTo>
                    <a:pt x="194792" y="67144"/>
                  </a:lnTo>
                  <a:lnTo>
                    <a:pt x="184124" y="67144"/>
                  </a:lnTo>
                  <a:lnTo>
                    <a:pt x="182600" y="64008"/>
                  </a:lnTo>
                  <a:lnTo>
                    <a:pt x="179552" y="62484"/>
                  </a:lnTo>
                  <a:lnTo>
                    <a:pt x="179552" y="53340"/>
                  </a:lnTo>
                  <a:lnTo>
                    <a:pt x="181076" y="51816"/>
                  </a:lnTo>
                  <a:lnTo>
                    <a:pt x="184124" y="50292"/>
                  </a:lnTo>
                  <a:lnTo>
                    <a:pt x="185648" y="48768"/>
                  </a:lnTo>
                  <a:lnTo>
                    <a:pt x="203936" y="48768"/>
                  </a:lnTo>
                  <a:lnTo>
                    <a:pt x="203936" y="42672"/>
                  </a:lnTo>
                  <a:lnTo>
                    <a:pt x="182600" y="42672"/>
                  </a:lnTo>
                  <a:lnTo>
                    <a:pt x="178028" y="44196"/>
                  </a:lnTo>
                  <a:lnTo>
                    <a:pt x="171932" y="50292"/>
                  </a:lnTo>
                  <a:lnTo>
                    <a:pt x="170408" y="53340"/>
                  </a:lnTo>
                  <a:lnTo>
                    <a:pt x="170408" y="62484"/>
                  </a:lnTo>
                  <a:lnTo>
                    <a:pt x="171932" y="67144"/>
                  </a:lnTo>
                  <a:lnTo>
                    <a:pt x="178028" y="73240"/>
                  </a:lnTo>
                  <a:lnTo>
                    <a:pt x="182600" y="74764"/>
                  </a:lnTo>
                  <a:lnTo>
                    <a:pt x="193268" y="74764"/>
                  </a:lnTo>
                  <a:lnTo>
                    <a:pt x="197840" y="73240"/>
                  </a:lnTo>
                  <a:lnTo>
                    <a:pt x="199364" y="70192"/>
                  </a:lnTo>
                  <a:lnTo>
                    <a:pt x="202412" y="68668"/>
                  </a:lnTo>
                  <a:lnTo>
                    <a:pt x="203149" y="67144"/>
                  </a:lnTo>
                  <a:lnTo>
                    <a:pt x="203936" y="65532"/>
                  </a:lnTo>
                  <a:lnTo>
                    <a:pt x="203936" y="73240"/>
                  </a:lnTo>
                  <a:lnTo>
                    <a:pt x="213080" y="73240"/>
                  </a:lnTo>
                  <a:lnTo>
                    <a:pt x="213080" y="60960"/>
                  </a:lnTo>
                  <a:lnTo>
                    <a:pt x="213080" y="48768"/>
                  </a:lnTo>
                  <a:lnTo>
                    <a:pt x="213080" y="32004"/>
                  </a:lnTo>
                  <a:close/>
                </a:path>
                <a:path w="483234" h="90169">
                  <a:moveTo>
                    <a:pt x="271094" y="21336"/>
                  </a:moveTo>
                  <a:lnTo>
                    <a:pt x="249758" y="21336"/>
                  </a:lnTo>
                  <a:lnTo>
                    <a:pt x="249758" y="6096"/>
                  </a:lnTo>
                  <a:lnTo>
                    <a:pt x="240512" y="6096"/>
                  </a:lnTo>
                  <a:lnTo>
                    <a:pt x="240512" y="21336"/>
                  </a:lnTo>
                  <a:lnTo>
                    <a:pt x="226796" y="21336"/>
                  </a:lnTo>
                  <a:lnTo>
                    <a:pt x="226796" y="28956"/>
                  </a:lnTo>
                  <a:lnTo>
                    <a:pt x="240512" y="28956"/>
                  </a:lnTo>
                  <a:lnTo>
                    <a:pt x="240512" y="64008"/>
                  </a:lnTo>
                  <a:lnTo>
                    <a:pt x="242036" y="67144"/>
                  </a:lnTo>
                  <a:lnTo>
                    <a:pt x="246710" y="71716"/>
                  </a:lnTo>
                  <a:lnTo>
                    <a:pt x="251282" y="73240"/>
                  </a:lnTo>
                  <a:lnTo>
                    <a:pt x="255854" y="73240"/>
                  </a:lnTo>
                  <a:lnTo>
                    <a:pt x="269570" y="73240"/>
                  </a:lnTo>
                  <a:lnTo>
                    <a:pt x="269570" y="65532"/>
                  </a:lnTo>
                  <a:lnTo>
                    <a:pt x="251282" y="65532"/>
                  </a:lnTo>
                  <a:lnTo>
                    <a:pt x="249758" y="64008"/>
                  </a:lnTo>
                  <a:lnTo>
                    <a:pt x="249758" y="28956"/>
                  </a:lnTo>
                  <a:lnTo>
                    <a:pt x="271094" y="28956"/>
                  </a:lnTo>
                  <a:lnTo>
                    <a:pt x="271094" y="21336"/>
                  </a:lnTo>
                  <a:close/>
                </a:path>
                <a:path w="483234" h="90169">
                  <a:moveTo>
                    <a:pt x="313753" y="3048"/>
                  </a:moveTo>
                  <a:lnTo>
                    <a:pt x="310705" y="0"/>
                  </a:lnTo>
                  <a:lnTo>
                    <a:pt x="304609" y="0"/>
                  </a:lnTo>
                  <a:lnTo>
                    <a:pt x="301561" y="3048"/>
                  </a:lnTo>
                  <a:lnTo>
                    <a:pt x="301561" y="9144"/>
                  </a:lnTo>
                  <a:lnTo>
                    <a:pt x="303085" y="10668"/>
                  </a:lnTo>
                  <a:lnTo>
                    <a:pt x="304609" y="10668"/>
                  </a:lnTo>
                  <a:lnTo>
                    <a:pt x="306133" y="12192"/>
                  </a:lnTo>
                  <a:lnTo>
                    <a:pt x="309181" y="12192"/>
                  </a:lnTo>
                  <a:lnTo>
                    <a:pt x="310705" y="10668"/>
                  </a:lnTo>
                  <a:lnTo>
                    <a:pt x="312229" y="10668"/>
                  </a:lnTo>
                  <a:lnTo>
                    <a:pt x="313753" y="9144"/>
                  </a:lnTo>
                  <a:lnTo>
                    <a:pt x="313753" y="3048"/>
                  </a:lnTo>
                  <a:close/>
                </a:path>
                <a:path w="483234" h="90169">
                  <a:moveTo>
                    <a:pt x="330517" y="65532"/>
                  </a:moveTo>
                  <a:lnTo>
                    <a:pt x="312229" y="65532"/>
                  </a:lnTo>
                  <a:lnTo>
                    <a:pt x="312229" y="21336"/>
                  </a:lnTo>
                  <a:lnTo>
                    <a:pt x="287845" y="21336"/>
                  </a:lnTo>
                  <a:lnTo>
                    <a:pt x="287845" y="28956"/>
                  </a:lnTo>
                  <a:lnTo>
                    <a:pt x="304609" y="28956"/>
                  </a:lnTo>
                  <a:lnTo>
                    <a:pt x="304609" y="65532"/>
                  </a:lnTo>
                  <a:lnTo>
                    <a:pt x="286321" y="65532"/>
                  </a:lnTo>
                  <a:lnTo>
                    <a:pt x="286321" y="73240"/>
                  </a:lnTo>
                  <a:lnTo>
                    <a:pt x="330517" y="73240"/>
                  </a:lnTo>
                  <a:lnTo>
                    <a:pt x="330517" y="65532"/>
                  </a:lnTo>
                  <a:close/>
                </a:path>
                <a:path w="483234" h="90169">
                  <a:moveTo>
                    <a:pt x="382333" y="32004"/>
                  </a:moveTo>
                  <a:lnTo>
                    <a:pt x="380809" y="27432"/>
                  </a:lnTo>
                  <a:lnTo>
                    <a:pt x="374713" y="21336"/>
                  </a:lnTo>
                  <a:lnTo>
                    <a:pt x="368617" y="19812"/>
                  </a:lnTo>
                  <a:lnTo>
                    <a:pt x="357949" y="19812"/>
                  </a:lnTo>
                  <a:lnTo>
                    <a:pt x="353377" y="21336"/>
                  </a:lnTo>
                  <a:lnTo>
                    <a:pt x="350329" y="24384"/>
                  </a:lnTo>
                  <a:lnTo>
                    <a:pt x="345757" y="27432"/>
                  </a:lnTo>
                  <a:lnTo>
                    <a:pt x="344233" y="30480"/>
                  </a:lnTo>
                  <a:lnTo>
                    <a:pt x="342709" y="35052"/>
                  </a:lnTo>
                  <a:lnTo>
                    <a:pt x="351853" y="35052"/>
                  </a:lnTo>
                  <a:lnTo>
                    <a:pt x="351853" y="32004"/>
                  </a:lnTo>
                  <a:lnTo>
                    <a:pt x="354901" y="28956"/>
                  </a:lnTo>
                  <a:lnTo>
                    <a:pt x="357949" y="28956"/>
                  </a:lnTo>
                  <a:lnTo>
                    <a:pt x="359473" y="27432"/>
                  </a:lnTo>
                  <a:lnTo>
                    <a:pt x="367093" y="27432"/>
                  </a:lnTo>
                  <a:lnTo>
                    <a:pt x="370141" y="28956"/>
                  </a:lnTo>
                  <a:lnTo>
                    <a:pt x="373189" y="32004"/>
                  </a:lnTo>
                  <a:lnTo>
                    <a:pt x="374713" y="35052"/>
                  </a:lnTo>
                  <a:lnTo>
                    <a:pt x="374713" y="42672"/>
                  </a:lnTo>
                  <a:lnTo>
                    <a:pt x="374713" y="48768"/>
                  </a:lnTo>
                  <a:lnTo>
                    <a:pt x="374713" y="59436"/>
                  </a:lnTo>
                  <a:lnTo>
                    <a:pt x="373189" y="62484"/>
                  </a:lnTo>
                  <a:lnTo>
                    <a:pt x="367093" y="65532"/>
                  </a:lnTo>
                  <a:lnTo>
                    <a:pt x="364045" y="67144"/>
                  </a:lnTo>
                  <a:lnTo>
                    <a:pt x="354901" y="67144"/>
                  </a:lnTo>
                  <a:lnTo>
                    <a:pt x="351853" y="64008"/>
                  </a:lnTo>
                  <a:lnTo>
                    <a:pt x="348805" y="60960"/>
                  </a:lnTo>
                  <a:lnTo>
                    <a:pt x="348805" y="54864"/>
                  </a:lnTo>
                  <a:lnTo>
                    <a:pt x="354901" y="48768"/>
                  </a:lnTo>
                  <a:lnTo>
                    <a:pt x="374713" y="48768"/>
                  </a:lnTo>
                  <a:lnTo>
                    <a:pt x="374713" y="42672"/>
                  </a:lnTo>
                  <a:lnTo>
                    <a:pt x="353377" y="42672"/>
                  </a:lnTo>
                  <a:lnTo>
                    <a:pt x="348805" y="44196"/>
                  </a:lnTo>
                  <a:lnTo>
                    <a:pt x="342709" y="50292"/>
                  </a:lnTo>
                  <a:lnTo>
                    <a:pt x="341185" y="53340"/>
                  </a:lnTo>
                  <a:lnTo>
                    <a:pt x="341185" y="62484"/>
                  </a:lnTo>
                  <a:lnTo>
                    <a:pt x="342709" y="67144"/>
                  </a:lnTo>
                  <a:lnTo>
                    <a:pt x="348805" y="73240"/>
                  </a:lnTo>
                  <a:lnTo>
                    <a:pt x="353377" y="74764"/>
                  </a:lnTo>
                  <a:lnTo>
                    <a:pt x="362521" y="74764"/>
                  </a:lnTo>
                  <a:lnTo>
                    <a:pt x="367093" y="73240"/>
                  </a:lnTo>
                  <a:lnTo>
                    <a:pt x="370141" y="70192"/>
                  </a:lnTo>
                  <a:lnTo>
                    <a:pt x="373189" y="68668"/>
                  </a:lnTo>
                  <a:lnTo>
                    <a:pt x="373938" y="67144"/>
                  </a:lnTo>
                  <a:lnTo>
                    <a:pt x="374713" y="65532"/>
                  </a:lnTo>
                  <a:lnTo>
                    <a:pt x="374713" y="73240"/>
                  </a:lnTo>
                  <a:lnTo>
                    <a:pt x="382333" y="73240"/>
                  </a:lnTo>
                  <a:lnTo>
                    <a:pt x="382333" y="60960"/>
                  </a:lnTo>
                  <a:lnTo>
                    <a:pt x="382333" y="48768"/>
                  </a:lnTo>
                  <a:lnTo>
                    <a:pt x="382333" y="32004"/>
                  </a:lnTo>
                  <a:close/>
                </a:path>
                <a:path w="483234" h="90169">
                  <a:moveTo>
                    <a:pt x="443395" y="65532"/>
                  </a:moveTo>
                  <a:lnTo>
                    <a:pt x="425107" y="65532"/>
                  </a:lnTo>
                  <a:lnTo>
                    <a:pt x="423583" y="64008"/>
                  </a:lnTo>
                  <a:lnTo>
                    <a:pt x="422059" y="64008"/>
                  </a:lnTo>
                  <a:lnTo>
                    <a:pt x="420535" y="62484"/>
                  </a:lnTo>
                  <a:lnTo>
                    <a:pt x="420535" y="4572"/>
                  </a:lnTo>
                  <a:lnTo>
                    <a:pt x="394627" y="4572"/>
                  </a:lnTo>
                  <a:lnTo>
                    <a:pt x="394627" y="12192"/>
                  </a:lnTo>
                  <a:lnTo>
                    <a:pt x="411391" y="12192"/>
                  </a:lnTo>
                  <a:lnTo>
                    <a:pt x="411391" y="60960"/>
                  </a:lnTo>
                  <a:lnTo>
                    <a:pt x="412915" y="64008"/>
                  </a:lnTo>
                  <a:lnTo>
                    <a:pt x="412915" y="65532"/>
                  </a:lnTo>
                  <a:lnTo>
                    <a:pt x="414439" y="68668"/>
                  </a:lnTo>
                  <a:lnTo>
                    <a:pt x="415963" y="70192"/>
                  </a:lnTo>
                  <a:lnTo>
                    <a:pt x="419011" y="71716"/>
                  </a:lnTo>
                  <a:lnTo>
                    <a:pt x="420535" y="73240"/>
                  </a:lnTo>
                  <a:lnTo>
                    <a:pt x="426631" y="73240"/>
                  </a:lnTo>
                  <a:lnTo>
                    <a:pt x="443395" y="73240"/>
                  </a:lnTo>
                  <a:lnTo>
                    <a:pt x="443395" y="65532"/>
                  </a:lnTo>
                  <a:close/>
                </a:path>
                <a:path w="483234" h="90169">
                  <a:moveTo>
                    <a:pt x="483019" y="59436"/>
                  </a:moveTo>
                  <a:lnTo>
                    <a:pt x="470827" y="59436"/>
                  </a:lnTo>
                  <a:lnTo>
                    <a:pt x="463207" y="88480"/>
                  </a:lnTo>
                  <a:lnTo>
                    <a:pt x="470827" y="88480"/>
                  </a:lnTo>
                  <a:lnTo>
                    <a:pt x="483019" y="59436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/>
          <p:nvPr/>
        </p:nvSpPr>
        <p:spPr>
          <a:xfrm>
            <a:off x="8991600" y="2019591"/>
            <a:ext cx="654685" cy="94615"/>
          </a:xfrm>
          <a:custGeom>
            <a:avLst/>
            <a:gdLst/>
            <a:ahLst/>
            <a:cxnLst/>
            <a:rect l="l" t="t" r="r" b="b"/>
            <a:pathLst>
              <a:path w="654684" h="94614">
                <a:moveTo>
                  <a:pt x="45720" y="27432"/>
                </a:moveTo>
                <a:lnTo>
                  <a:pt x="36576" y="27432"/>
                </a:lnTo>
                <a:lnTo>
                  <a:pt x="25908" y="62484"/>
                </a:lnTo>
                <a:lnTo>
                  <a:pt x="25908" y="64008"/>
                </a:lnTo>
                <a:lnTo>
                  <a:pt x="24384" y="65532"/>
                </a:lnTo>
                <a:lnTo>
                  <a:pt x="24384" y="68580"/>
                </a:lnTo>
                <a:lnTo>
                  <a:pt x="22860" y="70104"/>
                </a:lnTo>
                <a:lnTo>
                  <a:pt x="22860" y="71628"/>
                </a:lnTo>
                <a:lnTo>
                  <a:pt x="21336" y="70104"/>
                </a:lnTo>
                <a:lnTo>
                  <a:pt x="21336" y="65532"/>
                </a:lnTo>
                <a:lnTo>
                  <a:pt x="19812" y="64008"/>
                </a:lnTo>
                <a:lnTo>
                  <a:pt x="19812" y="62484"/>
                </a:lnTo>
                <a:lnTo>
                  <a:pt x="7620" y="27432"/>
                </a:lnTo>
                <a:lnTo>
                  <a:pt x="0" y="27432"/>
                </a:lnTo>
                <a:lnTo>
                  <a:pt x="16764" y="79336"/>
                </a:lnTo>
                <a:lnTo>
                  <a:pt x="28956" y="79336"/>
                </a:lnTo>
                <a:lnTo>
                  <a:pt x="30924" y="73240"/>
                </a:lnTo>
                <a:lnTo>
                  <a:pt x="45720" y="27432"/>
                </a:lnTo>
                <a:close/>
              </a:path>
              <a:path w="654684" h="94614">
                <a:moveTo>
                  <a:pt x="102095" y="80479"/>
                </a:moveTo>
                <a:lnTo>
                  <a:pt x="56375" y="80479"/>
                </a:lnTo>
                <a:lnTo>
                  <a:pt x="56375" y="88099"/>
                </a:lnTo>
                <a:lnTo>
                  <a:pt x="102095" y="88099"/>
                </a:lnTo>
                <a:lnTo>
                  <a:pt x="102095" y="80479"/>
                </a:lnTo>
                <a:close/>
              </a:path>
              <a:path w="654684" h="94614">
                <a:moveTo>
                  <a:pt x="155536" y="10668"/>
                </a:moveTo>
                <a:lnTo>
                  <a:pt x="146392" y="10668"/>
                </a:lnTo>
                <a:lnTo>
                  <a:pt x="146392" y="32004"/>
                </a:lnTo>
                <a:lnTo>
                  <a:pt x="146392" y="39624"/>
                </a:lnTo>
                <a:lnTo>
                  <a:pt x="146392" y="67056"/>
                </a:lnTo>
                <a:lnTo>
                  <a:pt x="141820" y="71628"/>
                </a:lnTo>
                <a:lnTo>
                  <a:pt x="138772" y="73240"/>
                </a:lnTo>
                <a:lnTo>
                  <a:pt x="132676" y="73240"/>
                </a:lnTo>
                <a:lnTo>
                  <a:pt x="129628" y="71628"/>
                </a:lnTo>
                <a:lnTo>
                  <a:pt x="126580" y="70104"/>
                </a:lnTo>
                <a:lnTo>
                  <a:pt x="123532" y="64008"/>
                </a:lnTo>
                <a:lnTo>
                  <a:pt x="123532" y="42672"/>
                </a:lnTo>
                <a:lnTo>
                  <a:pt x="126580" y="36576"/>
                </a:lnTo>
                <a:lnTo>
                  <a:pt x="132676" y="33528"/>
                </a:lnTo>
                <a:lnTo>
                  <a:pt x="138772" y="33528"/>
                </a:lnTo>
                <a:lnTo>
                  <a:pt x="141820" y="35052"/>
                </a:lnTo>
                <a:lnTo>
                  <a:pt x="146392" y="39624"/>
                </a:lnTo>
                <a:lnTo>
                  <a:pt x="146392" y="32004"/>
                </a:lnTo>
                <a:lnTo>
                  <a:pt x="143344" y="30480"/>
                </a:lnTo>
                <a:lnTo>
                  <a:pt x="140296" y="27432"/>
                </a:lnTo>
                <a:lnTo>
                  <a:pt x="137248" y="25908"/>
                </a:lnTo>
                <a:lnTo>
                  <a:pt x="128104" y="25908"/>
                </a:lnTo>
                <a:lnTo>
                  <a:pt x="123532" y="27432"/>
                </a:lnTo>
                <a:lnTo>
                  <a:pt x="120484" y="32004"/>
                </a:lnTo>
                <a:lnTo>
                  <a:pt x="117436" y="35052"/>
                </a:lnTo>
                <a:lnTo>
                  <a:pt x="115912" y="39624"/>
                </a:lnTo>
                <a:lnTo>
                  <a:pt x="115912" y="67056"/>
                </a:lnTo>
                <a:lnTo>
                  <a:pt x="117436" y="71628"/>
                </a:lnTo>
                <a:lnTo>
                  <a:pt x="120484" y="74764"/>
                </a:lnTo>
                <a:lnTo>
                  <a:pt x="123532" y="77812"/>
                </a:lnTo>
                <a:lnTo>
                  <a:pt x="128104" y="80860"/>
                </a:lnTo>
                <a:lnTo>
                  <a:pt x="137248" y="80860"/>
                </a:lnTo>
                <a:lnTo>
                  <a:pt x="140296" y="79336"/>
                </a:lnTo>
                <a:lnTo>
                  <a:pt x="143344" y="76288"/>
                </a:lnTo>
                <a:lnTo>
                  <a:pt x="146392" y="74764"/>
                </a:lnTo>
                <a:lnTo>
                  <a:pt x="146392" y="79336"/>
                </a:lnTo>
                <a:lnTo>
                  <a:pt x="155536" y="79336"/>
                </a:lnTo>
                <a:lnTo>
                  <a:pt x="155536" y="10668"/>
                </a:lnTo>
                <a:close/>
              </a:path>
              <a:path w="654684" h="94614">
                <a:moveTo>
                  <a:pt x="214871" y="80479"/>
                </a:moveTo>
                <a:lnTo>
                  <a:pt x="169164" y="80479"/>
                </a:lnTo>
                <a:lnTo>
                  <a:pt x="169164" y="88099"/>
                </a:lnTo>
                <a:lnTo>
                  <a:pt x="214871" y="88099"/>
                </a:lnTo>
                <a:lnTo>
                  <a:pt x="214871" y="80479"/>
                </a:lnTo>
                <a:close/>
              </a:path>
              <a:path w="654684" h="94614">
                <a:moveTo>
                  <a:pt x="269938" y="38100"/>
                </a:moveTo>
                <a:lnTo>
                  <a:pt x="266890" y="35052"/>
                </a:lnTo>
                <a:lnTo>
                  <a:pt x="263842" y="30480"/>
                </a:lnTo>
                <a:lnTo>
                  <a:pt x="260794" y="27432"/>
                </a:lnTo>
                <a:lnTo>
                  <a:pt x="256222" y="25908"/>
                </a:lnTo>
                <a:lnTo>
                  <a:pt x="245554" y="25908"/>
                </a:lnTo>
                <a:lnTo>
                  <a:pt x="228790" y="42672"/>
                </a:lnTo>
                <a:lnTo>
                  <a:pt x="228790" y="64008"/>
                </a:lnTo>
                <a:lnTo>
                  <a:pt x="230314" y="68580"/>
                </a:lnTo>
                <a:lnTo>
                  <a:pt x="231838" y="70104"/>
                </a:lnTo>
                <a:lnTo>
                  <a:pt x="234886" y="76288"/>
                </a:lnTo>
                <a:lnTo>
                  <a:pt x="240982" y="79336"/>
                </a:lnTo>
                <a:lnTo>
                  <a:pt x="245554" y="80860"/>
                </a:lnTo>
                <a:lnTo>
                  <a:pt x="250126" y="80860"/>
                </a:lnTo>
                <a:lnTo>
                  <a:pt x="256222" y="80860"/>
                </a:lnTo>
                <a:lnTo>
                  <a:pt x="260794" y="77812"/>
                </a:lnTo>
                <a:lnTo>
                  <a:pt x="266890" y="71628"/>
                </a:lnTo>
                <a:lnTo>
                  <a:pt x="269938" y="67056"/>
                </a:lnTo>
                <a:lnTo>
                  <a:pt x="269938" y="62484"/>
                </a:lnTo>
                <a:lnTo>
                  <a:pt x="260794" y="62484"/>
                </a:lnTo>
                <a:lnTo>
                  <a:pt x="260794" y="65532"/>
                </a:lnTo>
                <a:lnTo>
                  <a:pt x="259270" y="68580"/>
                </a:lnTo>
                <a:lnTo>
                  <a:pt x="256222" y="71628"/>
                </a:lnTo>
                <a:lnTo>
                  <a:pt x="253174" y="73240"/>
                </a:lnTo>
                <a:lnTo>
                  <a:pt x="245554" y="73240"/>
                </a:lnTo>
                <a:lnTo>
                  <a:pt x="242506" y="71628"/>
                </a:lnTo>
                <a:lnTo>
                  <a:pt x="240982" y="68580"/>
                </a:lnTo>
                <a:lnTo>
                  <a:pt x="237934" y="67056"/>
                </a:lnTo>
                <a:lnTo>
                  <a:pt x="237934" y="39624"/>
                </a:lnTo>
                <a:lnTo>
                  <a:pt x="242506" y="35052"/>
                </a:lnTo>
                <a:lnTo>
                  <a:pt x="245554" y="33528"/>
                </a:lnTo>
                <a:lnTo>
                  <a:pt x="253174" y="33528"/>
                </a:lnTo>
                <a:lnTo>
                  <a:pt x="256222" y="35052"/>
                </a:lnTo>
                <a:lnTo>
                  <a:pt x="259270" y="38100"/>
                </a:lnTo>
                <a:lnTo>
                  <a:pt x="260794" y="41148"/>
                </a:lnTo>
                <a:lnTo>
                  <a:pt x="260794" y="44196"/>
                </a:lnTo>
                <a:lnTo>
                  <a:pt x="269938" y="44196"/>
                </a:lnTo>
                <a:lnTo>
                  <a:pt x="269938" y="38100"/>
                </a:lnTo>
                <a:close/>
              </a:path>
              <a:path w="654684" h="94614">
                <a:moveTo>
                  <a:pt x="326326" y="42672"/>
                </a:moveTo>
                <a:lnTo>
                  <a:pt x="324802" y="38100"/>
                </a:lnTo>
                <a:lnTo>
                  <a:pt x="322516" y="33528"/>
                </a:lnTo>
                <a:lnTo>
                  <a:pt x="321754" y="32004"/>
                </a:lnTo>
                <a:lnTo>
                  <a:pt x="320230" y="30480"/>
                </a:lnTo>
                <a:lnTo>
                  <a:pt x="317182" y="28956"/>
                </a:lnTo>
                <a:lnTo>
                  <a:pt x="317182" y="39624"/>
                </a:lnTo>
                <a:lnTo>
                  <a:pt x="317182" y="67056"/>
                </a:lnTo>
                <a:lnTo>
                  <a:pt x="314134" y="68580"/>
                </a:lnTo>
                <a:lnTo>
                  <a:pt x="312610" y="71628"/>
                </a:lnTo>
                <a:lnTo>
                  <a:pt x="298894" y="71628"/>
                </a:lnTo>
                <a:lnTo>
                  <a:pt x="297370" y="68580"/>
                </a:lnTo>
                <a:lnTo>
                  <a:pt x="294322" y="67056"/>
                </a:lnTo>
                <a:lnTo>
                  <a:pt x="294322" y="39624"/>
                </a:lnTo>
                <a:lnTo>
                  <a:pt x="298894" y="35052"/>
                </a:lnTo>
                <a:lnTo>
                  <a:pt x="301942" y="33528"/>
                </a:lnTo>
                <a:lnTo>
                  <a:pt x="309562" y="33528"/>
                </a:lnTo>
                <a:lnTo>
                  <a:pt x="312610" y="35052"/>
                </a:lnTo>
                <a:lnTo>
                  <a:pt x="317182" y="39624"/>
                </a:lnTo>
                <a:lnTo>
                  <a:pt x="317182" y="28956"/>
                </a:lnTo>
                <a:lnTo>
                  <a:pt x="314134" y="27432"/>
                </a:lnTo>
                <a:lnTo>
                  <a:pt x="309562" y="25908"/>
                </a:lnTo>
                <a:lnTo>
                  <a:pt x="301942" y="25908"/>
                </a:lnTo>
                <a:lnTo>
                  <a:pt x="285178" y="42672"/>
                </a:lnTo>
                <a:lnTo>
                  <a:pt x="285178" y="64008"/>
                </a:lnTo>
                <a:lnTo>
                  <a:pt x="288226" y="70104"/>
                </a:lnTo>
                <a:lnTo>
                  <a:pt x="289750" y="73240"/>
                </a:lnTo>
                <a:lnTo>
                  <a:pt x="291274" y="76288"/>
                </a:lnTo>
                <a:lnTo>
                  <a:pt x="297370" y="79336"/>
                </a:lnTo>
                <a:lnTo>
                  <a:pt x="314134" y="79336"/>
                </a:lnTo>
                <a:lnTo>
                  <a:pt x="320230" y="76288"/>
                </a:lnTo>
                <a:lnTo>
                  <a:pt x="321754" y="73240"/>
                </a:lnTo>
                <a:lnTo>
                  <a:pt x="322529" y="71628"/>
                </a:lnTo>
                <a:lnTo>
                  <a:pt x="323278" y="70104"/>
                </a:lnTo>
                <a:lnTo>
                  <a:pt x="326326" y="64008"/>
                </a:lnTo>
                <a:lnTo>
                  <a:pt x="326326" y="42672"/>
                </a:lnTo>
                <a:close/>
              </a:path>
              <a:path w="654684" h="94614">
                <a:moveTo>
                  <a:pt x="385851" y="71628"/>
                </a:moveTo>
                <a:lnTo>
                  <a:pt x="367563" y="71628"/>
                </a:lnTo>
                <a:lnTo>
                  <a:pt x="366039" y="70104"/>
                </a:lnTo>
                <a:lnTo>
                  <a:pt x="364515" y="70104"/>
                </a:lnTo>
                <a:lnTo>
                  <a:pt x="362991" y="68580"/>
                </a:lnTo>
                <a:lnTo>
                  <a:pt x="362991" y="10668"/>
                </a:lnTo>
                <a:lnTo>
                  <a:pt x="336994" y="10668"/>
                </a:lnTo>
                <a:lnTo>
                  <a:pt x="336994" y="18288"/>
                </a:lnTo>
                <a:lnTo>
                  <a:pt x="353758" y="18288"/>
                </a:lnTo>
                <a:lnTo>
                  <a:pt x="353758" y="67056"/>
                </a:lnTo>
                <a:lnTo>
                  <a:pt x="355282" y="70104"/>
                </a:lnTo>
                <a:lnTo>
                  <a:pt x="356806" y="71628"/>
                </a:lnTo>
                <a:lnTo>
                  <a:pt x="356806" y="74764"/>
                </a:lnTo>
                <a:lnTo>
                  <a:pt x="359854" y="76288"/>
                </a:lnTo>
                <a:lnTo>
                  <a:pt x="361378" y="77812"/>
                </a:lnTo>
                <a:lnTo>
                  <a:pt x="364515" y="79336"/>
                </a:lnTo>
                <a:lnTo>
                  <a:pt x="369087" y="79336"/>
                </a:lnTo>
                <a:lnTo>
                  <a:pt x="385851" y="79336"/>
                </a:lnTo>
                <a:lnTo>
                  <a:pt x="385851" y="71628"/>
                </a:lnTo>
                <a:close/>
              </a:path>
              <a:path w="654684" h="94614">
                <a:moveTo>
                  <a:pt x="439191" y="38100"/>
                </a:moveTo>
                <a:lnTo>
                  <a:pt x="436143" y="35052"/>
                </a:lnTo>
                <a:lnTo>
                  <a:pt x="435381" y="33528"/>
                </a:lnTo>
                <a:lnTo>
                  <a:pt x="434619" y="32004"/>
                </a:lnTo>
                <a:lnTo>
                  <a:pt x="433095" y="30480"/>
                </a:lnTo>
                <a:lnTo>
                  <a:pt x="431571" y="29718"/>
                </a:lnTo>
                <a:lnTo>
                  <a:pt x="431571" y="42672"/>
                </a:lnTo>
                <a:lnTo>
                  <a:pt x="431571" y="64008"/>
                </a:lnTo>
                <a:lnTo>
                  <a:pt x="430047" y="67056"/>
                </a:lnTo>
                <a:lnTo>
                  <a:pt x="426999" y="68580"/>
                </a:lnTo>
                <a:lnTo>
                  <a:pt x="425475" y="71628"/>
                </a:lnTo>
                <a:lnTo>
                  <a:pt x="411759" y="71628"/>
                </a:lnTo>
                <a:lnTo>
                  <a:pt x="410235" y="68580"/>
                </a:lnTo>
                <a:lnTo>
                  <a:pt x="408711" y="67056"/>
                </a:lnTo>
                <a:lnTo>
                  <a:pt x="407187" y="64008"/>
                </a:lnTo>
                <a:lnTo>
                  <a:pt x="407187" y="42672"/>
                </a:lnTo>
                <a:lnTo>
                  <a:pt x="410235" y="36576"/>
                </a:lnTo>
                <a:lnTo>
                  <a:pt x="411759" y="35052"/>
                </a:lnTo>
                <a:lnTo>
                  <a:pt x="414807" y="33528"/>
                </a:lnTo>
                <a:lnTo>
                  <a:pt x="422427" y="33528"/>
                </a:lnTo>
                <a:lnTo>
                  <a:pt x="425475" y="35052"/>
                </a:lnTo>
                <a:lnTo>
                  <a:pt x="430047" y="39624"/>
                </a:lnTo>
                <a:lnTo>
                  <a:pt x="431571" y="42672"/>
                </a:lnTo>
                <a:lnTo>
                  <a:pt x="431571" y="29718"/>
                </a:lnTo>
                <a:lnTo>
                  <a:pt x="426999" y="27432"/>
                </a:lnTo>
                <a:lnTo>
                  <a:pt x="422427" y="25908"/>
                </a:lnTo>
                <a:lnTo>
                  <a:pt x="414807" y="25908"/>
                </a:lnTo>
                <a:lnTo>
                  <a:pt x="402615" y="32004"/>
                </a:lnTo>
                <a:lnTo>
                  <a:pt x="399567" y="38100"/>
                </a:lnTo>
                <a:lnTo>
                  <a:pt x="398043" y="42672"/>
                </a:lnTo>
                <a:lnTo>
                  <a:pt x="398043" y="64008"/>
                </a:lnTo>
                <a:lnTo>
                  <a:pt x="401091" y="70104"/>
                </a:lnTo>
                <a:lnTo>
                  <a:pt x="402615" y="73240"/>
                </a:lnTo>
                <a:lnTo>
                  <a:pt x="405663" y="76288"/>
                </a:lnTo>
                <a:lnTo>
                  <a:pt x="411759" y="79336"/>
                </a:lnTo>
                <a:lnTo>
                  <a:pt x="426999" y="79336"/>
                </a:lnTo>
                <a:lnTo>
                  <a:pt x="433095" y="76288"/>
                </a:lnTo>
                <a:lnTo>
                  <a:pt x="434619" y="73240"/>
                </a:lnTo>
                <a:lnTo>
                  <a:pt x="435406" y="71628"/>
                </a:lnTo>
                <a:lnTo>
                  <a:pt x="436143" y="70104"/>
                </a:lnTo>
                <a:lnTo>
                  <a:pt x="439191" y="67056"/>
                </a:lnTo>
                <a:lnTo>
                  <a:pt x="439191" y="38100"/>
                </a:lnTo>
                <a:close/>
              </a:path>
              <a:path w="654684" h="94614">
                <a:moveTo>
                  <a:pt x="497103" y="39712"/>
                </a:moveTo>
                <a:lnTo>
                  <a:pt x="495579" y="33616"/>
                </a:lnTo>
                <a:lnTo>
                  <a:pt x="489483" y="27520"/>
                </a:lnTo>
                <a:lnTo>
                  <a:pt x="484911" y="25996"/>
                </a:lnTo>
                <a:lnTo>
                  <a:pt x="474243" y="25996"/>
                </a:lnTo>
                <a:lnTo>
                  <a:pt x="471195" y="27520"/>
                </a:lnTo>
                <a:lnTo>
                  <a:pt x="469671" y="30568"/>
                </a:lnTo>
                <a:lnTo>
                  <a:pt x="466623" y="33616"/>
                </a:lnTo>
                <a:lnTo>
                  <a:pt x="466623" y="25996"/>
                </a:lnTo>
                <a:lnTo>
                  <a:pt x="457479" y="25996"/>
                </a:lnTo>
                <a:lnTo>
                  <a:pt x="457479" y="79336"/>
                </a:lnTo>
                <a:lnTo>
                  <a:pt x="466623" y="79336"/>
                </a:lnTo>
                <a:lnTo>
                  <a:pt x="466623" y="42760"/>
                </a:lnTo>
                <a:lnTo>
                  <a:pt x="466623" y="39712"/>
                </a:lnTo>
                <a:lnTo>
                  <a:pt x="467639" y="37680"/>
                </a:lnTo>
                <a:lnTo>
                  <a:pt x="469671" y="36664"/>
                </a:lnTo>
                <a:lnTo>
                  <a:pt x="471195" y="33616"/>
                </a:lnTo>
                <a:lnTo>
                  <a:pt x="484911" y="33616"/>
                </a:lnTo>
                <a:lnTo>
                  <a:pt x="486435" y="36664"/>
                </a:lnTo>
                <a:lnTo>
                  <a:pt x="487959" y="38188"/>
                </a:lnTo>
                <a:lnTo>
                  <a:pt x="489483" y="41236"/>
                </a:lnTo>
                <a:lnTo>
                  <a:pt x="489483" y="47332"/>
                </a:lnTo>
                <a:lnTo>
                  <a:pt x="497103" y="47332"/>
                </a:lnTo>
                <a:lnTo>
                  <a:pt x="497103" y="39712"/>
                </a:lnTo>
                <a:close/>
              </a:path>
              <a:path w="654684" h="94614">
                <a:moveTo>
                  <a:pt x="542912" y="30480"/>
                </a:moveTo>
                <a:lnTo>
                  <a:pt x="541388" y="24384"/>
                </a:lnTo>
                <a:lnTo>
                  <a:pt x="539864" y="19812"/>
                </a:lnTo>
                <a:lnTo>
                  <a:pt x="533768" y="10668"/>
                </a:lnTo>
                <a:lnTo>
                  <a:pt x="529196" y="7620"/>
                </a:lnTo>
                <a:lnTo>
                  <a:pt x="526148" y="3048"/>
                </a:lnTo>
                <a:lnTo>
                  <a:pt x="520052" y="1524"/>
                </a:lnTo>
                <a:lnTo>
                  <a:pt x="515480" y="0"/>
                </a:lnTo>
                <a:lnTo>
                  <a:pt x="515480" y="7620"/>
                </a:lnTo>
                <a:lnTo>
                  <a:pt x="518528" y="9144"/>
                </a:lnTo>
                <a:lnTo>
                  <a:pt x="523100" y="10668"/>
                </a:lnTo>
                <a:lnTo>
                  <a:pt x="524624" y="13716"/>
                </a:lnTo>
                <a:lnTo>
                  <a:pt x="527672" y="15240"/>
                </a:lnTo>
                <a:lnTo>
                  <a:pt x="530720" y="19812"/>
                </a:lnTo>
                <a:lnTo>
                  <a:pt x="532244" y="22860"/>
                </a:lnTo>
                <a:lnTo>
                  <a:pt x="535292" y="32004"/>
                </a:lnTo>
                <a:lnTo>
                  <a:pt x="535292" y="57912"/>
                </a:lnTo>
                <a:lnTo>
                  <a:pt x="518528" y="80860"/>
                </a:lnTo>
                <a:lnTo>
                  <a:pt x="515480" y="82384"/>
                </a:lnTo>
                <a:lnTo>
                  <a:pt x="515480" y="90004"/>
                </a:lnTo>
                <a:lnTo>
                  <a:pt x="523100" y="88480"/>
                </a:lnTo>
                <a:lnTo>
                  <a:pt x="542912" y="53340"/>
                </a:lnTo>
                <a:lnTo>
                  <a:pt x="542912" y="30480"/>
                </a:lnTo>
                <a:close/>
              </a:path>
              <a:path w="654684" h="94614">
                <a:moveTo>
                  <a:pt x="599300" y="24384"/>
                </a:moveTo>
                <a:lnTo>
                  <a:pt x="596252" y="19812"/>
                </a:lnTo>
                <a:lnTo>
                  <a:pt x="594728" y="15240"/>
                </a:lnTo>
                <a:lnTo>
                  <a:pt x="582536" y="3048"/>
                </a:lnTo>
                <a:lnTo>
                  <a:pt x="577964" y="1524"/>
                </a:lnTo>
                <a:lnTo>
                  <a:pt x="571868" y="0"/>
                </a:lnTo>
                <a:lnTo>
                  <a:pt x="571868" y="7620"/>
                </a:lnTo>
                <a:lnTo>
                  <a:pt x="574916" y="9144"/>
                </a:lnTo>
                <a:lnTo>
                  <a:pt x="579488" y="10668"/>
                </a:lnTo>
                <a:lnTo>
                  <a:pt x="582536" y="13716"/>
                </a:lnTo>
                <a:lnTo>
                  <a:pt x="585584" y="15240"/>
                </a:lnTo>
                <a:lnTo>
                  <a:pt x="587108" y="19812"/>
                </a:lnTo>
                <a:lnTo>
                  <a:pt x="588632" y="22860"/>
                </a:lnTo>
                <a:lnTo>
                  <a:pt x="591680" y="32004"/>
                </a:lnTo>
                <a:lnTo>
                  <a:pt x="591680" y="57912"/>
                </a:lnTo>
                <a:lnTo>
                  <a:pt x="588632" y="67056"/>
                </a:lnTo>
                <a:lnTo>
                  <a:pt x="587108" y="70104"/>
                </a:lnTo>
                <a:lnTo>
                  <a:pt x="585584" y="74764"/>
                </a:lnTo>
                <a:lnTo>
                  <a:pt x="582536" y="76288"/>
                </a:lnTo>
                <a:lnTo>
                  <a:pt x="579488" y="79336"/>
                </a:lnTo>
                <a:lnTo>
                  <a:pt x="574916" y="80860"/>
                </a:lnTo>
                <a:lnTo>
                  <a:pt x="571868" y="82384"/>
                </a:lnTo>
                <a:lnTo>
                  <a:pt x="571868" y="90004"/>
                </a:lnTo>
                <a:lnTo>
                  <a:pt x="598970" y="60147"/>
                </a:lnTo>
                <a:lnTo>
                  <a:pt x="599300" y="53340"/>
                </a:lnTo>
                <a:lnTo>
                  <a:pt x="599300" y="24384"/>
                </a:lnTo>
                <a:close/>
              </a:path>
              <a:path w="654684" h="94614">
                <a:moveTo>
                  <a:pt x="652741" y="65532"/>
                </a:moveTo>
                <a:lnTo>
                  <a:pt x="640549" y="65532"/>
                </a:lnTo>
                <a:lnTo>
                  <a:pt x="632841" y="94576"/>
                </a:lnTo>
                <a:lnTo>
                  <a:pt x="640549" y="94576"/>
                </a:lnTo>
                <a:lnTo>
                  <a:pt x="652741" y="65532"/>
                </a:lnTo>
                <a:close/>
              </a:path>
              <a:path w="654684" h="94614">
                <a:moveTo>
                  <a:pt x="654265" y="32004"/>
                </a:moveTo>
                <a:lnTo>
                  <a:pt x="652741" y="28956"/>
                </a:lnTo>
                <a:lnTo>
                  <a:pt x="651217" y="28956"/>
                </a:lnTo>
                <a:lnTo>
                  <a:pt x="648169" y="25908"/>
                </a:lnTo>
                <a:lnTo>
                  <a:pt x="642073" y="25908"/>
                </a:lnTo>
                <a:lnTo>
                  <a:pt x="639025" y="28956"/>
                </a:lnTo>
                <a:lnTo>
                  <a:pt x="637501" y="32004"/>
                </a:lnTo>
                <a:lnTo>
                  <a:pt x="637501" y="35052"/>
                </a:lnTo>
                <a:lnTo>
                  <a:pt x="639025" y="36576"/>
                </a:lnTo>
                <a:lnTo>
                  <a:pt x="639025" y="38100"/>
                </a:lnTo>
                <a:lnTo>
                  <a:pt x="642073" y="41148"/>
                </a:lnTo>
                <a:lnTo>
                  <a:pt x="648169" y="41148"/>
                </a:lnTo>
                <a:lnTo>
                  <a:pt x="654265" y="35052"/>
                </a:lnTo>
                <a:lnTo>
                  <a:pt x="654265" y="3200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5648604" y="2182748"/>
            <a:ext cx="273050" cy="62230"/>
          </a:xfrm>
          <a:custGeom>
            <a:avLst/>
            <a:gdLst/>
            <a:ahLst/>
            <a:cxnLst/>
            <a:rect l="l" t="t" r="r" b="b"/>
            <a:pathLst>
              <a:path w="273050" h="62230">
                <a:moveTo>
                  <a:pt x="47345" y="1524"/>
                </a:moveTo>
                <a:lnTo>
                  <a:pt x="38201" y="1524"/>
                </a:lnTo>
                <a:lnTo>
                  <a:pt x="27533" y="36677"/>
                </a:lnTo>
                <a:lnTo>
                  <a:pt x="26009" y="38201"/>
                </a:lnTo>
                <a:lnTo>
                  <a:pt x="26009" y="42773"/>
                </a:lnTo>
                <a:lnTo>
                  <a:pt x="24485" y="44297"/>
                </a:lnTo>
                <a:lnTo>
                  <a:pt x="24485" y="45821"/>
                </a:lnTo>
                <a:lnTo>
                  <a:pt x="22961" y="44297"/>
                </a:lnTo>
                <a:lnTo>
                  <a:pt x="22961" y="39725"/>
                </a:lnTo>
                <a:lnTo>
                  <a:pt x="21437" y="38201"/>
                </a:lnTo>
                <a:lnTo>
                  <a:pt x="21437" y="36677"/>
                </a:lnTo>
                <a:lnTo>
                  <a:pt x="9144" y="1524"/>
                </a:lnTo>
                <a:lnTo>
                  <a:pt x="0" y="1524"/>
                </a:lnTo>
                <a:lnTo>
                  <a:pt x="18389" y="53441"/>
                </a:lnTo>
                <a:lnTo>
                  <a:pt x="29057" y="53441"/>
                </a:lnTo>
                <a:lnTo>
                  <a:pt x="31203" y="47345"/>
                </a:lnTo>
                <a:lnTo>
                  <a:pt x="47345" y="1524"/>
                </a:lnTo>
                <a:close/>
              </a:path>
              <a:path w="273050" h="62230">
                <a:moveTo>
                  <a:pt x="104495" y="54483"/>
                </a:moveTo>
                <a:lnTo>
                  <a:pt x="58775" y="54483"/>
                </a:lnTo>
                <a:lnTo>
                  <a:pt x="58775" y="62103"/>
                </a:lnTo>
                <a:lnTo>
                  <a:pt x="104495" y="62103"/>
                </a:lnTo>
                <a:lnTo>
                  <a:pt x="104495" y="54483"/>
                </a:lnTo>
                <a:close/>
              </a:path>
              <a:path w="273050" h="62230">
                <a:moveTo>
                  <a:pt x="157162" y="9245"/>
                </a:moveTo>
                <a:lnTo>
                  <a:pt x="154025" y="6197"/>
                </a:lnTo>
                <a:lnTo>
                  <a:pt x="149453" y="1524"/>
                </a:lnTo>
                <a:lnTo>
                  <a:pt x="144881" y="0"/>
                </a:lnTo>
                <a:lnTo>
                  <a:pt x="129641" y="0"/>
                </a:lnTo>
                <a:lnTo>
                  <a:pt x="126593" y="1524"/>
                </a:lnTo>
                <a:lnTo>
                  <a:pt x="120497" y="7721"/>
                </a:lnTo>
                <a:lnTo>
                  <a:pt x="118973" y="10769"/>
                </a:lnTo>
                <a:lnTo>
                  <a:pt x="118973" y="22961"/>
                </a:lnTo>
                <a:lnTo>
                  <a:pt x="122021" y="26009"/>
                </a:lnTo>
                <a:lnTo>
                  <a:pt x="128117" y="29057"/>
                </a:lnTo>
                <a:lnTo>
                  <a:pt x="134213" y="30581"/>
                </a:lnTo>
                <a:lnTo>
                  <a:pt x="140309" y="30581"/>
                </a:lnTo>
                <a:lnTo>
                  <a:pt x="143357" y="32105"/>
                </a:lnTo>
                <a:lnTo>
                  <a:pt x="144881" y="32105"/>
                </a:lnTo>
                <a:lnTo>
                  <a:pt x="149453" y="36677"/>
                </a:lnTo>
                <a:lnTo>
                  <a:pt x="149453" y="41249"/>
                </a:lnTo>
                <a:lnTo>
                  <a:pt x="144881" y="45821"/>
                </a:lnTo>
                <a:lnTo>
                  <a:pt x="131165" y="45821"/>
                </a:lnTo>
                <a:lnTo>
                  <a:pt x="128117" y="44297"/>
                </a:lnTo>
                <a:lnTo>
                  <a:pt x="126593" y="44297"/>
                </a:lnTo>
                <a:lnTo>
                  <a:pt x="126593" y="42773"/>
                </a:lnTo>
                <a:lnTo>
                  <a:pt x="125069" y="41249"/>
                </a:lnTo>
                <a:lnTo>
                  <a:pt x="117449" y="41249"/>
                </a:lnTo>
                <a:lnTo>
                  <a:pt x="117449" y="42773"/>
                </a:lnTo>
                <a:lnTo>
                  <a:pt x="118973" y="45821"/>
                </a:lnTo>
                <a:lnTo>
                  <a:pt x="120497" y="47345"/>
                </a:lnTo>
                <a:lnTo>
                  <a:pt x="122021" y="50393"/>
                </a:lnTo>
                <a:lnTo>
                  <a:pt x="123545" y="51917"/>
                </a:lnTo>
                <a:lnTo>
                  <a:pt x="126593" y="51917"/>
                </a:lnTo>
                <a:lnTo>
                  <a:pt x="128117" y="53441"/>
                </a:lnTo>
                <a:lnTo>
                  <a:pt x="135737" y="53441"/>
                </a:lnTo>
                <a:lnTo>
                  <a:pt x="149453" y="53441"/>
                </a:lnTo>
                <a:lnTo>
                  <a:pt x="155638" y="47345"/>
                </a:lnTo>
                <a:lnTo>
                  <a:pt x="157162" y="42773"/>
                </a:lnTo>
                <a:lnTo>
                  <a:pt x="157162" y="30581"/>
                </a:lnTo>
                <a:lnTo>
                  <a:pt x="154025" y="29057"/>
                </a:lnTo>
                <a:lnTo>
                  <a:pt x="150977" y="26009"/>
                </a:lnTo>
                <a:lnTo>
                  <a:pt x="147929" y="24485"/>
                </a:lnTo>
                <a:lnTo>
                  <a:pt x="141833" y="22961"/>
                </a:lnTo>
                <a:lnTo>
                  <a:pt x="134213" y="22961"/>
                </a:lnTo>
                <a:lnTo>
                  <a:pt x="132689" y="21437"/>
                </a:lnTo>
                <a:lnTo>
                  <a:pt x="129641" y="21437"/>
                </a:lnTo>
                <a:lnTo>
                  <a:pt x="128117" y="19913"/>
                </a:lnTo>
                <a:lnTo>
                  <a:pt x="128117" y="18389"/>
                </a:lnTo>
                <a:lnTo>
                  <a:pt x="126593" y="16865"/>
                </a:lnTo>
                <a:lnTo>
                  <a:pt x="126593" y="12293"/>
                </a:lnTo>
                <a:lnTo>
                  <a:pt x="128117" y="10769"/>
                </a:lnTo>
                <a:lnTo>
                  <a:pt x="129641" y="10769"/>
                </a:lnTo>
                <a:lnTo>
                  <a:pt x="132689" y="7721"/>
                </a:lnTo>
                <a:lnTo>
                  <a:pt x="141833" y="7721"/>
                </a:lnTo>
                <a:lnTo>
                  <a:pt x="144881" y="9245"/>
                </a:lnTo>
                <a:lnTo>
                  <a:pt x="146405" y="9245"/>
                </a:lnTo>
                <a:lnTo>
                  <a:pt x="147929" y="10769"/>
                </a:lnTo>
                <a:lnTo>
                  <a:pt x="147929" y="12293"/>
                </a:lnTo>
                <a:lnTo>
                  <a:pt x="149453" y="13817"/>
                </a:lnTo>
                <a:lnTo>
                  <a:pt x="157162" y="13817"/>
                </a:lnTo>
                <a:lnTo>
                  <a:pt x="157162" y="9245"/>
                </a:lnTo>
                <a:close/>
              </a:path>
              <a:path w="273050" h="62230">
                <a:moveTo>
                  <a:pt x="213550" y="1524"/>
                </a:moveTo>
                <a:lnTo>
                  <a:pt x="204406" y="1524"/>
                </a:lnTo>
                <a:lnTo>
                  <a:pt x="204406" y="41249"/>
                </a:lnTo>
                <a:lnTo>
                  <a:pt x="199834" y="45821"/>
                </a:lnTo>
                <a:lnTo>
                  <a:pt x="196786" y="47345"/>
                </a:lnTo>
                <a:lnTo>
                  <a:pt x="190690" y="47345"/>
                </a:lnTo>
                <a:lnTo>
                  <a:pt x="187642" y="45821"/>
                </a:lnTo>
                <a:lnTo>
                  <a:pt x="183070" y="41249"/>
                </a:lnTo>
                <a:lnTo>
                  <a:pt x="183070" y="1524"/>
                </a:lnTo>
                <a:lnTo>
                  <a:pt x="173926" y="1524"/>
                </a:lnTo>
                <a:lnTo>
                  <a:pt x="173926" y="41249"/>
                </a:lnTo>
                <a:lnTo>
                  <a:pt x="175450" y="45821"/>
                </a:lnTo>
                <a:lnTo>
                  <a:pt x="180022" y="48869"/>
                </a:lnTo>
                <a:lnTo>
                  <a:pt x="183070" y="51917"/>
                </a:lnTo>
                <a:lnTo>
                  <a:pt x="187642" y="54965"/>
                </a:lnTo>
                <a:lnTo>
                  <a:pt x="193738" y="54965"/>
                </a:lnTo>
                <a:lnTo>
                  <a:pt x="199834" y="54965"/>
                </a:lnTo>
                <a:lnTo>
                  <a:pt x="204406" y="51917"/>
                </a:lnTo>
                <a:lnTo>
                  <a:pt x="207454" y="48869"/>
                </a:lnTo>
                <a:lnTo>
                  <a:pt x="212026" y="45821"/>
                </a:lnTo>
                <a:lnTo>
                  <a:pt x="213550" y="41249"/>
                </a:lnTo>
                <a:lnTo>
                  <a:pt x="213550" y="1524"/>
                </a:lnTo>
                <a:close/>
              </a:path>
              <a:path w="273050" h="62230">
                <a:moveTo>
                  <a:pt x="254698" y="9245"/>
                </a:moveTo>
                <a:lnTo>
                  <a:pt x="253174" y="9245"/>
                </a:lnTo>
                <a:lnTo>
                  <a:pt x="253174" y="7721"/>
                </a:lnTo>
                <a:lnTo>
                  <a:pt x="253174" y="6197"/>
                </a:lnTo>
                <a:lnTo>
                  <a:pt x="251650" y="3149"/>
                </a:lnTo>
                <a:lnTo>
                  <a:pt x="250126" y="1524"/>
                </a:lnTo>
                <a:lnTo>
                  <a:pt x="247078" y="0"/>
                </a:lnTo>
                <a:lnTo>
                  <a:pt x="242506" y="0"/>
                </a:lnTo>
                <a:lnTo>
                  <a:pt x="239458" y="1524"/>
                </a:lnTo>
                <a:lnTo>
                  <a:pt x="237934" y="3149"/>
                </a:lnTo>
                <a:lnTo>
                  <a:pt x="236410" y="4673"/>
                </a:lnTo>
                <a:lnTo>
                  <a:pt x="236410" y="1524"/>
                </a:lnTo>
                <a:lnTo>
                  <a:pt x="228790" y="1524"/>
                </a:lnTo>
                <a:lnTo>
                  <a:pt x="228790" y="53441"/>
                </a:lnTo>
                <a:lnTo>
                  <a:pt x="236410" y="53441"/>
                </a:lnTo>
                <a:lnTo>
                  <a:pt x="236410" y="9245"/>
                </a:lnTo>
                <a:lnTo>
                  <a:pt x="237934" y="9245"/>
                </a:lnTo>
                <a:lnTo>
                  <a:pt x="237934" y="7721"/>
                </a:lnTo>
                <a:lnTo>
                  <a:pt x="244030" y="7721"/>
                </a:lnTo>
                <a:lnTo>
                  <a:pt x="245554" y="9245"/>
                </a:lnTo>
                <a:lnTo>
                  <a:pt x="247078" y="9245"/>
                </a:lnTo>
                <a:lnTo>
                  <a:pt x="247078" y="53441"/>
                </a:lnTo>
                <a:lnTo>
                  <a:pt x="253174" y="53441"/>
                </a:lnTo>
                <a:lnTo>
                  <a:pt x="253174" y="12293"/>
                </a:lnTo>
                <a:lnTo>
                  <a:pt x="254698" y="9245"/>
                </a:lnTo>
                <a:close/>
              </a:path>
              <a:path w="273050" h="62230">
                <a:moveTo>
                  <a:pt x="272224" y="7721"/>
                </a:moveTo>
                <a:lnTo>
                  <a:pt x="271462" y="6197"/>
                </a:lnTo>
                <a:lnTo>
                  <a:pt x="269938" y="4673"/>
                </a:lnTo>
                <a:lnTo>
                  <a:pt x="268414" y="1524"/>
                </a:lnTo>
                <a:lnTo>
                  <a:pt x="265366" y="0"/>
                </a:lnTo>
                <a:lnTo>
                  <a:pt x="259270" y="0"/>
                </a:lnTo>
                <a:lnTo>
                  <a:pt x="257746" y="1524"/>
                </a:lnTo>
                <a:lnTo>
                  <a:pt x="256222" y="3149"/>
                </a:lnTo>
                <a:lnTo>
                  <a:pt x="254698" y="4673"/>
                </a:lnTo>
                <a:lnTo>
                  <a:pt x="253174" y="7721"/>
                </a:lnTo>
                <a:lnTo>
                  <a:pt x="254698" y="7721"/>
                </a:lnTo>
                <a:lnTo>
                  <a:pt x="256222" y="7721"/>
                </a:lnTo>
                <a:lnTo>
                  <a:pt x="262318" y="7721"/>
                </a:lnTo>
                <a:lnTo>
                  <a:pt x="272224" y="7721"/>
                </a:lnTo>
                <a:close/>
              </a:path>
              <a:path w="273050" h="62230">
                <a:moveTo>
                  <a:pt x="272986" y="9245"/>
                </a:moveTo>
                <a:lnTo>
                  <a:pt x="263842" y="9245"/>
                </a:lnTo>
                <a:lnTo>
                  <a:pt x="263842" y="53441"/>
                </a:lnTo>
                <a:lnTo>
                  <a:pt x="272986" y="53441"/>
                </a:lnTo>
                <a:lnTo>
                  <a:pt x="272986" y="924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5991796" y="2190464"/>
            <a:ext cx="41275" cy="29209"/>
          </a:xfrm>
          <a:custGeom>
            <a:avLst/>
            <a:gdLst/>
            <a:ahLst/>
            <a:cxnLst/>
            <a:rect l="l" t="t" r="r" b="b"/>
            <a:pathLst>
              <a:path w="41275" h="29210">
                <a:moveTo>
                  <a:pt x="41148" y="7620"/>
                </a:moveTo>
                <a:lnTo>
                  <a:pt x="0" y="7620"/>
                </a:lnTo>
                <a:lnTo>
                  <a:pt x="0" y="0"/>
                </a:lnTo>
                <a:lnTo>
                  <a:pt x="41148" y="0"/>
                </a:lnTo>
                <a:lnTo>
                  <a:pt x="41148" y="7620"/>
                </a:lnTo>
                <a:close/>
              </a:path>
              <a:path w="41275" h="29210">
                <a:moveTo>
                  <a:pt x="41148" y="28956"/>
                </a:moveTo>
                <a:lnTo>
                  <a:pt x="0" y="28956"/>
                </a:lnTo>
                <a:lnTo>
                  <a:pt x="0" y="21336"/>
                </a:lnTo>
                <a:lnTo>
                  <a:pt x="41148" y="21336"/>
                </a:lnTo>
                <a:lnTo>
                  <a:pt x="41148" y="2895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387095" y="6123432"/>
            <a:ext cx="9939655" cy="9525"/>
          </a:xfrm>
          <a:custGeom>
            <a:avLst/>
            <a:gdLst/>
            <a:ahLst/>
            <a:cxnLst/>
            <a:rect l="l" t="t" r="r" b="b"/>
            <a:pathLst>
              <a:path w="9939655" h="9525">
                <a:moveTo>
                  <a:pt x="9939528" y="9144"/>
                </a:moveTo>
                <a:lnTo>
                  <a:pt x="0" y="9144"/>
                </a:lnTo>
                <a:lnTo>
                  <a:pt x="0" y="0"/>
                </a:lnTo>
                <a:lnTo>
                  <a:pt x="9939528" y="0"/>
                </a:lnTo>
                <a:lnTo>
                  <a:pt x="9939528" y="9144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" name="object 2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5667" y="6245351"/>
            <a:ext cx="889063" cy="108299"/>
          </a:xfrm>
          <a:prstGeom prst="rect">
            <a:avLst/>
          </a:prstGeom>
        </p:spPr>
      </p:pic>
      <p:grpSp>
        <p:nvGrpSpPr>
          <p:cNvPr id="30" name="object 30" descr=""/>
          <p:cNvGrpSpPr/>
          <p:nvPr/>
        </p:nvGrpSpPr>
        <p:grpSpPr>
          <a:xfrm>
            <a:off x="9897427" y="6251447"/>
            <a:ext cx="256540" cy="102235"/>
            <a:chOff x="9897427" y="6251447"/>
            <a:chExt cx="256540" cy="102235"/>
          </a:xfrm>
        </p:grpSpPr>
        <p:pic>
          <p:nvPicPr>
            <p:cNvPr id="31" name="object 3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97427" y="6251447"/>
              <a:ext cx="215074" cy="102203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10139933" y="6277355"/>
              <a:ext cx="13970" cy="62865"/>
            </a:xfrm>
            <a:custGeom>
              <a:avLst/>
              <a:gdLst/>
              <a:ahLst/>
              <a:cxnLst/>
              <a:rect l="l" t="t" r="r" b="b"/>
              <a:pathLst>
                <a:path w="13970" h="62864">
                  <a:moveTo>
                    <a:pt x="12287" y="12192"/>
                  </a:moveTo>
                  <a:lnTo>
                    <a:pt x="1524" y="12192"/>
                  </a:lnTo>
                  <a:lnTo>
                    <a:pt x="0" y="10668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10668" y="0"/>
                  </a:lnTo>
                  <a:lnTo>
                    <a:pt x="12287" y="1524"/>
                  </a:lnTo>
                  <a:lnTo>
                    <a:pt x="13811" y="3048"/>
                  </a:lnTo>
                  <a:lnTo>
                    <a:pt x="13811" y="10668"/>
                  </a:lnTo>
                  <a:lnTo>
                    <a:pt x="12287" y="12192"/>
                  </a:lnTo>
                  <a:close/>
                </a:path>
                <a:path w="13970" h="62864">
                  <a:moveTo>
                    <a:pt x="9144" y="13716"/>
                  </a:moveTo>
                  <a:lnTo>
                    <a:pt x="4572" y="13716"/>
                  </a:lnTo>
                  <a:lnTo>
                    <a:pt x="3048" y="12192"/>
                  </a:lnTo>
                  <a:lnTo>
                    <a:pt x="10668" y="12192"/>
                  </a:lnTo>
                  <a:lnTo>
                    <a:pt x="9144" y="13716"/>
                  </a:lnTo>
                  <a:close/>
                </a:path>
                <a:path w="13970" h="62864">
                  <a:moveTo>
                    <a:pt x="10668" y="62579"/>
                  </a:moveTo>
                  <a:lnTo>
                    <a:pt x="3048" y="62579"/>
                  </a:lnTo>
                  <a:lnTo>
                    <a:pt x="0" y="59531"/>
                  </a:lnTo>
                  <a:lnTo>
                    <a:pt x="0" y="51911"/>
                  </a:lnTo>
                  <a:lnTo>
                    <a:pt x="3048" y="48863"/>
                  </a:lnTo>
                  <a:lnTo>
                    <a:pt x="10668" y="48863"/>
                  </a:lnTo>
                  <a:lnTo>
                    <a:pt x="12287" y="50387"/>
                  </a:lnTo>
                  <a:lnTo>
                    <a:pt x="13811" y="51911"/>
                  </a:lnTo>
                  <a:lnTo>
                    <a:pt x="13811" y="59531"/>
                  </a:lnTo>
                  <a:lnTo>
                    <a:pt x="12287" y="61055"/>
                  </a:lnTo>
                  <a:lnTo>
                    <a:pt x="10668" y="62579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3" name="object 3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236041" y="6257544"/>
            <a:ext cx="74771" cy="808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85559" y="745718"/>
            <a:ext cx="424180" cy="116205"/>
          </a:xfrm>
          <a:custGeom>
            <a:avLst/>
            <a:gdLst/>
            <a:ahLst/>
            <a:cxnLst/>
            <a:rect l="l" t="t" r="r" b="b"/>
            <a:pathLst>
              <a:path w="424180" h="116205">
                <a:moveTo>
                  <a:pt x="111353" y="9144"/>
                </a:moveTo>
                <a:lnTo>
                  <a:pt x="68580" y="9144"/>
                </a:lnTo>
                <a:lnTo>
                  <a:pt x="67056" y="4572"/>
                </a:lnTo>
                <a:lnTo>
                  <a:pt x="65532" y="1524"/>
                </a:lnTo>
                <a:lnTo>
                  <a:pt x="65532" y="0"/>
                </a:lnTo>
                <a:lnTo>
                  <a:pt x="45720" y="1524"/>
                </a:lnTo>
                <a:lnTo>
                  <a:pt x="47244" y="3048"/>
                </a:lnTo>
                <a:lnTo>
                  <a:pt x="47244" y="6096"/>
                </a:lnTo>
                <a:lnTo>
                  <a:pt x="48768" y="9144"/>
                </a:lnTo>
                <a:lnTo>
                  <a:pt x="4572" y="9144"/>
                </a:lnTo>
                <a:lnTo>
                  <a:pt x="4572" y="27432"/>
                </a:lnTo>
                <a:lnTo>
                  <a:pt x="19812" y="27432"/>
                </a:lnTo>
                <a:lnTo>
                  <a:pt x="19812" y="19812"/>
                </a:lnTo>
                <a:lnTo>
                  <a:pt x="96113" y="19812"/>
                </a:lnTo>
                <a:lnTo>
                  <a:pt x="96113" y="27432"/>
                </a:lnTo>
                <a:lnTo>
                  <a:pt x="111353" y="27432"/>
                </a:lnTo>
                <a:lnTo>
                  <a:pt x="111353" y="19812"/>
                </a:lnTo>
                <a:lnTo>
                  <a:pt x="111353" y="9144"/>
                </a:lnTo>
                <a:close/>
              </a:path>
              <a:path w="424180" h="116205">
                <a:moveTo>
                  <a:pt x="114401" y="28956"/>
                </a:moveTo>
                <a:lnTo>
                  <a:pt x="76200" y="28956"/>
                </a:lnTo>
                <a:lnTo>
                  <a:pt x="76200" y="41148"/>
                </a:lnTo>
                <a:lnTo>
                  <a:pt x="73152" y="44196"/>
                </a:lnTo>
                <a:lnTo>
                  <a:pt x="68580" y="47332"/>
                </a:lnTo>
                <a:lnTo>
                  <a:pt x="64008" y="50380"/>
                </a:lnTo>
                <a:lnTo>
                  <a:pt x="41148" y="45808"/>
                </a:lnTo>
                <a:lnTo>
                  <a:pt x="45720" y="41148"/>
                </a:lnTo>
                <a:lnTo>
                  <a:pt x="76200" y="41148"/>
                </a:lnTo>
                <a:lnTo>
                  <a:pt x="76200" y="28956"/>
                </a:lnTo>
                <a:lnTo>
                  <a:pt x="54864" y="28956"/>
                </a:lnTo>
                <a:lnTo>
                  <a:pt x="59436" y="24384"/>
                </a:lnTo>
                <a:lnTo>
                  <a:pt x="41148" y="21336"/>
                </a:lnTo>
                <a:lnTo>
                  <a:pt x="39624" y="24384"/>
                </a:lnTo>
                <a:lnTo>
                  <a:pt x="35052" y="28956"/>
                </a:lnTo>
                <a:lnTo>
                  <a:pt x="3048" y="28956"/>
                </a:lnTo>
                <a:lnTo>
                  <a:pt x="3048" y="41148"/>
                </a:lnTo>
                <a:lnTo>
                  <a:pt x="27432" y="41148"/>
                </a:lnTo>
                <a:lnTo>
                  <a:pt x="24384" y="44196"/>
                </a:lnTo>
                <a:lnTo>
                  <a:pt x="21336" y="47332"/>
                </a:lnTo>
                <a:lnTo>
                  <a:pt x="16764" y="51904"/>
                </a:lnTo>
                <a:lnTo>
                  <a:pt x="25908" y="53428"/>
                </a:lnTo>
                <a:lnTo>
                  <a:pt x="33528" y="54952"/>
                </a:lnTo>
                <a:lnTo>
                  <a:pt x="6096" y="59524"/>
                </a:lnTo>
                <a:lnTo>
                  <a:pt x="9144" y="64096"/>
                </a:lnTo>
                <a:lnTo>
                  <a:pt x="12192" y="73240"/>
                </a:lnTo>
                <a:lnTo>
                  <a:pt x="28460" y="70942"/>
                </a:lnTo>
                <a:lnTo>
                  <a:pt x="42862" y="68478"/>
                </a:lnTo>
                <a:lnTo>
                  <a:pt x="55270" y="65747"/>
                </a:lnTo>
                <a:lnTo>
                  <a:pt x="65532" y="62572"/>
                </a:lnTo>
                <a:lnTo>
                  <a:pt x="74688" y="64884"/>
                </a:lnTo>
                <a:lnTo>
                  <a:pt x="83832" y="67335"/>
                </a:lnTo>
                <a:lnTo>
                  <a:pt x="93014" y="70078"/>
                </a:lnTo>
                <a:lnTo>
                  <a:pt x="102209" y="73240"/>
                </a:lnTo>
                <a:lnTo>
                  <a:pt x="108140" y="62572"/>
                </a:lnTo>
                <a:lnTo>
                  <a:pt x="109829" y="59524"/>
                </a:lnTo>
                <a:lnTo>
                  <a:pt x="82296" y="53428"/>
                </a:lnTo>
                <a:lnTo>
                  <a:pt x="86868" y="50380"/>
                </a:lnTo>
                <a:lnTo>
                  <a:pt x="89916" y="45808"/>
                </a:lnTo>
                <a:lnTo>
                  <a:pt x="94589" y="41148"/>
                </a:lnTo>
                <a:lnTo>
                  <a:pt x="114401" y="41148"/>
                </a:lnTo>
                <a:lnTo>
                  <a:pt x="114401" y="28956"/>
                </a:lnTo>
                <a:close/>
              </a:path>
              <a:path w="424180" h="116205">
                <a:moveTo>
                  <a:pt x="117449" y="100672"/>
                </a:moveTo>
                <a:lnTo>
                  <a:pt x="105460" y="98348"/>
                </a:lnTo>
                <a:lnTo>
                  <a:pt x="94729" y="95719"/>
                </a:lnTo>
                <a:lnTo>
                  <a:pt x="91401" y="94576"/>
                </a:lnTo>
                <a:lnTo>
                  <a:pt x="85432" y="92532"/>
                </a:lnTo>
                <a:lnTo>
                  <a:pt x="77724" y="88480"/>
                </a:lnTo>
                <a:lnTo>
                  <a:pt x="114401" y="88480"/>
                </a:lnTo>
                <a:lnTo>
                  <a:pt x="114401" y="76288"/>
                </a:lnTo>
                <a:lnTo>
                  <a:pt x="65532" y="76288"/>
                </a:lnTo>
                <a:lnTo>
                  <a:pt x="65532" y="67144"/>
                </a:lnTo>
                <a:lnTo>
                  <a:pt x="50292" y="67144"/>
                </a:lnTo>
                <a:lnTo>
                  <a:pt x="50292" y="76288"/>
                </a:lnTo>
                <a:lnTo>
                  <a:pt x="3048" y="76288"/>
                </a:lnTo>
                <a:lnTo>
                  <a:pt x="3048" y="88480"/>
                </a:lnTo>
                <a:lnTo>
                  <a:pt x="38100" y="88480"/>
                </a:lnTo>
                <a:lnTo>
                  <a:pt x="29794" y="92748"/>
                </a:lnTo>
                <a:lnTo>
                  <a:pt x="20764" y="96291"/>
                </a:lnTo>
                <a:lnTo>
                  <a:pt x="10883" y="98983"/>
                </a:lnTo>
                <a:lnTo>
                  <a:pt x="0" y="100672"/>
                </a:lnTo>
                <a:lnTo>
                  <a:pt x="3048" y="105244"/>
                </a:lnTo>
                <a:lnTo>
                  <a:pt x="6096" y="114388"/>
                </a:lnTo>
                <a:lnTo>
                  <a:pt x="19227" y="110655"/>
                </a:lnTo>
                <a:lnTo>
                  <a:pt x="31051" y="106197"/>
                </a:lnTo>
                <a:lnTo>
                  <a:pt x="41465" y="100888"/>
                </a:lnTo>
                <a:lnTo>
                  <a:pt x="50292" y="94576"/>
                </a:lnTo>
                <a:lnTo>
                  <a:pt x="50292" y="115912"/>
                </a:lnTo>
                <a:lnTo>
                  <a:pt x="65532" y="115912"/>
                </a:lnTo>
                <a:lnTo>
                  <a:pt x="65532" y="94576"/>
                </a:lnTo>
                <a:lnTo>
                  <a:pt x="75018" y="100888"/>
                </a:lnTo>
                <a:lnTo>
                  <a:pt x="85356" y="106197"/>
                </a:lnTo>
                <a:lnTo>
                  <a:pt x="96862" y="110655"/>
                </a:lnTo>
                <a:lnTo>
                  <a:pt x="109829" y="114388"/>
                </a:lnTo>
                <a:lnTo>
                  <a:pt x="114401" y="105244"/>
                </a:lnTo>
                <a:lnTo>
                  <a:pt x="117449" y="100672"/>
                </a:lnTo>
                <a:close/>
              </a:path>
              <a:path w="424180" h="116205">
                <a:moveTo>
                  <a:pt x="160121" y="3048"/>
                </a:moveTo>
                <a:lnTo>
                  <a:pt x="146405" y="0"/>
                </a:lnTo>
                <a:lnTo>
                  <a:pt x="142684" y="13690"/>
                </a:lnTo>
                <a:lnTo>
                  <a:pt x="138341" y="27432"/>
                </a:lnTo>
                <a:lnTo>
                  <a:pt x="133540" y="40551"/>
                </a:lnTo>
                <a:lnTo>
                  <a:pt x="128117" y="53428"/>
                </a:lnTo>
                <a:lnTo>
                  <a:pt x="129641" y="62572"/>
                </a:lnTo>
                <a:lnTo>
                  <a:pt x="131165" y="70192"/>
                </a:lnTo>
                <a:lnTo>
                  <a:pt x="132689" y="74764"/>
                </a:lnTo>
                <a:lnTo>
                  <a:pt x="134213" y="70192"/>
                </a:lnTo>
                <a:lnTo>
                  <a:pt x="140309" y="61048"/>
                </a:lnTo>
                <a:lnTo>
                  <a:pt x="140309" y="114388"/>
                </a:lnTo>
                <a:lnTo>
                  <a:pt x="154025" y="114388"/>
                </a:lnTo>
                <a:lnTo>
                  <a:pt x="154025" y="61048"/>
                </a:lnTo>
                <a:lnTo>
                  <a:pt x="154025" y="25908"/>
                </a:lnTo>
                <a:lnTo>
                  <a:pt x="157073" y="10668"/>
                </a:lnTo>
                <a:lnTo>
                  <a:pt x="160121" y="3048"/>
                </a:lnTo>
                <a:close/>
              </a:path>
              <a:path w="424180" h="116205">
                <a:moveTo>
                  <a:pt x="201269" y="6096"/>
                </a:moveTo>
                <a:lnTo>
                  <a:pt x="160121" y="6096"/>
                </a:lnTo>
                <a:lnTo>
                  <a:pt x="160121" y="19812"/>
                </a:lnTo>
                <a:lnTo>
                  <a:pt x="167741" y="19812"/>
                </a:lnTo>
                <a:lnTo>
                  <a:pt x="165163" y="30975"/>
                </a:lnTo>
                <a:lnTo>
                  <a:pt x="162026" y="41579"/>
                </a:lnTo>
                <a:lnTo>
                  <a:pt x="158305" y="51612"/>
                </a:lnTo>
                <a:lnTo>
                  <a:pt x="154025" y="61048"/>
                </a:lnTo>
                <a:lnTo>
                  <a:pt x="157073" y="67144"/>
                </a:lnTo>
                <a:lnTo>
                  <a:pt x="160121" y="71716"/>
                </a:lnTo>
                <a:lnTo>
                  <a:pt x="161645" y="76288"/>
                </a:lnTo>
                <a:lnTo>
                  <a:pt x="164693" y="70192"/>
                </a:lnTo>
                <a:lnTo>
                  <a:pt x="166217" y="68668"/>
                </a:lnTo>
                <a:lnTo>
                  <a:pt x="170789" y="71716"/>
                </a:lnTo>
                <a:lnTo>
                  <a:pt x="173837" y="74764"/>
                </a:lnTo>
                <a:lnTo>
                  <a:pt x="176885" y="79336"/>
                </a:lnTo>
                <a:lnTo>
                  <a:pt x="172910" y="86156"/>
                </a:lnTo>
                <a:lnTo>
                  <a:pt x="167932" y="92671"/>
                </a:lnTo>
                <a:lnTo>
                  <a:pt x="162102" y="98628"/>
                </a:lnTo>
                <a:lnTo>
                  <a:pt x="155549" y="103720"/>
                </a:lnTo>
                <a:lnTo>
                  <a:pt x="163169" y="111340"/>
                </a:lnTo>
                <a:lnTo>
                  <a:pt x="191554" y="82575"/>
                </a:lnTo>
                <a:lnTo>
                  <a:pt x="196494" y="64096"/>
                </a:lnTo>
                <a:lnTo>
                  <a:pt x="197726" y="59512"/>
                </a:lnTo>
                <a:lnTo>
                  <a:pt x="197827" y="58000"/>
                </a:lnTo>
                <a:lnTo>
                  <a:pt x="197942" y="56476"/>
                </a:lnTo>
                <a:lnTo>
                  <a:pt x="198729" y="45808"/>
                </a:lnTo>
                <a:lnTo>
                  <a:pt x="199745" y="32004"/>
                </a:lnTo>
                <a:lnTo>
                  <a:pt x="186029" y="32004"/>
                </a:lnTo>
                <a:lnTo>
                  <a:pt x="186029" y="45808"/>
                </a:lnTo>
                <a:lnTo>
                  <a:pt x="186029" y="51904"/>
                </a:lnTo>
                <a:lnTo>
                  <a:pt x="182981" y="64096"/>
                </a:lnTo>
                <a:lnTo>
                  <a:pt x="179933" y="61048"/>
                </a:lnTo>
                <a:lnTo>
                  <a:pt x="175361" y="58000"/>
                </a:lnTo>
                <a:lnTo>
                  <a:pt x="172313" y="56476"/>
                </a:lnTo>
                <a:lnTo>
                  <a:pt x="173837" y="51904"/>
                </a:lnTo>
                <a:lnTo>
                  <a:pt x="175361" y="48856"/>
                </a:lnTo>
                <a:lnTo>
                  <a:pt x="175361" y="45808"/>
                </a:lnTo>
                <a:lnTo>
                  <a:pt x="186029" y="45808"/>
                </a:lnTo>
                <a:lnTo>
                  <a:pt x="186029" y="32004"/>
                </a:lnTo>
                <a:lnTo>
                  <a:pt x="179933" y="32004"/>
                </a:lnTo>
                <a:lnTo>
                  <a:pt x="180022" y="27254"/>
                </a:lnTo>
                <a:lnTo>
                  <a:pt x="181457" y="24384"/>
                </a:lnTo>
                <a:lnTo>
                  <a:pt x="181457" y="19812"/>
                </a:lnTo>
                <a:lnTo>
                  <a:pt x="201269" y="19812"/>
                </a:lnTo>
                <a:lnTo>
                  <a:pt x="201269" y="6096"/>
                </a:lnTo>
                <a:close/>
              </a:path>
              <a:path w="424180" h="116205">
                <a:moveTo>
                  <a:pt x="218033" y="10668"/>
                </a:moveTo>
                <a:lnTo>
                  <a:pt x="205841" y="10668"/>
                </a:lnTo>
                <a:lnTo>
                  <a:pt x="205841" y="88480"/>
                </a:lnTo>
                <a:lnTo>
                  <a:pt x="218033" y="88480"/>
                </a:lnTo>
                <a:lnTo>
                  <a:pt x="218033" y="10668"/>
                </a:lnTo>
                <a:close/>
              </a:path>
              <a:path w="424180" h="116205">
                <a:moveTo>
                  <a:pt x="240982" y="1524"/>
                </a:moveTo>
                <a:lnTo>
                  <a:pt x="225653" y="1524"/>
                </a:lnTo>
                <a:lnTo>
                  <a:pt x="225653" y="96100"/>
                </a:lnTo>
                <a:lnTo>
                  <a:pt x="224129" y="97624"/>
                </a:lnTo>
                <a:lnTo>
                  <a:pt x="205841" y="97624"/>
                </a:lnTo>
                <a:lnTo>
                  <a:pt x="208889" y="109816"/>
                </a:lnTo>
                <a:lnTo>
                  <a:pt x="208889" y="114388"/>
                </a:lnTo>
                <a:lnTo>
                  <a:pt x="227177" y="114388"/>
                </a:lnTo>
                <a:lnTo>
                  <a:pt x="231838" y="112864"/>
                </a:lnTo>
                <a:lnTo>
                  <a:pt x="234886" y="111340"/>
                </a:lnTo>
                <a:lnTo>
                  <a:pt x="236410" y="108292"/>
                </a:lnTo>
                <a:lnTo>
                  <a:pt x="239458" y="105244"/>
                </a:lnTo>
                <a:lnTo>
                  <a:pt x="240982" y="102196"/>
                </a:lnTo>
                <a:lnTo>
                  <a:pt x="240982" y="1524"/>
                </a:lnTo>
                <a:close/>
              </a:path>
              <a:path w="424180" h="116205">
                <a:moveTo>
                  <a:pt x="358330" y="48856"/>
                </a:moveTo>
                <a:lnTo>
                  <a:pt x="271462" y="48856"/>
                </a:lnTo>
                <a:lnTo>
                  <a:pt x="271462" y="65620"/>
                </a:lnTo>
                <a:lnTo>
                  <a:pt x="358330" y="65620"/>
                </a:lnTo>
                <a:lnTo>
                  <a:pt x="358330" y="48856"/>
                </a:lnTo>
                <a:close/>
              </a:path>
              <a:path w="424180" h="116205">
                <a:moveTo>
                  <a:pt x="364426" y="9144"/>
                </a:moveTo>
                <a:lnTo>
                  <a:pt x="265366" y="9144"/>
                </a:lnTo>
                <a:lnTo>
                  <a:pt x="265366" y="27432"/>
                </a:lnTo>
                <a:lnTo>
                  <a:pt x="364426" y="27432"/>
                </a:lnTo>
                <a:lnTo>
                  <a:pt x="364426" y="9144"/>
                </a:lnTo>
                <a:close/>
              </a:path>
              <a:path w="424180" h="116205">
                <a:moveTo>
                  <a:pt x="372046" y="91528"/>
                </a:moveTo>
                <a:lnTo>
                  <a:pt x="259270" y="91528"/>
                </a:lnTo>
                <a:lnTo>
                  <a:pt x="259270" y="108292"/>
                </a:lnTo>
                <a:lnTo>
                  <a:pt x="372046" y="108292"/>
                </a:lnTo>
                <a:lnTo>
                  <a:pt x="372046" y="91528"/>
                </a:lnTo>
                <a:close/>
              </a:path>
              <a:path w="424180" h="116205">
                <a:moveTo>
                  <a:pt x="423964" y="86956"/>
                </a:moveTo>
                <a:lnTo>
                  <a:pt x="420916" y="85432"/>
                </a:lnTo>
                <a:lnTo>
                  <a:pt x="419392" y="82384"/>
                </a:lnTo>
                <a:lnTo>
                  <a:pt x="408724" y="82384"/>
                </a:lnTo>
                <a:lnTo>
                  <a:pt x="402628" y="88480"/>
                </a:lnTo>
                <a:lnTo>
                  <a:pt x="402628" y="94576"/>
                </a:lnTo>
                <a:lnTo>
                  <a:pt x="404152" y="96100"/>
                </a:lnTo>
                <a:lnTo>
                  <a:pt x="405676" y="99148"/>
                </a:lnTo>
                <a:lnTo>
                  <a:pt x="408724" y="100672"/>
                </a:lnTo>
                <a:lnTo>
                  <a:pt x="410248" y="102196"/>
                </a:lnTo>
                <a:lnTo>
                  <a:pt x="416344" y="102196"/>
                </a:lnTo>
                <a:lnTo>
                  <a:pt x="419392" y="100672"/>
                </a:lnTo>
                <a:lnTo>
                  <a:pt x="423964" y="96100"/>
                </a:lnTo>
                <a:lnTo>
                  <a:pt x="423964" y="86956"/>
                </a:lnTo>
                <a:close/>
              </a:path>
              <a:path w="424180" h="116205">
                <a:moveTo>
                  <a:pt x="423964" y="38100"/>
                </a:moveTo>
                <a:lnTo>
                  <a:pt x="420916" y="36576"/>
                </a:lnTo>
                <a:lnTo>
                  <a:pt x="419392" y="35052"/>
                </a:lnTo>
                <a:lnTo>
                  <a:pt x="416344" y="33528"/>
                </a:lnTo>
                <a:lnTo>
                  <a:pt x="410248" y="33528"/>
                </a:lnTo>
                <a:lnTo>
                  <a:pt x="408724" y="35052"/>
                </a:lnTo>
                <a:lnTo>
                  <a:pt x="405676" y="36576"/>
                </a:lnTo>
                <a:lnTo>
                  <a:pt x="404152" y="39624"/>
                </a:lnTo>
                <a:lnTo>
                  <a:pt x="402628" y="41148"/>
                </a:lnTo>
                <a:lnTo>
                  <a:pt x="402628" y="47332"/>
                </a:lnTo>
                <a:lnTo>
                  <a:pt x="408724" y="53428"/>
                </a:lnTo>
                <a:lnTo>
                  <a:pt x="419392" y="53428"/>
                </a:lnTo>
                <a:lnTo>
                  <a:pt x="420916" y="50380"/>
                </a:lnTo>
                <a:lnTo>
                  <a:pt x="423964" y="48856"/>
                </a:lnTo>
                <a:lnTo>
                  <a:pt x="423964" y="38100"/>
                </a:lnTo>
                <a:close/>
              </a:path>
            </a:pathLst>
          </a:custGeom>
          <a:solidFill>
            <a:srgbClr val="05956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637" y="745712"/>
            <a:ext cx="1505140" cy="117443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568540" y="988313"/>
            <a:ext cx="840740" cy="283845"/>
          </a:xfrm>
          <a:custGeom>
            <a:avLst/>
            <a:gdLst/>
            <a:ahLst/>
            <a:cxnLst/>
            <a:rect l="l" t="t" r="r" b="b"/>
            <a:pathLst>
              <a:path w="840740" h="283844">
                <a:moveTo>
                  <a:pt x="231838" y="35052"/>
                </a:moveTo>
                <a:lnTo>
                  <a:pt x="190690" y="35052"/>
                </a:lnTo>
                <a:lnTo>
                  <a:pt x="190690" y="71628"/>
                </a:lnTo>
                <a:lnTo>
                  <a:pt x="190690" y="100685"/>
                </a:lnTo>
                <a:lnTo>
                  <a:pt x="190690" y="135737"/>
                </a:lnTo>
                <a:lnTo>
                  <a:pt x="190690" y="163169"/>
                </a:lnTo>
                <a:lnTo>
                  <a:pt x="190690" y="198310"/>
                </a:lnTo>
                <a:lnTo>
                  <a:pt x="190690" y="227266"/>
                </a:lnTo>
                <a:lnTo>
                  <a:pt x="41148" y="227266"/>
                </a:lnTo>
                <a:lnTo>
                  <a:pt x="41148" y="198310"/>
                </a:lnTo>
                <a:lnTo>
                  <a:pt x="190690" y="198310"/>
                </a:lnTo>
                <a:lnTo>
                  <a:pt x="190690" y="163169"/>
                </a:lnTo>
                <a:lnTo>
                  <a:pt x="41148" y="163169"/>
                </a:lnTo>
                <a:lnTo>
                  <a:pt x="41148" y="135737"/>
                </a:lnTo>
                <a:lnTo>
                  <a:pt x="190690" y="135737"/>
                </a:lnTo>
                <a:lnTo>
                  <a:pt x="190690" y="100685"/>
                </a:lnTo>
                <a:lnTo>
                  <a:pt x="41148" y="100685"/>
                </a:lnTo>
                <a:lnTo>
                  <a:pt x="41148" y="71628"/>
                </a:lnTo>
                <a:lnTo>
                  <a:pt x="190690" y="71628"/>
                </a:lnTo>
                <a:lnTo>
                  <a:pt x="190690" y="35052"/>
                </a:lnTo>
                <a:lnTo>
                  <a:pt x="123545" y="35052"/>
                </a:lnTo>
                <a:lnTo>
                  <a:pt x="134213" y="6096"/>
                </a:lnTo>
                <a:lnTo>
                  <a:pt x="86956" y="0"/>
                </a:lnTo>
                <a:lnTo>
                  <a:pt x="85559" y="8051"/>
                </a:lnTo>
                <a:lnTo>
                  <a:pt x="83718" y="16383"/>
                </a:lnTo>
                <a:lnTo>
                  <a:pt x="81610" y="25298"/>
                </a:lnTo>
                <a:lnTo>
                  <a:pt x="79336" y="35052"/>
                </a:lnTo>
                <a:lnTo>
                  <a:pt x="0" y="35052"/>
                </a:lnTo>
                <a:lnTo>
                  <a:pt x="0" y="282232"/>
                </a:lnTo>
                <a:lnTo>
                  <a:pt x="41148" y="282232"/>
                </a:lnTo>
                <a:lnTo>
                  <a:pt x="41148" y="263842"/>
                </a:lnTo>
                <a:lnTo>
                  <a:pt x="190690" y="263842"/>
                </a:lnTo>
                <a:lnTo>
                  <a:pt x="190690" y="280708"/>
                </a:lnTo>
                <a:lnTo>
                  <a:pt x="231838" y="280708"/>
                </a:lnTo>
                <a:lnTo>
                  <a:pt x="231838" y="263842"/>
                </a:lnTo>
                <a:lnTo>
                  <a:pt x="231838" y="227266"/>
                </a:lnTo>
                <a:lnTo>
                  <a:pt x="231838" y="71628"/>
                </a:lnTo>
                <a:lnTo>
                  <a:pt x="231838" y="35052"/>
                </a:lnTo>
                <a:close/>
              </a:path>
              <a:path w="840740" h="283844">
                <a:moveTo>
                  <a:pt x="388899" y="21336"/>
                </a:moveTo>
                <a:lnTo>
                  <a:pt x="279082" y="21336"/>
                </a:lnTo>
                <a:lnTo>
                  <a:pt x="279082" y="57912"/>
                </a:lnTo>
                <a:lnTo>
                  <a:pt x="388899" y="57912"/>
                </a:lnTo>
                <a:lnTo>
                  <a:pt x="388899" y="21336"/>
                </a:lnTo>
                <a:close/>
              </a:path>
              <a:path w="840740" h="283844">
                <a:moveTo>
                  <a:pt x="536829" y="48768"/>
                </a:moveTo>
                <a:lnTo>
                  <a:pt x="462153" y="48768"/>
                </a:lnTo>
                <a:lnTo>
                  <a:pt x="462153" y="0"/>
                </a:lnTo>
                <a:lnTo>
                  <a:pt x="423951" y="0"/>
                </a:lnTo>
                <a:lnTo>
                  <a:pt x="423951" y="48768"/>
                </a:lnTo>
                <a:lnTo>
                  <a:pt x="393471" y="48768"/>
                </a:lnTo>
                <a:lnTo>
                  <a:pt x="393471" y="86969"/>
                </a:lnTo>
                <a:lnTo>
                  <a:pt x="422427" y="86969"/>
                </a:lnTo>
                <a:lnTo>
                  <a:pt x="422363" y="93065"/>
                </a:lnTo>
                <a:lnTo>
                  <a:pt x="421932" y="130162"/>
                </a:lnTo>
                <a:lnTo>
                  <a:pt x="418426" y="166077"/>
                </a:lnTo>
                <a:lnTo>
                  <a:pt x="412356" y="194843"/>
                </a:lnTo>
                <a:lnTo>
                  <a:pt x="404139" y="216598"/>
                </a:lnTo>
                <a:lnTo>
                  <a:pt x="400900" y="208965"/>
                </a:lnTo>
                <a:lnTo>
                  <a:pt x="400824" y="208788"/>
                </a:lnTo>
                <a:lnTo>
                  <a:pt x="373659" y="144881"/>
                </a:lnTo>
                <a:lnTo>
                  <a:pt x="341655" y="154025"/>
                </a:lnTo>
                <a:lnTo>
                  <a:pt x="347116" y="166878"/>
                </a:lnTo>
                <a:lnTo>
                  <a:pt x="352132" y="180174"/>
                </a:lnTo>
                <a:lnTo>
                  <a:pt x="356882" y="193751"/>
                </a:lnTo>
                <a:lnTo>
                  <a:pt x="361467" y="207454"/>
                </a:lnTo>
                <a:lnTo>
                  <a:pt x="350901" y="208343"/>
                </a:lnTo>
                <a:lnTo>
                  <a:pt x="339750" y="208788"/>
                </a:lnTo>
                <a:lnTo>
                  <a:pt x="328002" y="208965"/>
                </a:lnTo>
                <a:lnTo>
                  <a:pt x="315671" y="208965"/>
                </a:lnTo>
                <a:lnTo>
                  <a:pt x="315722" y="208788"/>
                </a:lnTo>
                <a:lnTo>
                  <a:pt x="322072" y="190931"/>
                </a:lnTo>
                <a:lnTo>
                  <a:pt x="329463" y="169887"/>
                </a:lnTo>
                <a:lnTo>
                  <a:pt x="336321" y="149974"/>
                </a:lnTo>
                <a:lnTo>
                  <a:pt x="343179" y="129641"/>
                </a:lnTo>
                <a:lnTo>
                  <a:pt x="398043" y="129641"/>
                </a:lnTo>
                <a:lnTo>
                  <a:pt x="398043" y="93065"/>
                </a:lnTo>
                <a:lnTo>
                  <a:pt x="266890" y="93065"/>
                </a:lnTo>
                <a:lnTo>
                  <a:pt x="266890" y="129641"/>
                </a:lnTo>
                <a:lnTo>
                  <a:pt x="301942" y="129641"/>
                </a:lnTo>
                <a:lnTo>
                  <a:pt x="291934" y="164528"/>
                </a:lnTo>
                <a:lnTo>
                  <a:pt x="282511" y="191262"/>
                </a:lnTo>
                <a:lnTo>
                  <a:pt x="273646" y="209677"/>
                </a:lnTo>
                <a:lnTo>
                  <a:pt x="265366" y="219646"/>
                </a:lnTo>
                <a:lnTo>
                  <a:pt x="283654" y="253174"/>
                </a:lnTo>
                <a:lnTo>
                  <a:pt x="388899" y="240982"/>
                </a:lnTo>
                <a:lnTo>
                  <a:pt x="379755" y="253174"/>
                </a:lnTo>
                <a:lnTo>
                  <a:pt x="373659" y="259270"/>
                </a:lnTo>
                <a:lnTo>
                  <a:pt x="382790" y="265036"/>
                </a:lnTo>
                <a:lnTo>
                  <a:pt x="391756" y="270941"/>
                </a:lnTo>
                <a:lnTo>
                  <a:pt x="400456" y="277139"/>
                </a:lnTo>
                <a:lnTo>
                  <a:pt x="408711" y="283756"/>
                </a:lnTo>
                <a:lnTo>
                  <a:pt x="418223" y="272021"/>
                </a:lnTo>
                <a:lnTo>
                  <a:pt x="426427" y="259702"/>
                </a:lnTo>
                <a:lnTo>
                  <a:pt x="433793" y="246811"/>
                </a:lnTo>
                <a:lnTo>
                  <a:pt x="436791" y="240982"/>
                </a:lnTo>
                <a:lnTo>
                  <a:pt x="440715" y="233362"/>
                </a:lnTo>
                <a:lnTo>
                  <a:pt x="445884" y="219417"/>
                </a:lnTo>
                <a:lnTo>
                  <a:pt x="446709" y="216598"/>
                </a:lnTo>
                <a:lnTo>
                  <a:pt x="450062" y="205168"/>
                </a:lnTo>
                <a:lnTo>
                  <a:pt x="458050" y="161163"/>
                </a:lnTo>
                <a:lnTo>
                  <a:pt x="460336" y="116446"/>
                </a:lnTo>
                <a:lnTo>
                  <a:pt x="460629" y="86969"/>
                </a:lnTo>
                <a:lnTo>
                  <a:pt x="497205" y="86969"/>
                </a:lnTo>
                <a:lnTo>
                  <a:pt x="497154" y="116446"/>
                </a:lnTo>
                <a:lnTo>
                  <a:pt x="497065" y="130162"/>
                </a:lnTo>
                <a:lnTo>
                  <a:pt x="496938" y="141084"/>
                </a:lnTo>
                <a:lnTo>
                  <a:pt x="496862" y="144881"/>
                </a:lnTo>
                <a:lnTo>
                  <a:pt x="496760" y="149974"/>
                </a:lnTo>
                <a:lnTo>
                  <a:pt x="496671" y="154025"/>
                </a:lnTo>
                <a:lnTo>
                  <a:pt x="496557" y="159664"/>
                </a:lnTo>
                <a:lnTo>
                  <a:pt x="496493" y="161163"/>
                </a:lnTo>
                <a:lnTo>
                  <a:pt x="495681" y="180022"/>
                </a:lnTo>
                <a:lnTo>
                  <a:pt x="495655" y="196557"/>
                </a:lnTo>
                <a:lnTo>
                  <a:pt x="495541" y="205168"/>
                </a:lnTo>
                <a:lnTo>
                  <a:pt x="495427" y="210502"/>
                </a:lnTo>
                <a:lnTo>
                  <a:pt x="495033" y="218173"/>
                </a:lnTo>
                <a:lnTo>
                  <a:pt x="494157" y="222694"/>
                </a:lnTo>
                <a:lnTo>
                  <a:pt x="494157" y="227266"/>
                </a:lnTo>
                <a:lnTo>
                  <a:pt x="492633" y="230314"/>
                </a:lnTo>
                <a:lnTo>
                  <a:pt x="489585" y="233362"/>
                </a:lnTo>
                <a:lnTo>
                  <a:pt x="486537" y="234886"/>
                </a:lnTo>
                <a:lnTo>
                  <a:pt x="481965" y="236410"/>
                </a:lnTo>
                <a:lnTo>
                  <a:pt x="477393" y="236410"/>
                </a:lnTo>
                <a:lnTo>
                  <a:pt x="470242" y="236181"/>
                </a:lnTo>
                <a:lnTo>
                  <a:pt x="454202" y="235127"/>
                </a:lnTo>
                <a:lnTo>
                  <a:pt x="445287" y="234886"/>
                </a:lnTo>
                <a:lnTo>
                  <a:pt x="456057" y="277660"/>
                </a:lnTo>
                <a:lnTo>
                  <a:pt x="474624" y="277393"/>
                </a:lnTo>
                <a:lnTo>
                  <a:pt x="518541" y="270040"/>
                </a:lnTo>
                <a:lnTo>
                  <a:pt x="530796" y="249745"/>
                </a:lnTo>
                <a:lnTo>
                  <a:pt x="531634" y="245008"/>
                </a:lnTo>
                <a:lnTo>
                  <a:pt x="532269" y="236410"/>
                </a:lnTo>
                <a:lnTo>
                  <a:pt x="532307" y="235648"/>
                </a:lnTo>
                <a:lnTo>
                  <a:pt x="532434" y="233362"/>
                </a:lnTo>
                <a:lnTo>
                  <a:pt x="532879" y="225056"/>
                </a:lnTo>
                <a:lnTo>
                  <a:pt x="533781" y="210502"/>
                </a:lnTo>
                <a:lnTo>
                  <a:pt x="533882" y="205168"/>
                </a:lnTo>
                <a:lnTo>
                  <a:pt x="536829" y="48768"/>
                </a:lnTo>
                <a:close/>
              </a:path>
              <a:path w="840740" h="283844">
                <a:moveTo>
                  <a:pt x="666470" y="15240"/>
                </a:moveTo>
                <a:lnTo>
                  <a:pt x="626846" y="1524"/>
                </a:lnTo>
                <a:lnTo>
                  <a:pt x="613079" y="36982"/>
                </a:lnTo>
                <a:lnTo>
                  <a:pt x="596887" y="70154"/>
                </a:lnTo>
                <a:lnTo>
                  <a:pt x="578116" y="101053"/>
                </a:lnTo>
                <a:lnTo>
                  <a:pt x="556641" y="129641"/>
                </a:lnTo>
                <a:lnTo>
                  <a:pt x="559803" y="141363"/>
                </a:lnTo>
                <a:lnTo>
                  <a:pt x="562584" y="153835"/>
                </a:lnTo>
                <a:lnTo>
                  <a:pt x="564997" y="166547"/>
                </a:lnTo>
                <a:lnTo>
                  <a:pt x="567309" y="180022"/>
                </a:lnTo>
                <a:lnTo>
                  <a:pt x="575081" y="170789"/>
                </a:lnTo>
                <a:lnTo>
                  <a:pt x="582371" y="161658"/>
                </a:lnTo>
                <a:lnTo>
                  <a:pt x="589419" y="152501"/>
                </a:lnTo>
                <a:lnTo>
                  <a:pt x="596353" y="143357"/>
                </a:lnTo>
                <a:lnTo>
                  <a:pt x="596353" y="279184"/>
                </a:lnTo>
                <a:lnTo>
                  <a:pt x="637514" y="279184"/>
                </a:lnTo>
                <a:lnTo>
                  <a:pt x="637514" y="143357"/>
                </a:lnTo>
                <a:lnTo>
                  <a:pt x="637514" y="77724"/>
                </a:lnTo>
                <a:lnTo>
                  <a:pt x="645248" y="62611"/>
                </a:lnTo>
                <a:lnTo>
                  <a:pt x="652564" y="47053"/>
                </a:lnTo>
                <a:lnTo>
                  <a:pt x="659587" y="31229"/>
                </a:lnTo>
                <a:lnTo>
                  <a:pt x="666470" y="15240"/>
                </a:lnTo>
                <a:close/>
              </a:path>
              <a:path w="840740" h="283844">
                <a:moveTo>
                  <a:pt x="840295" y="183070"/>
                </a:moveTo>
                <a:lnTo>
                  <a:pt x="829957" y="180530"/>
                </a:lnTo>
                <a:lnTo>
                  <a:pt x="796099" y="170789"/>
                </a:lnTo>
                <a:lnTo>
                  <a:pt x="794931" y="191643"/>
                </a:lnTo>
                <a:lnTo>
                  <a:pt x="786955" y="233362"/>
                </a:lnTo>
                <a:lnTo>
                  <a:pt x="780859" y="236410"/>
                </a:lnTo>
                <a:lnTo>
                  <a:pt x="757999" y="236410"/>
                </a:lnTo>
                <a:lnTo>
                  <a:pt x="749998" y="235013"/>
                </a:lnTo>
                <a:lnTo>
                  <a:pt x="744283" y="230886"/>
                </a:lnTo>
                <a:lnTo>
                  <a:pt x="740854" y="224205"/>
                </a:lnTo>
                <a:lnTo>
                  <a:pt x="739711" y="215074"/>
                </a:lnTo>
                <a:lnTo>
                  <a:pt x="739711" y="187642"/>
                </a:lnTo>
                <a:lnTo>
                  <a:pt x="739711" y="157073"/>
                </a:lnTo>
                <a:lnTo>
                  <a:pt x="791337" y="114007"/>
                </a:lnTo>
                <a:lnTo>
                  <a:pt x="837247" y="68580"/>
                </a:lnTo>
                <a:lnTo>
                  <a:pt x="802195" y="41148"/>
                </a:lnTo>
                <a:lnTo>
                  <a:pt x="787285" y="57124"/>
                </a:lnTo>
                <a:lnTo>
                  <a:pt x="772096" y="72821"/>
                </a:lnTo>
                <a:lnTo>
                  <a:pt x="756335" y="87960"/>
                </a:lnTo>
                <a:lnTo>
                  <a:pt x="739711" y="102209"/>
                </a:lnTo>
                <a:lnTo>
                  <a:pt x="739711" y="3048"/>
                </a:lnTo>
                <a:lnTo>
                  <a:pt x="696950" y="3048"/>
                </a:lnTo>
                <a:lnTo>
                  <a:pt x="696950" y="135737"/>
                </a:lnTo>
                <a:lnTo>
                  <a:pt x="682967" y="144856"/>
                </a:lnTo>
                <a:lnTo>
                  <a:pt x="668566" y="153835"/>
                </a:lnTo>
                <a:lnTo>
                  <a:pt x="653872" y="162521"/>
                </a:lnTo>
                <a:lnTo>
                  <a:pt x="639038" y="170789"/>
                </a:lnTo>
                <a:lnTo>
                  <a:pt x="646480" y="181724"/>
                </a:lnTo>
                <a:lnTo>
                  <a:pt x="652945" y="191643"/>
                </a:lnTo>
                <a:lnTo>
                  <a:pt x="658533" y="200672"/>
                </a:lnTo>
                <a:lnTo>
                  <a:pt x="663422" y="208978"/>
                </a:lnTo>
                <a:lnTo>
                  <a:pt x="680758" y="198310"/>
                </a:lnTo>
                <a:lnTo>
                  <a:pt x="688924" y="193128"/>
                </a:lnTo>
                <a:lnTo>
                  <a:pt x="696950" y="187642"/>
                </a:lnTo>
                <a:lnTo>
                  <a:pt x="696950" y="225742"/>
                </a:lnTo>
                <a:lnTo>
                  <a:pt x="700112" y="248653"/>
                </a:lnTo>
                <a:lnTo>
                  <a:pt x="709714" y="264845"/>
                </a:lnTo>
                <a:lnTo>
                  <a:pt x="725919" y="274472"/>
                </a:lnTo>
                <a:lnTo>
                  <a:pt x="748855" y="277660"/>
                </a:lnTo>
                <a:lnTo>
                  <a:pt x="773239" y="277660"/>
                </a:lnTo>
                <a:lnTo>
                  <a:pt x="812863" y="268516"/>
                </a:lnTo>
                <a:lnTo>
                  <a:pt x="833437" y="231940"/>
                </a:lnTo>
                <a:lnTo>
                  <a:pt x="838009" y="202222"/>
                </a:lnTo>
                <a:lnTo>
                  <a:pt x="840295" y="183070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1901" y="1020317"/>
            <a:ext cx="1608963" cy="215074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3190113" y="986789"/>
            <a:ext cx="1447800" cy="285750"/>
          </a:xfrm>
          <a:custGeom>
            <a:avLst/>
            <a:gdLst/>
            <a:ahLst/>
            <a:cxnLst/>
            <a:rect l="l" t="t" r="r" b="b"/>
            <a:pathLst>
              <a:path w="1447800" h="285750">
                <a:moveTo>
                  <a:pt x="195262" y="172313"/>
                </a:moveTo>
                <a:lnTo>
                  <a:pt x="0" y="172313"/>
                </a:lnTo>
                <a:lnTo>
                  <a:pt x="0" y="210502"/>
                </a:lnTo>
                <a:lnTo>
                  <a:pt x="195262" y="210502"/>
                </a:lnTo>
                <a:lnTo>
                  <a:pt x="195262" y="172313"/>
                </a:lnTo>
                <a:close/>
              </a:path>
              <a:path w="1447800" h="285750">
                <a:moveTo>
                  <a:pt x="271462" y="36576"/>
                </a:moveTo>
                <a:lnTo>
                  <a:pt x="85432" y="36576"/>
                </a:lnTo>
                <a:lnTo>
                  <a:pt x="86956" y="4572"/>
                </a:lnTo>
                <a:lnTo>
                  <a:pt x="44284" y="4572"/>
                </a:lnTo>
                <a:lnTo>
                  <a:pt x="35140" y="143357"/>
                </a:lnTo>
                <a:lnTo>
                  <a:pt x="213550" y="143357"/>
                </a:lnTo>
                <a:lnTo>
                  <a:pt x="212407" y="170561"/>
                </a:lnTo>
                <a:lnTo>
                  <a:pt x="212305" y="172313"/>
                </a:lnTo>
                <a:lnTo>
                  <a:pt x="211264" y="192595"/>
                </a:lnTo>
                <a:lnTo>
                  <a:pt x="210121" y="209461"/>
                </a:lnTo>
                <a:lnTo>
                  <a:pt x="210007" y="210502"/>
                </a:lnTo>
                <a:lnTo>
                  <a:pt x="208978" y="221170"/>
                </a:lnTo>
                <a:lnTo>
                  <a:pt x="206121" y="229171"/>
                </a:lnTo>
                <a:lnTo>
                  <a:pt x="199834" y="234886"/>
                </a:lnTo>
                <a:lnTo>
                  <a:pt x="190119" y="238315"/>
                </a:lnTo>
                <a:lnTo>
                  <a:pt x="176974" y="239458"/>
                </a:lnTo>
                <a:lnTo>
                  <a:pt x="162979" y="239229"/>
                </a:lnTo>
                <a:lnTo>
                  <a:pt x="133807" y="238175"/>
                </a:lnTo>
                <a:lnTo>
                  <a:pt x="118960" y="237934"/>
                </a:lnTo>
                <a:lnTo>
                  <a:pt x="119075" y="238315"/>
                </a:lnTo>
                <a:lnTo>
                  <a:pt x="122123" y="249085"/>
                </a:lnTo>
                <a:lnTo>
                  <a:pt x="124866" y="259664"/>
                </a:lnTo>
                <a:lnTo>
                  <a:pt x="129628" y="279184"/>
                </a:lnTo>
                <a:lnTo>
                  <a:pt x="190690" y="279184"/>
                </a:lnTo>
                <a:lnTo>
                  <a:pt x="234886" y="265366"/>
                </a:lnTo>
                <a:lnTo>
                  <a:pt x="250202" y="239229"/>
                </a:lnTo>
                <a:lnTo>
                  <a:pt x="251167" y="236016"/>
                </a:lnTo>
                <a:lnTo>
                  <a:pt x="253174" y="221170"/>
                </a:lnTo>
                <a:lnTo>
                  <a:pt x="257746" y="106781"/>
                </a:lnTo>
                <a:lnTo>
                  <a:pt x="80860" y="106781"/>
                </a:lnTo>
                <a:lnTo>
                  <a:pt x="82384" y="74676"/>
                </a:lnTo>
                <a:lnTo>
                  <a:pt x="271462" y="74676"/>
                </a:lnTo>
                <a:lnTo>
                  <a:pt x="271462" y="36576"/>
                </a:lnTo>
                <a:close/>
              </a:path>
              <a:path w="1447800" h="285750">
                <a:moveTo>
                  <a:pt x="567397" y="231838"/>
                </a:moveTo>
                <a:lnTo>
                  <a:pt x="462140" y="231838"/>
                </a:lnTo>
                <a:lnTo>
                  <a:pt x="462140" y="183070"/>
                </a:lnTo>
                <a:lnTo>
                  <a:pt x="545960" y="183070"/>
                </a:lnTo>
                <a:lnTo>
                  <a:pt x="545960" y="144881"/>
                </a:lnTo>
                <a:lnTo>
                  <a:pt x="462140" y="144881"/>
                </a:lnTo>
                <a:lnTo>
                  <a:pt x="462140" y="97637"/>
                </a:lnTo>
                <a:lnTo>
                  <a:pt x="556628" y="97637"/>
                </a:lnTo>
                <a:lnTo>
                  <a:pt x="556628" y="59436"/>
                </a:lnTo>
                <a:lnTo>
                  <a:pt x="462140" y="59436"/>
                </a:lnTo>
                <a:lnTo>
                  <a:pt x="462140" y="3048"/>
                </a:lnTo>
                <a:lnTo>
                  <a:pt x="419379" y="3048"/>
                </a:lnTo>
                <a:lnTo>
                  <a:pt x="419379" y="59436"/>
                </a:lnTo>
                <a:lnTo>
                  <a:pt x="367563" y="59436"/>
                </a:lnTo>
                <a:lnTo>
                  <a:pt x="381279" y="24384"/>
                </a:lnTo>
                <a:lnTo>
                  <a:pt x="338607" y="13716"/>
                </a:lnTo>
                <a:lnTo>
                  <a:pt x="327748" y="44284"/>
                </a:lnTo>
                <a:lnTo>
                  <a:pt x="315734" y="71869"/>
                </a:lnTo>
                <a:lnTo>
                  <a:pt x="302564" y="96316"/>
                </a:lnTo>
                <a:lnTo>
                  <a:pt x="288213" y="117449"/>
                </a:lnTo>
                <a:lnTo>
                  <a:pt x="293725" y="129997"/>
                </a:lnTo>
                <a:lnTo>
                  <a:pt x="298780" y="142405"/>
                </a:lnTo>
                <a:lnTo>
                  <a:pt x="308127" y="166217"/>
                </a:lnTo>
                <a:lnTo>
                  <a:pt x="319290" y="149923"/>
                </a:lnTo>
                <a:lnTo>
                  <a:pt x="330034" y="133070"/>
                </a:lnTo>
                <a:lnTo>
                  <a:pt x="340487" y="115633"/>
                </a:lnTo>
                <a:lnTo>
                  <a:pt x="350799" y="97637"/>
                </a:lnTo>
                <a:lnTo>
                  <a:pt x="419379" y="97637"/>
                </a:lnTo>
                <a:lnTo>
                  <a:pt x="419379" y="144881"/>
                </a:lnTo>
                <a:lnTo>
                  <a:pt x="334035" y="144881"/>
                </a:lnTo>
                <a:lnTo>
                  <a:pt x="334035" y="183070"/>
                </a:lnTo>
                <a:lnTo>
                  <a:pt x="419379" y="183070"/>
                </a:lnTo>
                <a:lnTo>
                  <a:pt x="419379" y="231838"/>
                </a:lnTo>
                <a:lnTo>
                  <a:pt x="298983" y="231838"/>
                </a:lnTo>
                <a:lnTo>
                  <a:pt x="298983" y="271564"/>
                </a:lnTo>
                <a:lnTo>
                  <a:pt x="567397" y="271564"/>
                </a:lnTo>
                <a:lnTo>
                  <a:pt x="567397" y="231838"/>
                </a:lnTo>
                <a:close/>
              </a:path>
              <a:path w="1447800" h="285750">
                <a:moveTo>
                  <a:pt x="857148" y="32004"/>
                </a:moveTo>
                <a:lnTo>
                  <a:pt x="774750" y="32004"/>
                </a:lnTo>
                <a:lnTo>
                  <a:pt x="774750" y="68580"/>
                </a:lnTo>
                <a:lnTo>
                  <a:pt x="765632" y="82067"/>
                </a:lnTo>
                <a:lnTo>
                  <a:pt x="756653" y="94957"/>
                </a:lnTo>
                <a:lnTo>
                  <a:pt x="739698" y="118973"/>
                </a:lnTo>
                <a:lnTo>
                  <a:pt x="692365" y="118973"/>
                </a:lnTo>
                <a:lnTo>
                  <a:pt x="706170" y="109829"/>
                </a:lnTo>
                <a:lnTo>
                  <a:pt x="671029" y="68580"/>
                </a:lnTo>
                <a:lnTo>
                  <a:pt x="774750" y="68580"/>
                </a:lnTo>
                <a:lnTo>
                  <a:pt x="774750" y="32004"/>
                </a:lnTo>
                <a:lnTo>
                  <a:pt x="747318" y="32004"/>
                </a:lnTo>
                <a:lnTo>
                  <a:pt x="738174" y="0"/>
                </a:lnTo>
                <a:lnTo>
                  <a:pt x="693889" y="7620"/>
                </a:lnTo>
                <a:lnTo>
                  <a:pt x="696175" y="13576"/>
                </a:lnTo>
                <a:lnTo>
                  <a:pt x="700786" y="26060"/>
                </a:lnTo>
                <a:lnTo>
                  <a:pt x="703122" y="32004"/>
                </a:lnTo>
                <a:lnTo>
                  <a:pt x="588733" y="32004"/>
                </a:lnTo>
                <a:lnTo>
                  <a:pt x="588733" y="68580"/>
                </a:lnTo>
                <a:lnTo>
                  <a:pt x="664933" y="68580"/>
                </a:lnTo>
                <a:lnTo>
                  <a:pt x="634453" y="85445"/>
                </a:lnTo>
                <a:lnTo>
                  <a:pt x="642188" y="94538"/>
                </a:lnTo>
                <a:lnTo>
                  <a:pt x="649503" y="103352"/>
                </a:lnTo>
                <a:lnTo>
                  <a:pt x="656526" y="111594"/>
                </a:lnTo>
                <a:lnTo>
                  <a:pt x="663409" y="118973"/>
                </a:lnTo>
                <a:lnTo>
                  <a:pt x="608545" y="118973"/>
                </a:lnTo>
                <a:lnTo>
                  <a:pt x="608545" y="157073"/>
                </a:lnTo>
                <a:lnTo>
                  <a:pt x="605713" y="182245"/>
                </a:lnTo>
                <a:lnTo>
                  <a:pt x="599592" y="207264"/>
                </a:lnTo>
                <a:lnTo>
                  <a:pt x="590334" y="231965"/>
                </a:lnTo>
                <a:lnTo>
                  <a:pt x="578065" y="256222"/>
                </a:lnTo>
                <a:lnTo>
                  <a:pt x="587540" y="264198"/>
                </a:lnTo>
                <a:lnTo>
                  <a:pt x="595591" y="271894"/>
                </a:lnTo>
                <a:lnTo>
                  <a:pt x="608545" y="285280"/>
                </a:lnTo>
                <a:lnTo>
                  <a:pt x="624547" y="254571"/>
                </a:lnTo>
                <a:lnTo>
                  <a:pt x="635977" y="224028"/>
                </a:lnTo>
                <a:lnTo>
                  <a:pt x="642835" y="193205"/>
                </a:lnTo>
                <a:lnTo>
                  <a:pt x="645121" y="161645"/>
                </a:lnTo>
                <a:lnTo>
                  <a:pt x="645121" y="155549"/>
                </a:lnTo>
                <a:lnTo>
                  <a:pt x="852576" y="155549"/>
                </a:lnTo>
                <a:lnTo>
                  <a:pt x="852576" y="118973"/>
                </a:lnTo>
                <a:lnTo>
                  <a:pt x="785418" y="118973"/>
                </a:lnTo>
                <a:lnTo>
                  <a:pt x="814374" y="85445"/>
                </a:lnTo>
                <a:lnTo>
                  <a:pt x="779322" y="68580"/>
                </a:lnTo>
                <a:lnTo>
                  <a:pt x="857148" y="68580"/>
                </a:lnTo>
                <a:lnTo>
                  <a:pt x="857148" y="32004"/>
                </a:lnTo>
                <a:close/>
              </a:path>
              <a:path w="1447800" h="285750">
                <a:moveTo>
                  <a:pt x="988314" y="102209"/>
                </a:moveTo>
                <a:lnTo>
                  <a:pt x="957732" y="73152"/>
                </a:lnTo>
                <a:lnTo>
                  <a:pt x="939736" y="90093"/>
                </a:lnTo>
                <a:lnTo>
                  <a:pt x="920013" y="106578"/>
                </a:lnTo>
                <a:lnTo>
                  <a:pt x="898588" y="122758"/>
                </a:lnTo>
                <a:lnTo>
                  <a:pt x="875436" y="138785"/>
                </a:lnTo>
                <a:lnTo>
                  <a:pt x="884008" y="148526"/>
                </a:lnTo>
                <a:lnTo>
                  <a:pt x="891438" y="157264"/>
                </a:lnTo>
                <a:lnTo>
                  <a:pt x="897724" y="165150"/>
                </a:lnTo>
                <a:lnTo>
                  <a:pt x="902868" y="172313"/>
                </a:lnTo>
                <a:lnTo>
                  <a:pt x="925423" y="155143"/>
                </a:lnTo>
                <a:lnTo>
                  <a:pt x="947267" y="137833"/>
                </a:lnTo>
                <a:lnTo>
                  <a:pt x="968273" y="120230"/>
                </a:lnTo>
                <a:lnTo>
                  <a:pt x="988314" y="102209"/>
                </a:lnTo>
                <a:close/>
              </a:path>
              <a:path w="1447800" h="285750">
                <a:moveTo>
                  <a:pt x="1148422" y="137261"/>
                </a:moveTo>
                <a:lnTo>
                  <a:pt x="1129309" y="122135"/>
                </a:lnTo>
                <a:lnTo>
                  <a:pt x="1108748" y="106578"/>
                </a:lnTo>
                <a:lnTo>
                  <a:pt x="1087043" y="90716"/>
                </a:lnTo>
                <a:lnTo>
                  <a:pt x="1064514" y="74676"/>
                </a:lnTo>
                <a:lnTo>
                  <a:pt x="1038606" y="102209"/>
                </a:lnTo>
                <a:lnTo>
                  <a:pt x="1059154" y="118478"/>
                </a:lnTo>
                <a:lnTo>
                  <a:pt x="1079563" y="135166"/>
                </a:lnTo>
                <a:lnTo>
                  <a:pt x="1099718" y="152146"/>
                </a:lnTo>
                <a:lnTo>
                  <a:pt x="1119466" y="169265"/>
                </a:lnTo>
                <a:lnTo>
                  <a:pt x="1148422" y="137261"/>
                </a:lnTo>
                <a:close/>
              </a:path>
              <a:path w="1447800" h="285750">
                <a:moveTo>
                  <a:pt x="1148422" y="36576"/>
                </a:moveTo>
                <a:lnTo>
                  <a:pt x="1038606" y="36576"/>
                </a:lnTo>
                <a:lnTo>
                  <a:pt x="1033411" y="26606"/>
                </a:lnTo>
                <a:lnTo>
                  <a:pt x="1029081" y="17335"/>
                </a:lnTo>
                <a:lnTo>
                  <a:pt x="1025309" y="8940"/>
                </a:lnTo>
                <a:lnTo>
                  <a:pt x="1021842" y="1524"/>
                </a:lnTo>
                <a:lnTo>
                  <a:pt x="979170" y="13716"/>
                </a:lnTo>
                <a:lnTo>
                  <a:pt x="982218" y="19812"/>
                </a:lnTo>
                <a:lnTo>
                  <a:pt x="985266" y="28956"/>
                </a:lnTo>
                <a:lnTo>
                  <a:pt x="989838" y="36576"/>
                </a:lnTo>
                <a:lnTo>
                  <a:pt x="873912" y="36576"/>
                </a:lnTo>
                <a:lnTo>
                  <a:pt x="873912" y="73152"/>
                </a:lnTo>
                <a:lnTo>
                  <a:pt x="957732" y="73152"/>
                </a:lnTo>
                <a:lnTo>
                  <a:pt x="1148422" y="73152"/>
                </a:lnTo>
                <a:lnTo>
                  <a:pt x="1148422" y="36576"/>
                </a:lnTo>
                <a:close/>
              </a:path>
              <a:path w="1447800" h="285750">
                <a:moveTo>
                  <a:pt x="1154518" y="240982"/>
                </a:moveTo>
                <a:lnTo>
                  <a:pt x="1132649" y="237934"/>
                </a:lnTo>
                <a:lnTo>
                  <a:pt x="1121892" y="236435"/>
                </a:lnTo>
                <a:lnTo>
                  <a:pt x="1092708" y="229743"/>
                </a:lnTo>
                <a:lnTo>
                  <a:pt x="1066990" y="221056"/>
                </a:lnTo>
                <a:lnTo>
                  <a:pt x="1044702" y="210502"/>
                </a:lnTo>
                <a:lnTo>
                  <a:pt x="1055839" y="197370"/>
                </a:lnTo>
                <a:lnTo>
                  <a:pt x="1064247" y="186118"/>
                </a:lnTo>
                <a:lnTo>
                  <a:pt x="1066419" y="183222"/>
                </a:lnTo>
                <a:lnTo>
                  <a:pt x="1076413" y="168211"/>
                </a:lnTo>
                <a:lnTo>
                  <a:pt x="1085850" y="152501"/>
                </a:lnTo>
                <a:lnTo>
                  <a:pt x="1052322" y="129641"/>
                </a:lnTo>
                <a:lnTo>
                  <a:pt x="1043978" y="145097"/>
                </a:lnTo>
                <a:lnTo>
                  <a:pt x="1034796" y="159562"/>
                </a:lnTo>
                <a:lnTo>
                  <a:pt x="1024458" y="173189"/>
                </a:lnTo>
                <a:lnTo>
                  <a:pt x="1012698" y="186118"/>
                </a:lnTo>
                <a:lnTo>
                  <a:pt x="1001547" y="174066"/>
                </a:lnTo>
                <a:lnTo>
                  <a:pt x="990968" y="160896"/>
                </a:lnTo>
                <a:lnTo>
                  <a:pt x="980935" y="146596"/>
                </a:lnTo>
                <a:lnTo>
                  <a:pt x="971448" y="131165"/>
                </a:lnTo>
                <a:lnTo>
                  <a:pt x="939444" y="154025"/>
                </a:lnTo>
                <a:lnTo>
                  <a:pt x="948880" y="169468"/>
                </a:lnTo>
                <a:lnTo>
                  <a:pt x="958888" y="183794"/>
                </a:lnTo>
                <a:lnTo>
                  <a:pt x="969492" y="196964"/>
                </a:lnTo>
                <a:lnTo>
                  <a:pt x="980694" y="208978"/>
                </a:lnTo>
                <a:lnTo>
                  <a:pt x="957491" y="220433"/>
                </a:lnTo>
                <a:lnTo>
                  <a:pt x="931456" y="229743"/>
                </a:lnTo>
                <a:lnTo>
                  <a:pt x="902589" y="237058"/>
                </a:lnTo>
                <a:lnTo>
                  <a:pt x="870864" y="242506"/>
                </a:lnTo>
                <a:lnTo>
                  <a:pt x="878293" y="254533"/>
                </a:lnTo>
                <a:lnTo>
                  <a:pt x="884580" y="265417"/>
                </a:lnTo>
                <a:lnTo>
                  <a:pt x="889723" y="275170"/>
                </a:lnTo>
                <a:lnTo>
                  <a:pt x="893724" y="283756"/>
                </a:lnTo>
                <a:lnTo>
                  <a:pt x="927747" y="276593"/>
                </a:lnTo>
                <a:lnTo>
                  <a:pt x="958926" y="266560"/>
                </a:lnTo>
                <a:lnTo>
                  <a:pt x="987285" y="253644"/>
                </a:lnTo>
                <a:lnTo>
                  <a:pt x="1012698" y="237934"/>
                </a:lnTo>
                <a:lnTo>
                  <a:pt x="1038745" y="253644"/>
                </a:lnTo>
                <a:lnTo>
                  <a:pt x="1066800" y="266369"/>
                </a:lnTo>
                <a:lnTo>
                  <a:pt x="1097165" y="275958"/>
                </a:lnTo>
                <a:lnTo>
                  <a:pt x="1130134" y="282232"/>
                </a:lnTo>
                <a:lnTo>
                  <a:pt x="1135011" y="273646"/>
                </a:lnTo>
                <a:lnTo>
                  <a:pt x="1140612" y="263893"/>
                </a:lnTo>
                <a:lnTo>
                  <a:pt x="1147064" y="253009"/>
                </a:lnTo>
                <a:lnTo>
                  <a:pt x="1154518" y="240982"/>
                </a:lnTo>
                <a:close/>
              </a:path>
              <a:path w="1447800" h="285750">
                <a:moveTo>
                  <a:pt x="1258252" y="10668"/>
                </a:moveTo>
                <a:lnTo>
                  <a:pt x="1221574" y="0"/>
                </a:lnTo>
                <a:lnTo>
                  <a:pt x="1210360" y="30848"/>
                </a:lnTo>
                <a:lnTo>
                  <a:pt x="1197000" y="61544"/>
                </a:lnTo>
                <a:lnTo>
                  <a:pt x="1181074" y="91986"/>
                </a:lnTo>
                <a:lnTo>
                  <a:pt x="1162138" y="122021"/>
                </a:lnTo>
                <a:lnTo>
                  <a:pt x="1170139" y="151930"/>
                </a:lnTo>
                <a:lnTo>
                  <a:pt x="1173289" y="163817"/>
                </a:lnTo>
                <a:lnTo>
                  <a:pt x="1175854" y="173837"/>
                </a:lnTo>
                <a:lnTo>
                  <a:pt x="1181811" y="164934"/>
                </a:lnTo>
                <a:lnTo>
                  <a:pt x="1194282" y="147688"/>
                </a:lnTo>
                <a:lnTo>
                  <a:pt x="1200238" y="138785"/>
                </a:lnTo>
                <a:lnTo>
                  <a:pt x="1200238" y="282232"/>
                </a:lnTo>
                <a:lnTo>
                  <a:pt x="1238338" y="282232"/>
                </a:lnTo>
                <a:lnTo>
                  <a:pt x="1238338" y="138785"/>
                </a:lnTo>
                <a:lnTo>
                  <a:pt x="1238338" y="62484"/>
                </a:lnTo>
                <a:lnTo>
                  <a:pt x="1243812" y="49682"/>
                </a:lnTo>
                <a:lnTo>
                  <a:pt x="1248867" y="36576"/>
                </a:lnTo>
                <a:lnTo>
                  <a:pt x="1253629" y="23482"/>
                </a:lnTo>
                <a:lnTo>
                  <a:pt x="1258252" y="10668"/>
                </a:lnTo>
                <a:close/>
              </a:path>
              <a:path w="1447800" h="285750">
                <a:moveTo>
                  <a:pt x="1343596" y="178498"/>
                </a:moveTo>
                <a:lnTo>
                  <a:pt x="1331849" y="161950"/>
                </a:lnTo>
                <a:lnTo>
                  <a:pt x="1319403" y="144703"/>
                </a:lnTo>
                <a:lnTo>
                  <a:pt x="1306080" y="127190"/>
                </a:lnTo>
                <a:lnTo>
                  <a:pt x="1291780" y="109829"/>
                </a:lnTo>
                <a:lnTo>
                  <a:pt x="1262824" y="129641"/>
                </a:lnTo>
                <a:lnTo>
                  <a:pt x="1275981" y="147688"/>
                </a:lnTo>
                <a:lnTo>
                  <a:pt x="1288161" y="165506"/>
                </a:lnTo>
                <a:lnTo>
                  <a:pt x="1299464" y="183299"/>
                </a:lnTo>
                <a:lnTo>
                  <a:pt x="1310068" y="201358"/>
                </a:lnTo>
                <a:lnTo>
                  <a:pt x="1343596" y="178498"/>
                </a:lnTo>
                <a:close/>
              </a:path>
              <a:path w="1447800" h="285750">
                <a:moveTo>
                  <a:pt x="1447317" y="54864"/>
                </a:moveTo>
                <a:lnTo>
                  <a:pt x="1407693" y="54864"/>
                </a:lnTo>
                <a:lnTo>
                  <a:pt x="1407693" y="4572"/>
                </a:lnTo>
                <a:lnTo>
                  <a:pt x="1367980" y="4572"/>
                </a:lnTo>
                <a:lnTo>
                  <a:pt x="1367980" y="54864"/>
                </a:lnTo>
                <a:lnTo>
                  <a:pt x="1252156" y="54864"/>
                </a:lnTo>
                <a:lnTo>
                  <a:pt x="1252156" y="93065"/>
                </a:lnTo>
                <a:lnTo>
                  <a:pt x="1367980" y="93065"/>
                </a:lnTo>
                <a:lnTo>
                  <a:pt x="1367980" y="218122"/>
                </a:lnTo>
                <a:lnTo>
                  <a:pt x="1366812" y="227888"/>
                </a:lnTo>
                <a:lnTo>
                  <a:pt x="1363218" y="234505"/>
                </a:lnTo>
                <a:lnTo>
                  <a:pt x="1357045" y="238277"/>
                </a:lnTo>
                <a:lnTo>
                  <a:pt x="1348333" y="239445"/>
                </a:lnTo>
                <a:lnTo>
                  <a:pt x="1337614" y="239445"/>
                </a:lnTo>
                <a:lnTo>
                  <a:pt x="1326642" y="239268"/>
                </a:lnTo>
                <a:lnTo>
                  <a:pt x="1315377" y="238823"/>
                </a:lnTo>
                <a:lnTo>
                  <a:pt x="1303972" y="237934"/>
                </a:lnTo>
                <a:lnTo>
                  <a:pt x="1304036" y="238277"/>
                </a:lnTo>
                <a:lnTo>
                  <a:pt x="1304163" y="238823"/>
                </a:lnTo>
                <a:lnTo>
                  <a:pt x="1304264" y="239268"/>
                </a:lnTo>
                <a:lnTo>
                  <a:pt x="1304302" y="239445"/>
                </a:lnTo>
                <a:lnTo>
                  <a:pt x="1306461" y="249110"/>
                </a:lnTo>
                <a:lnTo>
                  <a:pt x="1309116" y="259854"/>
                </a:lnTo>
                <a:lnTo>
                  <a:pt x="1311465" y="270344"/>
                </a:lnTo>
                <a:lnTo>
                  <a:pt x="1311503" y="270573"/>
                </a:lnTo>
                <a:lnTo>
                  <a:pt x="1313103" y="280682"/>
                </a:lnTo>
                <a:lnTo>
                  <a:pt x="1333995" y="280682"/>
                </a:lnTo>
                <a:lnTo>
                  <a:pt x="1374076" y="279184"/>
                </a:lnTo>
                <a:lnTo>
                  <a:pt x="1405597" y="250888"/>
                </a:lnTo>
                <a:lnTo>
                  <a:pt x="1407274" y="239445"/>
                </a:lnTo>
                <a:lnTo>
                  <a:pt x="1407363" y="237934"/>
                </a:lnTo>
                <a:lnTo>
                  <a:pt x="1407693" y="231838"/>
                </a:lnTo>
                <a:lnTo>
                  <a:pt x="1407693" y="93065"/>
                </a:lnTo>
                <a:lnTo>
                  <a:pt x="1447317" y="93065"/>
                </a:lnTo>
                <a:lnTo>
                  <a:pt x="1447317" y="54864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364236" y="1536192"/>
            <a:ext cx="9976485" cy="1927860"/>
            <a:chOff x="364236" y="1536192"/>
            <a:chExt cx="9976485" cy="192786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4236" y="1536192"/>
              <a:ext cx="3281171" cy="1927823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091" y="1566476"/>
              <a:ext cx="3193456" cy="184595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88080" y="1536192"/>
              <a:ext cx="3331464" cy="192782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51416" y="1566476"/>
              <a:ext cx="3201076" cy="184595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60692" y="1536192"/>
              <a:ext cx="3279647" cy="1927823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24790" y="1566476"/>
              <a:ext cx="3192027" cy="1845954"/>
            </a:xfrm>
            <a:prstGeom prst="rect">
              <a:avLst/>
            </a:prstGeom>
          </p:spPr>
        </p:pic>
      </p:grpSp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87091" y="3668644"/>
            <a:ext cx="9938870" cy="456161"/>
          </a:xfrm>
          <a:prstGeom prst="rect">
            <a:avLst/>
          </a:prstGeom>
        </p:spPr>
      </p:pic>
      <p:sp>
        <p:nvSpPr>
          <p:cNvPr id="15" name="object 15" descr=""/>
          <p:cNvSpPr/>
          <p:nvPr/>
        </p:nvSpPr>
        <p:spPr>
          <a:xfrm>
            <a:off x="387095" y="6123432"/>
            <a:ext cx="9939655" cy="9525"/>
          </a:xfrm>
          <a:custGeom>
            <a:avLst/>
            <a:gdLst/>
            <a:ahLst/>
            <a:cxnLst/>
            <a:rect l="l" t="t" r="r" b="b"/>
            <a:pathLst>
              <a:path w="9939655" h="9525">
                <a:moveTo>
                  <a:pt x="9939528" y="9144"/>
                </a:moveTo>
                <a:lnTo>
                  <a:pt x="0" y="9144"/>
                </a:lnTo>
                <a:lnTo>
                  <a:pt x="0" y="0"/>
                </a:lnTo>
                <a:lnTo>
                  <a:pt x="9939528" y="0"/>
                </a:lnTo>
                <a:lnTo>
                  <a:pt x="9939528" y="9144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85572" y="6245351"/>
            <a:ext cx="889063" cy="108299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9874472" y="6251447"/>
            <a:ext cx="256540" cy="102235"/>
            <a:chOff x="9874472" y="6251447"/>
            <a:chExt cx="256540" cy="102235"/>
          </a:xfrm>
        </p:grpSpPr>
        <p:pic>
          <p:nvPicPr>
            <p:cNvPr id="18" name="object 1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874472" y="6251447"/>
              <a:ext cx="214978" cy="102203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0116978" y="6277355"/>
              <a:ext cx="13970" cy="62865"/>
            </a:xfrm>
            <a:custGeom>
              <a:avLst/>
              <a:gdLst/>
              <a:ahLst/>
              <a:cxnLst/>
              <a:rect l="l" t="t" r="r" b="b"/>
              <a:pathLst>
                <a:path w="13970" h="62864">
                  <a:moveTo>
                    <a:pt x="13716" y="10763"/>
                  </a:moveTo>
                  <a:lnTo>
                    <a:pt x="0" y="10763"/>
                  </a:lnTo>
                  <a:lnTo>
                    <a:pt x="0" y="3143"/>
                  </a:lnTo>
                  <a:lnTo>
                    <a:pt x="1524" y="1619"/>
                  </a:lnTo>
                  <a:lnTo>
                    <a:pt x="3048" y="0"/>
                  </a:lnTo>
                  <a:lnTo>
                    <a:pt x="10668" y="0"/>
                  </a:lnTo>
                  <a:lnTo>
                    <a:pt x="12192" y="1619"/>
                  </a:lnTo>
                  <a:lnTo>
                    <a:pt x="13716" y="3143"/>
                  </a:lnTo>
                  <a:lnTo>
                    <a:pt x="13716" y="10763"/>
                  </a:lnTo>
                  <a:close/>
                </a:path>
                <a:path w="13970" h="62864">
                  <a:moveTo>
                    <a:pt x="9144" y="13811"/>
                  </a:moveTo>
                  <a:lnTo>
                    <a:pt x="4572" y="13811"/>
                  </a:lnTo>
                  <a:lnTo>
                    <a:pt x="1524" y="10763"/>
                  </a:lnTo>
                  <a:lnTo>
                    <a:pt x="12192" y="10763"/>
                  </a:lnTo>
                  <a:lnTo>
                    <a:pt x="9144" y="13811"/>
                  </a:lnTo>
                  <a:close/>
                </a:path>
                <a:path w="13970" h="62864">
                  <a:moveTo>
                    <a:pt x="10668" y="62579"/>
                  </a:moveTo>
                  <a:lnTo>
                    <a:pt x="3048" y="62579"/>
                  </a:lnTo>
                  <a:lnTo>
                    <a:pt x="0" y="59531"/>
                  </a:lnTo>
                  <a:lnTo>
                    <a:pt x="0" y="51911"/>
                  </a:lnTo>
                  <a:lnTo>
                    <a:pt x="3048" y="48863"/>
                  </a:lnTo>
                  <a:lnTo>
                    <a:pt x="10668" y="48863"/>
                  </a:lnTo>
                  <a:lnTo>
                    <a:pt x="13716" y="51911"/>
                  </a:lnTo>
                  <a:lnTo>
                    <a:pt x="13716" y="59531"/>
                  </a:lnTo>
                  <a:lnTo>
                    <a:pt x="10668" y="62579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0" name="object 20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213085" y="6256020"/>
            <a:ext cx="100679" cy="823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783" y="811339"/>
            <a:ext cx="196691" cy="23183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4581" y="811339"/>
            <a:ext cx="183070" cy="21812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5376" y="812863"/>
            <a:ext cx="204406" cy="21355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1363122" y="866203"/>
            <a:ext cx="52069" cy="163830"/>
          </a:xfrm>
          <a:custGeom>
            <a:avLst/>
            <a:gdLst/>
            <a:ahLst/>
            <a:cxnLst/>
            <a:rect l="l" t="t" r="r" b="b"/>
            <a:pathLst>
              <a:path w="52069" h="163830">
                <a:moveTo>
                  <a:pt x="33528" y="47339"/>
                </a:moveTo>
                <a:lnTo>
                  <a:pt x="18288" y="47339"/>
                </a:lnTo>
                <a:lnTo>
                  <a:pt x="12192" y="45815"/>
                </a:lnTo>
                <a:lnTo>
                  <a:pt x="7620" y="39719"/>
                </a:lnTo>
                <a:lnTo>
                  <a:pt x="3048" y="35147"/>
                </a:lnTo>
                <a:lnTo>
                  <a:pt x="0" y="30575"/>
                </a:lnTo>
                <a:lnTo>
                  <a:pt x="0" y="16764"/>
                </a:lnTo>
                <a:lnTo>
                  <a:pt x="3048" y="12192"/>
                </a:lnTo>
                <a:lnTo>
                  <a:pt x="7620" y="6096"/>
                </a:lnTo>
                <a:lnTo>
                  <a:pt x="12192" y="1524"/>
                </a:lnTo>
                <a:lnTo>
                  <a:pt x="18288" y="0"/>
                </a:lnTo>
                <a:lnTo>
                  <a:pt x="33528" y="0"/>
                </a:lnTo>
                <a:lnTo>
                  <a:pt x="39624" y="1524"/>
                </a:lnTo>
                <a:lnTo>
                  <a:pt x="44196" y="6096"/>
                </a:lnTo>
                <a:lnTo>
                  <a:pt x="50292" y="10668"/>
                </a:lnTo>
                <a:lnTo>
                  <a:pt x="51816" y="16764"/>
                </a:lnTo>
                <a:lnTo>
                  <a:pt x="51816" y="30575"/>
                </a:lnTo>
                <a:lnTo>
                  <a:pt x="50292" y="35147"/>
                </a:lnTo>
                <a:lnTo>
                  <a:pt x="39624" y="45815"/>
                </a:lnTo>
                <a:lnTo>
                  <a:pt x="33528" y="47339"/>
                </a:lnTo>
                <a:close/>
              </a:path>
              <a:path w="52069" h="163830">
                <a:moveTo>
                  <a:pt x="33528" y="163258"/>
                </a:moveTo>
                <a:lnTo>
                  <a:pt x="18288" y="163258"/>
                </a:lnTo>
                <a:lnTo>
                  <a:pt x="12192" y="161734"/>
                </a:lnTo>
                <a:lnTo>
                  <a:pt x="3048" y="152590"/>
                </a:lnTo>
                <a:lnTo>
                  <a:pt x="0" y="146494"/>
                </a:lnTo>
                <a:lnTo>
                  <a:pt x="0" y="132778"/>
                </a:lnTo>
                <a:lnTo>
                  <a:pt x="3048" y="128206"/>
                </a:lnTo>
                <a:lnTo>
                  <a:pt x="12192" y="119062"/>
                </a:lnTo>
                <a:lnTo>
                  <a:pt x="18288" y="116014"/>
                </a:lnTo>
                <a:lnTo>
                  <a:pt x="33528" y="116014"/>
                </a:lnTo>
                <a:lnTo>
                  <a:pt x="39624" y="117538"/>
                </a:lnTo>
                <a:lnTo>
                  <a:pt x="44196" y="123634"/>
                </a:lnTo>
                <a:lnTo>
                  <a:pt x="50292" y="128206"/>
                </a:lnTo>
                <a:lnTo>
                  <a:pt x="51816" y="132778"/>
                </a:lnTo>
                <a:lnTo>
                  <a:pt x="51816" y="146494"/>
                </a:lnTo>
                <a:lnTo>
                  <a:pt x="50292" y="152590"/>
                </a:lnTo>
                <a:lnTo>
                  <a:pt x="44196" y="157162"/>
                </a:lnTo>
                <a:lnTo>
                  <a:pt x="39624" y="161734"/>
                </a:lnTo>
                <a:lnTo>
                  <a:pt x="33528" y="163258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616290" y="782294"/>
            <a:ext cx="573405" cy="285750"/>
          </a:xfrm>
          <a:custGeom>
            <a:avLst/>
            <a:gdLst/>
            <a:ahLst/>
            <a:cxnLst/>
            <a:rect l="l" t="t" r="r" b="b"/>
            <a:pathLst>
              <a:path w="573405" h="285750">
                <a:moveTo>
                  <a:pt x="135724" y="100672"/>
                </a:moveTo>
                <a:lnTo>
                  <a:pt x="120637" y="92938"/>
                </a:lnTo>
                <a:lnTo>
                  <a:pt x="105244" y="85623"/>
                </a:lnTo>
                <a:lnTo>
                  <a:pt x="74676" y="71716"/>
                </a:lnTo>
                <a:lnTo>
                  <a:pt x="57912" y="97624"/>
                </a:lnTo>
                <a:lnTo>
                  <a:pt x="71958" y="104825"/>
                </a:lnTo>
                <a:lnTo>
                  <a:pt x="118960" y="129730"/>
                </a:lnTo>
                <a:lnTo>
                  <a:pt x="135724" y="100672"/>
                </a:lnTo>
                <a:close/>
              </a:path>
              <a:path w="573405" h="285750">
                <a:moveTo>
                  <a:pt x="269938" y="29044"/>
                </a:moveTo>
                <a:lnTo>
                  <a:pt x="169252" y="29044"/>
                </a:lnTo>
                <a:lnTo>
                  <a:pt x="166966" y="20434"/>
                </a:lnTo>
                <a:lnTo>
                  <a:pt x="164680" y="12814"/>
                </a:lnTo>
                <a:lnTo>
                  <a:pt x="162394" y="6045"/>
                </a:lnTo>
                <a:lnTo>
                  <a:pt x="160108" y="0"/>
                </a:lnTo>
                <a:lnTo>
                  <a:pt x="111340" y="4572"/>
                </a:lnTo>
                <a:lnTo>
                  <a:pt x="113626" y="10363"/>
                </a:lnTo>
                <a:lnTo>
                  <a:pt x="115912" y="16281"/>
                </a:lnTo>
                <a:lnTo>
                  <a:pt x="118198" y="22453"/>
                </a:lnTo>
                <a:lnTo>
                  <a:pt x="120484" y="29044"/>
                </a:lnTo>
                <a:lnTo>
                  <a:pt x="6096" y="29044"/>
                </a:lnTo>
                <a:lnTo>
                  <a:pt x="6096" y="103822"/>
                </a:lnTo>
                <a:lnTo>
                  <a:pt x="45720" y="103822"/>
                </a:lnTo>
                <a:lnTo>
                  <a:pt x="45720" y="62572"/>
                </a:lnTo>
                <a:lnTo>
                  <a:pt x="230314" y="62572"/>
                </a:lnTo>
                <a:lnTo>
                  <a:pt x="230314" y="103822"/>
                </a:lnTo>
                <a:lnTo>
                  <a:pt x="269938" y="103822"/>
                </a:lnTo>
                <a:lnTo>
                  <a:pt x="269938" y="62572"/>
                </a:lnTo>
                <a:lnTo>
                  <a:pt x="269938" y="29044"/>
                </a:lnTo>
                <a:close/>
              </a:path>
              <a:path w="573405" h="285750">
                <a:moveTo>
                  <a:pt x="276034" y="167830"/>
                </a:moveTo>
                <a:lnTo>
                  <a:pt x="176872" y="167830"/>
                </a:lnTo>
                <a:lnTo>
                  <a:pt x="179781" y="149021"/>
                </a:lnTo>
                <a:lnTo>
                  <a:pt x="179844" y="148374"/>
                </a:lnTo>
                <a:lnTo>
                  <a:pt x="181825" y="127050"/>
                </a:lnTo>
                <a:lnTo>
                  <a:pt x="181864" y="126479"/>
                </a:lnTo>
                <a:lnTo>
                  <a:pt x="183311" y="102209"/>
                </a:lnTo>
                <a:lnTo>
                  <a:pt x="183375" y="100672"/>
                </a:lnTo>
                <a:lnTo>
                  <a:pt x="184492" y="74764"/>
                </a:lnTo>
                <a:lnTo>
                  <a:pt x="144868" y="74764"/>
                </a:lnTo>
                <a:lnTo>
                  <a:pt x="144310" y="102209"/>
                </a:lnTo>
                <a:lnTo>
                  <a:pt x="144208" y="103822"/>
                </a:lnTo>
                <a:lnTo>
                  <a:pt x="140373" y="148374"/>
                </a:lnTo>
                <a:lnTo>
                  <a:pt x="137248" y="167830"/>
                </a:lnTo>
                <a:lnTo>
                  <a:pt x="94576" y="167830"/>
                </a:lnTo>
                <a:lnTo>
                  <a:pt x="112864" y="140398"/>
                </a:lnTo>
                <a:lnTo>
                  <a:pt x="96215" y="131559"/>
                </a:lnTo>
                <a:lnTo>
                  <a:pt x="80594" y="123444"/>
                </a:lnTo>
                <a:lnTo>
                  <a:pt x="65836" y="116179"/>
                </a:lnTo>
                <a:lnTo>
                  <a:pt x="51816" y="109918"/>
                </a:lnTo>
                <a:lnTo>
                  <a:pt x="35052" y="137350"/>
                </a:lnTo>
                <a:lnTo>
                  <a:pt x="61341" y="151447"/>
                </a:lnTo>
                <a:lnTo>
                  <a:pt x="75336" y="159207"/>
                </a:lnTo>
                <a:lnTo>
                  <a:pt x="89916" y="167830"/>
                </a:lnTo>
                <a:lnTo>
                  <a:pt x="0" y="167830"/>
                </a:lnTo>
                <a:lnTo>
                  <a:pt x="0" y="202971"/>
                </a:lnTo>
                <a:lnTo>
                  <a:pt x="123532" y="202971"/>
                </a:lnTo>
                <a:lnTo>
                  <a:pt x="106921" y="217601"/>
                </a:lnTo>
                <a:lnTo>
                  <a:pt x="82156" y="229641"/>
                </a:lnTo>
                <a:lnTo>
                  <a:pt x="49098" y="239407"/>
                </a:lnTo>
                <a:lnTo>
                  <a:pt x="8128" y="247078"/>
                </a:lnTo>
                <a:lnTo>
                  <a:pt x="7556" y="247078"/>
                </a:lnTo>
                <a:lnTo>
                  <a:pt x="18669" y="263359"/>
                </a:lnTo>
                <a:lnTo>
                  <a:pt x="25196" y="273532"/>
                </a:lnTo>
                <a:lnTo>
                  <a:pt x="32004" y="285267"/>
                </a:lnTo>
                <a:lnTo>
                  <a:pt x="67449" y="277012"/>
                </a:lnTo>
                <a:lnTo>
                  <a:pt x="98348" y="266026"/>
                </a:lnTo>
                <a:lnTo>
                  <a:pt x="124663" y="252488"/>
                </a:lnTo>
                <a:lnTo>
                  <a:pt x="146392" y="236499"/>
                </a:lnTo>
                <a:lnTo>
                  <a:pt x="174117" y="247078"/>
                </a:lnTo>
                <a:lnTo>
                  <a:pt x="202412" y="258216"/>
                </a:lnTo>
                <a:lnTo>
                  <a:pt x="231305" y="269938"/>
                </a:lnTo>
                <a:lnTo>
                  <a:pt x="260794" y="282219"/>
                </a:lnTo>
                <a:lnTo>
                  <a:pt x="274548" y="247078"/>
                </a:lnTo>
                <a:lnTo>
                  <a:pt x="274256" y="247078"/>
                </a:lnTo>
                <a:lnTo>
                  <a:pt x="247942" y="237147"/>
                </a:lnTo>
                <a:lnTo>
                  <a:pt x="246138" y="236499"/>
                </a:lnTo>
                <a:lnTo>
                  <a:pt x="220929" y="227545"/>
                </a:lnTo>
                <a:lnTo>
                  <a:pt x="166204" y="209067"/>
                </a:lnTo>
                <a:lnTo>
                  <a:pt x="167728" y="206019"/>
                </a:lnTo>
                <a:lnTo>
                  <a:pt x="167728" y="202971"/>
                </a:lnTo>
                <a:lnTo>
                  <a:pt x="276034" y="202971"/>
                </a:lnTo>
                <a:lnTo>
                  <a:pt x="276034" y="167830"/>
                </a:lnTo>
                <a:close/>
              </a:path>
              <a:path w="573405" h="285750">
                <a:moveTo>
                  <a:pt x="555117" y="38188"/>
                </a:moveTo>
                <a:lnTo>
                  <a:pt x="544614" y="28435"/>
                </a:lnTo>
                <a:lnTo>
                  <a:pt x="533933" y="19481"/>
                </a:lnTo>
                <a:lnTo>
                  <a:pt x="523608" y="11150"/>
                </a:lnTo>
                <a:lnTo>
                  <a:pt x="513969" y="3048"/>
                </a:lnTo>
                <a:lnTo>
                  <a:pt x="491007" y="25996"/>
                </a:lnTo>
                <a:lnTo>
                  <a:pt x="501332" y="35140"/>
                </a:lnTo>
                <a:lnTo>
                  <a:pt x="511479" y="44284"/>
                </a:lnTo>
                <a:lnTo>
                  <a:pt x="521322" y="53428"/>
                </a:lnTo>
                <a:lnTo>
                  <a:pt x="530733" y="62572"/>
                </a:lnTo>
                <a:lnTo>
                  <a:pt x="555117" y="38188"/>
                </a:lnTo>
                <a:close/>
              </a:path>
              <a:path w="573405" h="285750">
                <a:moveTo>
                  <a:pt x="573405" y="199923"/>
                </a:moveTo>
                <a:lnTo>
                  <a:pt x="560832" y="195567"/>
                </a:lnTo>
                <a:lnTo>
                  <a:pt x="550545" y="191655"/>
                </a:lnTo>
                <a:lnTo>
                  <a:pt x="542544" y="188048"/>
                </a:lnTo>
                <a:lnTo>
                  <a:pt x="536829" y="184594"/>
                </a:lnTo>
                <a:lnTo>
                  <a:pt x="535660" y="198704"/>
                </a:lnTo>
                <a:lnTo>
                  <a:pt x="529209" y="236499"/>
                </a:lnTo>
                <a:lnTo>
                  <a:pt x="527685" y="238023"/>
                </a:lnTo>
                <a:lnTo>
                  <a:pt x="521589" y="238023"/>
                </a:lnTo>
                <a:lnTo>
                  <a:pt x="520065" y="234975"/>
                </a:lnTo>
                <a:lnTo>
                  <a:pt x="515518" y="227571"/>
                </a:lnTo>
                <a:lnTo>
                  <a:pt x="511111" y="219163"/>
                </a:lnTo>
                <a:lnTo>
                  <a:pt x="510006" y="216687"/>
                </a:lnTo>
                <a:lnTo>
                  <a:pt x="506958" y="209829"/>
                </a:lnTo>
                <a:lnTo>
                  <a:pt x="503301" y="199923"/>
                </a:lnTo>
                <a:lnTo>
                  <a:pt x="520153" y="183540"/>
                </a:lnTo>
                <a:lnTo>
                  <a:pt x="536448" y="166319"/>
                </a:lnTo>
                <a:lnTo>
                  <a:pt x="541680" y="160210"/>
                </a:lnTo>
                <a:lnTo>
                  <a:pt x="552157" y="147967"/>
                </a:lnTo>
                <a:lnTo>
                  <a:pt x="567309" y="128206"/>
                </a:lnTo>
                <a:lnTo>
                  <a:pt x="535305" y="106870"/>
                </a:lnTo>
                <a:lnTo>
                  <a:pt x="525043" y="122059"/>
                </a:lnTo>
                <a:lnTo>
                  <a:pt x="514908" y="135826"/>
                </a:lnTo>
                <a:lnTo>
                  <a:pt x="505040" y="148450"/>
                </a:lnTo>
                <a:lnTo>
                  <a:pt x="495579" y="160210"/>
                </a:lnTo>
                <a:lnTo>
                  <a:pt x="493534" y="147967"/>
                </a:lnTo>
                <a:lnTo>
                  <a:pt x="491959" y="135255"/>
                </a:lnTo>
                <a:lnTo>
                  <a:pt x="490651" y="121424"/>
                </a:lnTo>
                <a:lnTo>
                  <a:pt x="489978" y="112966"/>
                </a:lnTo>
                <a:lnTo>
                  <a:pt x="489483" y="106870"/>
                </a:lnTo>
                <a:lnTo>
                  <a:pt x="567309" y="96100"/>
                </a:lnTo>
                <a:lnTo>
                  <a:pt x="565226" y="73240"/>
                </a:lnTo>
                <a:lnTo>
                  <a:pt x="564261" y="62572"/>
                </a:lnTo>
                <a:lnTo>
                  <a:pt x="486435" y="73240"/>
                </a:lnTo>
                <a:lnTo>
                  <a:pt x="484911" y="0"/>
                </a:lnTo>
                <a:lnTo>
                  <a:pt x="445287" y="0"/>
                </a:lnTo>
                <a:lnTo>
                  <a:pt x="445338" y="3048"/>
                </a:lnTo>
                <a:lnTo>
                  <a:pt x="445439" y="11150"/>
                </a:lnTo>
                <a:lnTo>
                  <a:pt x="445554" y="19481"/>
                </a:lnTo>
                <a:lnTo>
                  <a:pt x="446239" y="38950"/>
                </a:lnTo>
                <a:lnTo>
                  <a:pt x="447217" y="58381"/>
                </a:lnTo>
                <a:lnTo>
                  <a:pt x="448335" y="77812"/>
                </a:lnTo>
                <a:lnTo>
                  <a:pt x="410235" y="83908"/>
                </a:lnTo>
                <a:lnTo>
                  <a:pt x="414807" y="117538"/>
                </a:lnTo>
                <a:lnTo>
                  <a:pt x="449859" y="112966"/>
                </a:lnTo>
                <a:lnTo>
                  <a:pt x="452208" y="135826"/>
                </a:lnTo>
                <a:lnTo>
                  <a:pt x="454621" y="155638"/>
                </a:lnTo>
                <a:lnTo>
                  <a:pt x="457365" y="173405"/>
                </a:lnTo>
                <a:lnTo>
                  <a:pt x="460527" y="189166"/>
                </a:lnTo>
                <a:lnTo>
                  <a:pt x="451104" y="196075"/>
                </a:lnTo>
                <a:lnTo>
                  <a:pt x="441096" y="202971"/>
                </a:lnTo>
                <a:lnTo>
                  <a:pt x="430530" y="209829"/>
                </a:lnTo>
                <a:lnTo>
                  <a:pt x="419379" y="216687"/>
                </a:lnTo>
                <a:lnTo>
                  <a:pt x="419379" y="163258"/>
                </a:lnTo>
                <a:lnTo>
                  <a:pt x="419379" y="131254"/>
                </a:lnTo>
                <a:lnTo>
                  <a:pt x="384327" y="131254"/>
                </a:lnTo>
                <a:lnTo>
                  <a:pt x="384327" y="163258"/>
                </a:lnTo>
                <a:lnTo>
                  <a:pt x="384327" y="225831"/>
                </a:lnTo>
                <a:lnTo>
                  <a:pt x="335470" y="225831"/>
                </a:lnTo>
                <a:lnTo>
                  <a:pt x="335470" y="163258"/>
                </a:lnTo>
                <a:lnTo>
                  <a:pt x="384327" y="163258"/>
                </a:lnTo>
                <a:lnTo>
                  <a:pt x="384327" y="131254"/>
                </a:lnTo>
                <a:lnTo>
                  <a:pt x="372135" y="131254"/>
                </a:lnTo>
                <a:lnTo>
                  <a:pt x="372135" y="77812"/>
                </a:lnTo>
                <a:lnTo>
                  <a:pt x="426999" y="77812"/>
                </a:lnTo>
                <a:lnTo>
                  <a:pt x="426999" y="45808"/>
                </a:lnTo>
                <a:lnTo>
                  <a:pt x="372135" y="45808"/>
                </a:lnTo>
                <a:lnTo>
                  <a:pt x="372135" y="1524"/>
                </a:lnTo>
                <a:lnTo>
                  <a:pt x="333946" y="1524"/>
                </a:lnTo>
                <a:lnTo>
                  <a:pt x="333946" y="131254"/>
                </a:lnTo>
                <a:lnTo>
                  <a:pt x="298894" y="131254"/>
                </a:lnTo>
                <a:lnTo>
                  <a:pt x="298894" y="274599"/>
                </a:lnTo>
                <a:lnTo>
                  <a:pt x="335470" y="274599"/>
                </a:lnTo>
                <a:lnTo>
                  <a:pt x="335470" y="257835"/>
                </a:lnTo>
                <a:lnTo>
                  <a:pt x="384327" y="257835"/>
                </a:lnTo>
                <a:lnTo>
                  <a:pt x="384327" y="271551"/>
                </a:lnTo>
                <a:lnTo>
                  <a:pt x="419379" y="271551"/>
                </a:lnTo>
                <a:lnTo>
                  <a:pt x="419379" y="257835"/>
                </a:lnTo>
                <a:lnTo>
                  <a:pt x="419379" y="234975"/>
                </a:lnTo>
                <a:lnTo>
                  <a:pt x="425475" y="241071"/>
                </a:lnTo>
                <a:lnTo>
                  <a:pt x="430047" y="247167"/>
                </a:lnTo>
                <a:lnTo>
                  <a:pt x="433095" y="251739"/>
                </a:lnTo>
                <a:lnTo>
                  <a:pt x="443128" y="245986"/>
                </a:lnTo>
                <a:lnTo>
                  <a:pt x="452716" y="239928"/>
                </a:lnTo>
                <a:lnTo>
                  <a:pt x="459689" y="234975"/>
                </a:lnTo>
                <a:lnTo>
                  <a:pt x="462038" y="233311"/>
                </a:lnTo>
                <a:lnTo>
                  <a:pt x="471195" y="225831"/>
                </a:lnTo>
                <a:lnTo>
                  <a:pt x="482358" y="250723"/>
                </a:lnTo>
                <a:lnTo>
                  <a:pt x="495249" y="268312"/>
                </a:lnTo>
                <a:lnTo>
                  <a:pt x="509854" y="278777"/>
                </a:lnTo>
                <a:lnTo>
                  <a:pt x="526161" y="282219"/>
                </a:lnTo>
                <a:lnTo>
                  <a:pt x="534733" y="281609"/>
                </a:lnTo>
                <a:lnTo>
                  <a:pt x="564070" y="246405"/>
                </a:lnTo>
                <a:lnTo>
                  <a:pt x="566000" y="238023"/>
                </a:lnTo>
                <a:lnTo>
                  <a:pt x="568820" y="225831"/>
                </a:lnTo>
                <a:lnTo>
                  <a:pt x="573405" y="199923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2209514" y="780764"/>
            <a:ext cx="1728470" cy="287020"/>
            <a:chOff x="2209514" y="780764"/>
            <a:chExt cx="1728470" cy="287020"/>
          </a:xfrm>
        </p:grpSpPr>
        <p:sp>
          <p:nvSpPr>
            <p:cNvPr id="8" name="object 8" descr=""/>
            <p:cNvSpPr/>
            <p:nvPr/>
          </p:nvSpPr>
          <p:spPr>
            <a:xfrm>
              <a:off x="2209507" y="782294"/>
              <a:ext cx="256540" cy="282575"/>
            </a:xfrm>
            <a:custGeom>
              <a:avLst/>
              <a:gdLst/>
              <a:ahLst/>
              <a:cxnLst/>
              <a:rect l="l" t="t" r="r" b="b"/>
              <a:pathLst>
                <a:path w="256539" h="282575">
                  <a:moveTo>
                    <a:pt x="149440" y="190690"/>
                  </a:moveTo>
                  <a:lnTo>
                    <a:pt x="106768" y="190690"/>
                  </a:lnTo>
                  <a:lnTo>
                    <a:pt x="106768" y="282219"/>
                  </a:lnTo>
                  <a:lnTo>
                    <a:pt x="149440" y="282219"/>
                  </a:lnTo>
                  <a:lnTo>
                    <a:pt x="149440" y="190690"/>
                  </a:lnTo>
                  <a:close/>
                </a:path>
                <a:path w="256539" h="282575">
                  <a:moveTo>
                    <a:pt x="149440" y="0"/>
                  </a:moveTo>
                  <a:lnTo>
                    <a:pt x="106768" y="0"/>
                  </a:lnTo>
                  <a:lnTo>
                    <a:pt x="106768" y="50380"/>
                  </a:lnTo>
                  <a:lnTo>
                    <a:pt x="149440" y="50380"/>
                  </a:lnTo>
                  <a:lnTo>
                    <a:pt x="149440" y="0"/>
                  </a:lnTo>
                  <a:close/>
                </a:path>
                <a:path w="256539" h="282575">
                  <a:moveTo>
                    <a:pt x="256222" y="190690"/>
                  </a:moveTo>
                  <a:lnTo>
                    <a:pt x="213550" y="190690"/>
                  </a:lnTo>
                  <a:lnTo>
                    <a:pt x="213550" y="210591"/>
                  </a:lnTo>
                  <a:lnTo>
                    <a:pt x="256222" y="210591"/>
                  </a:lnTo>
                  <a:lnTo>
                    <a:pt x="256222" y="190690"/>
                  </a:lnTo>
                  <a:close/>
                </a:path>
                <a:path w="256539" h="282575">
                  <a:moveTo>
                    <a:pt x="256222" y="50800"/>
                  </a:moveTo>
                  <a:lnTo>
                    <a:pt x="0" y="50800"/>
                  </a:lnTo>
                  <a:lnTo>
                    <a:pt x="0" y="90170"/>
                  </a:lnTo>
                  <a:lnTo>
                    <a:pt x="0" y="151130"/>
                  </a:lnTo>
                  <a:lnTo>
                    <a:pt x="0" y="190500"/>
                  </a:lnTo>
                  <a:lnTo>
                    <a:pt x="0" y="210820"/>
                  </a:lnTo>
                  <a:lnTo>
                    <a:pt x="42672" y="210820"/>
                  </a:lnTo>
                  <a:lnTo>
                    <a:pt x="42672" y="190500"/>
                  </a:lnTo>
                  <a:lnTo>
                    <a:pt x="256222" y="190500"/>
                  </a:lnTo>
                  <a:lnTo>
                    <a:pt x="256222" y="151130"/>
                  </a:lnTo>
                  <a:lnTo>
                    <a:pt x="42672" y="151130"/>
                  </a:lnTo>
                  <a:lnTo>
                    <a:pt x="42672" y="90170"/>
                  </a:lnTo>
                  <a:lnTo>
                    <a:pt x="106768" y="90170"/>
                  </a:lnTo>
                  <a:lnTo>
                    <a:pt x="106768" y="151066"/>
                  </a:lnTo>
                  <a:lnTo>
                    <a:pt x="149440" y="151066"/>
                  </a:lnTo>
                  <a:lnTo>
                    <a:pt x="149440" y="90170"/>
                  </a:lnTo>
                  <a:lnTo>
                    <a:pt x="213550" y="90170"/>
                  </a:lnTo>
                  <a:lnTo>
                    <a:pt x="213550" y="151066"/>
                  </a:lnTo>
                  <a:lnTo>
                    <a:pt x="256222" y="151066"/>
                  </a:lnTo>
                  <a:lnTo>
                    <a:pt x="256222" y="90170"/>
                  </a:lnTo>
                  <a:lnTo>
                    <a:pt x="256222" y="90004"/>
                  </a:lnTo>
                  <a:lnTo>
                    <a:pt x="256222" y="50800"/>
                  </a:lnTo>
                  <a:close/>
                </a:path>
              </a:pathLst>
            </a:custGeom>
            <a:solidFill>
              <a:srgbClr val="1C4D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99264" y="780764"/>
              <a:ext cx="1438179" cy="286797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4035075" y="786860"/>
            <a:ext cx="594995" cy="271780"/>
            <a:chOff x="4035075" y="786860"/>
            <a:chExt cx="594995" cy="271780"/>
          </a:xfrm>
        </p:grpSpPr>
        <p:sp>
          <p:nvSpPr>
            <p:cNvPr id="11" name="object 11" descr=""/>
            <p:cNvSpPr/>
            <p:nvPr/>
          </p:nvSpPr>
          <p:spPr>
            <a:xfrm>
              <a:off x="4035075" y="786860"/>
              <a:ext cx="78105" cy="266065"/>
            </a:xfrm>
            <a:custGeom>
              <a:avLst/>
              <a:gdLst/>
              <a:ahLst/>
              <a:cxnLst/>
              <a:rect l="l" t="t" r="r" b="b"/>
              <a:pathLst>
                <a:path w="78104" h="266065">
                  <a:moveTo>
                    <a:pt x="77724" y="265461"/>
                  </a:moveTo>
                  <a:lnTo>
                    <a:pt x="38100" y="265461"/>
                  </a:lnTo>
                  <a:lnTo>
                    <a:pt x="29527" y="250340"/>
                  </a:lnTo>
                  <a:lnTo>
                    <a:pt x="10668" y="202977"/>
                  </a:lnTo>
                  <a:lnTo>
                    <a:pt x="809" y="154877"/>
                  </a:lnTo>
                  <a:lnTo>
                    <a:pt x="0" y="138874"/>
                  </a:lnTo>
                  <a:lnTo>
                    <a:pt x="523" y="127181"/>
                  </a:lnTo>
                  <a:lnTo>
                    <a:pt x="8643" y="77462"/>
                  </a:lnTo>
                  <a:lnTo>
                    <a:pt x="22883" y="30097"/>
                  </a:lnTo>
                  <a:lnTo>
                    <a:pt x="38100" y="0"/>
                  </a:lnTo>
                  <a:lnTo>
                    <a:pt x="77724" y="0"/>
                  </a:lnTo>
                  <a:lnTo>
                    <a:pt x="72294" y="11485"/>
                  </a:lnTo>
                  <a:lnTo>
                    <a:pt x="67437" y="22943"/>
                  </a:lnTo>
                  <a:lnTo>
                    <a:pt x="52959" y="70199"/>
                  </a:lnTo>
                  <a:lnTo>
                    <a:pt x="48768" y="94583"/>
                  </a:lnTo>
                  <a:lnTo>
                    <a:pt x="46767" y="106044"/>
                  </a:lnTo>
                  <a:lnTo>
                    <a:pt x="45338" y="117336"/>
                  </a:lnTo>
                  <a:lnTo>
                    <a:pt x="44481" y="128324"/>
                  </a:lnTo>
                  <a:lnTo>
                    <a:pt x="44195" y="138874"/>
                  </a:lnTo>
                  <a:lnTo>
                    <a:pt x="44457" y="148256"/>
                  </a:lnTo>
                  <a:lnTo>
                    <a:pt x="52006" y="196262"/>
                  </a:lnTo>
                  <a:lnTo>
                    <a:pt x="66675" y="239934"/>
                  </a:lnTo>
                  <a:lnTo>
                    <a:pt x="77724" y="265461"/>
                  </a:lnTo>
                  <a:close/>
                </a:path>
              </a:pathLst>
            </a:custGeom>
            <a:solidFill>
              <a:srgbClr val="1C4D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35659" y="812863"/>
              <a:ext cx="93059" cy="21355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4251578" y="803719"/>
              <a:ext cx="105410" cy="255270"/>
            </a:xfrm>
            <a:custGeom>
              <a:avLst/>
              <a:gdLst/>
              <a:ahLst/>
              <a:cxnLst/>
              <a:rect l="l" t="t" r="r" b="b"/>
              <a:pathLst>
                <a:path w="105410" h="255269">
                  <a:moveTo>
                    <a:pt x="36576" y="254698"/>
                  </a:moveTo>
                  <a:lnTo>
                    <a:pt x="0" y="254698"/>
                  </a:lnTo>
                  <a:lnTo>
                    <a:pt x="68675" y="0"/>
                  </a:lnTo>
                  <a:lnTo>
                    <a:pt x="105251" y="0"/>
                  </a:lnTo>
                  <a:lnTo>
                    <a:pt x="36576" y="254698"/>
                  </a:lnTo>
                  <a:close/>
                </a:path>
              </a:pathLst>
            </a:custGeom>
            <a:solidFill>
              <a:srgbClr val="1C4D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76642" y="811339"/>
              <a:ext cx="152495" cy="215074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4553521" y="786860"/>
              <a:ext cx="76835" cy="266065"/>
            </a:xfrm>
            <a:custGeom>
              <a:avLst/>
              <a:gdLst/>
              <a:ahLst/>
              <a:cxnLst/>
              <a:rect l="l" t="t" r="r" b="b"/>
              <a:pathLst>
                <a:path w="76835" h="266065">
                  <a:moveTo>
                    <a:pt x="39719" y="265461"/>
                  </a:moveTo>
                  <a:lnTo>
                    <a:pt x="0" y="265461"/>
                  </a:lnTo>
                  <a:lnTo>
                    <a:pt x="6310" y="252055"/>
                  </a:lnTo>
                  <a:lnTo>
                    <a:pt x="11620" y="239363"/>
                  </a:lnTo>
                  <a:lnTo>
                    <a:pt x="25800" y="196262"/>
                  </a:lnTo>
                  <a:lnTo>
                    <a:pt x="32670" y="157353"/>
                  </a:lnTo>
                  <a:lnTo>
                    <a:pt x="33623" y="138874"/>
                  </a:lnTo>
                  <a:lnTo>
                    <a:pt x="33337" y="128324"/>
                  </a:lnTo>
                  <a:lnTo>
                    <a:pt x="32480" y="117336"/>
                  </a:lnTo>
                  <a:lnTo>
                    <a:pt x="31051" y="106044"/>
                  </a:lnTo>
                  <a:lnTo>
                    <a:pt x="29051" y="94583"/>
                  </a:lnTo>
                  <a:lnTo>
                    <a:pt x="27382" y="82248"/>
                  </a:lnTo>
                  <a:lnTo>
                    <a:pt x="14573" y="34383"/>
                  </a:lnTo>
                  <a:lnTo>
                    <a:pt x="0" y="0"/>
                  </a:lnTo>
                  <a:lnTo>
                    <a:pt x="39719" y="0"/>
                  </a:lnTo>
                  <a:lnTo>
                    <a:pt x="59531" y="41243"/>
                  </a:lnTo>
                  <a:lnTo>
                    <a:pt x="71723" y="90011"/>
                  </a:lnTo>
                  <a:lnTo>
                    <a:pt x="76295" y="138874"/>
                  </a:lnTo>
                  <a:lnTo>
                    <a:pt x="75723" y="154877"/>
                  </a:lnTo>
                  <a:lnTo>
                    <a:pt x="67151" y="202977"/>
                  </a:lnTo>
                  <a:lnTo>
                    <a:pt x="48291" y="250340"/>
                  </a:lnTo>
                  <a:lnTo>
                    <a:pt x="39719" y="265461"/>
                  </a:lnTo>
                  <a:close/>
                </a:path>
              </a:pathLst>
            </a:custGeom>
            <a:solidFill>
              <a:srgbClr val="1C4DD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364236" y="1243583"/>
            <a:ext cx="4928870" cy="1635760"/>
            <a:chOff x="364236" y="1243583"/>
            <a:chExt cx="4928870" cy="1635760"/>
          </a:xfrm>
        </p:grpSpPr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4236" y="1243583"/>
              <a:ext cx="4928615" cy="163521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7091" y="1275107"/>
              <a:ext cx="4840519" cy="1545345"/>
            </a:xfrm>
            <a:prstGeom prst="rect">
              <a:avLst/>
            </a:prstGeom>
          </p:spPr>
        </p:pic>
      </p:grpSp>
      <p:grpSp>
        <p:nvGrpSpPr>
          <p:cNvPr id="19" name="object 19" descr=""/>
          <p:cNvGrpSpPr/>
          <p:nvPr/>
        </p:nvGrpSpPr>
        <p:grpSpPr>
          <a:xfrm>
            <a:off x="5419344" y="1243583"/>
            <a:ext cx="4921250" cy="1635760"/>
            <a:chOff x="5419344" y="1243583"/>
            <a:chExt cx="4921250" cy="1635760"/>
          </a:xfrm>
        </p:grpSpPr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19344" y="1243583"/>
              <a:ext cx="4920995" cy="163521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85347" y="1275107"/>
              <a:ext cx="4840614" cy="1545345"/>
            </a:xfrm>
            <a:prstGeom prst="rect">
              <a:avLst/>
            </a:prstGeom>
          </p:spPr>
        </p:pic>
      </p:grpSp>
      <p:sp>
        <p:nvSpPr>
          <p:cNvPr id="22" name="object 22" descr=""/>
          <p:cNvSpPr/>
          <p:nvPr/>
        </p:nvSpPr>
        <p:spPr>
          <a:xfrm>
            <a:off x="387095" y="6123432"/>
            <a:ext cx="9939655" cy="9525"/>
          </a:xfrm>
          <a:custGeom>
            <a:avLst/>
            <a:gdLst/>
            <a:ahLst/>
            <a:cxnLst/>
            <a:rect l="l" t="t" r="r" b="b"/>
            <a:pathLst>
              <a:path w="9939655" h="9525">
                <a:moveTo>
                  <a:pt x="9939528" y="9144"/>
                </a:moveTo>
                <a:lnTo>
                  <a:pt x="0" y="9144"/>
                </a:lnTo>
                <a:lnTo>
                  <a:pt x="0" y="0"/>
                </a:lnTo>
                <a:lnTo>
                  <a:pt x="9939528" y="0"/>
                </a:lnTo>
                <a:lnTo>
                  <a:pt x="9939528" y="9144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90143" y="6248400"/>
            <a:ext cx="224218" cy="90011"/>
          </a:xfrm>
          <a:prstGeom prst="rect">
            <a:avLst/>
          </a:prstGeom>
        </p:spPr>
      </p:pic>
      <p:grpSp>
        <p:nvGrpSpPr>
          <p:cNvPr id="24" name="object 24" descr=""/>
          <p:cNvGrpSpPr/>
          <p:nvPr/>
        </p:nvGrpSpPr>
        <p:grpSpPr>
          <a:xfrm>
            <a:off x="9872948" y="6251447"/>
            <a:ext cx="257810" cy="102235"/>
            <a:chOff x="9872948" y="6251447"/>
            <a:chExt cx="257810" cy="102235"/>
          </a:xfrm>
        </p:grpSpPr>
        <p:pic>
          <p:nvPicPr>
            <p:cNvPr id="25" name="object 2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872948" y="6251447"/>
              <a:ext cx="216598" cy="102203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0115455" y="6277355"/>
              <a:ext cx="15240" cy="62865"/>
            </a:xfrm>
            <a:custGeom>
              <a:avLst/>
              <a:gdLst/>
              <a:ahLst/>
              <a:cxnLst/>
              <a:rect l="l" t="t" r="r" b="b"/>
              <a:pathLst>
                <a:path w="15240" h="62864">
                  <a:moveTo>
                    <a:pt x="13716" y="10763"/>
                  </a:moveTo>
                  <a:lnTo>
                    <a:pt x="1524" y="10763"/>
                  </a:lnTo>
                  <a:lnTo>
                    <a:pt x="0" y="9239"/>
                  </a:lnTo>
                  <a:lnTo>
                    <a:pt x="0" y="4667"/>
                  </a:lnTo>
                  <a:lnTo>
                    <a:pt x="3048" y="1619"/>
                  </a:lnTo>
                  <a:lnTo>
                    <a:pt x="4572" y="0"/>
                  </a:lnTo>
                  <a:lnTo>
                    <a:pt x="10668" y="0"/>
                  </a:lnTo>
                  <a:lnTo>
                    <a:pt x="12192" y="1619"/>
                  </a:lnTo>
                  <a:lnTo>
                    <a:pt x="15240" y="4667"/>
                  </a:lnTo>
                  <a:lnTo>
                    <a:pt x="15240" y="9239"/>
                  </a:lnTo>
                  <a:lnTo>
                    <a:pt x="13716" y="10763"/>
                  </a:lnTo>
                  <a:close/>
                </a:path>
                <a:path w="15240" h="62864">
                  <a:moveTo>
                    <a:pt x="9144" y="13811"/>
                  </a:moveTo>
                  <a:lnTo>
                    <a:pt x="6096" y="13811"/>
                  </a:lnTo>
                  <a:lnTo>
                    <a:pt x="3048" y="10763"/>
                  </a:lnTo>
                  <a:lnTo>
                    <a:pt x="12192" y="10763"/>
                  </a:lnTo>
                  <a:lnTo>
                    <a:pt x="9144" y="13811"/>
                  </a:lnTo>
                  <a:close/>
                </a:path>
                <a:path w="15240" h="62864">
                  <a:moveTo>
                    <a:pt x="10668" y="62579"/>
                  </a:moveTo>
                  <a:lnTo>
                    <a:pt x="4572" y="62579"/>
                  </a:lnTo>
                  <a:lnTo>
                    <a:pt x="0" y="58007"/>
                  </a:lnTo>
                  <a:lnTo>
                    <a:pt x="0" y="53435"/>
                  </a:lnTo>
                  <a:lnTo>
                    <a:pt x="4572" y="48863"/>
                  </a:lnTo>
                  <a:lnTo>
                    <a:pt x="10668" y="48863"/>
                  </a:lnTo>
                  <a:lnTo>
                    <a:pt x="15240" y="53435"/>
                  </a:lnTo>
                  <a:lnTo>
                    <a:pt x="15240" y="58007"/>
                  </a:lnTo>
                  <a:lnTo>
                    <a:pt x="10668" y="62579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7" name="object 27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211561" y="6256019"/>
            <a:ext cx="102203" cy="839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783" y="811339"/>
            <a:ext cx="196691" cy="23183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4581" y="811339"/>
            <a:ext cx="183070" cy="21812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5376" y="812863"/>
            <a:ext cx="204406" cy="21355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1363122" y="866203"/>
            <a:ext cx="52069" cy="163830"/>
          </a:xfrm>
          <a:custGeom>
            <a:avLst/>
            <a:gdLst/>
            <a:ahLst/>
            <a:cxnLst/>
            <a:rect l="l" t="t" r="r" b="b"/>
            <a:pathLst>
              <a:path w="52069" h="163830">
                <a:moveTo>
                  <a:pt x="33528" y="47339"/>
                </a:moveTo>
                <a:lnTo>
                  <a:pt x="18288" y="47339"/>
                </a:lnTo>
                <a:lnTo>
                  <a:pt x="12192" y="45815"/>
                </a:lnTo>
                <a:lnTo>
                  <a:pt x="7620" y="39719"/>
                </a:lnTo>
                <a:lnTo>
                  <a:pt x="3048" y="35147"/>
                </a:lnTo>
                <a:lnTo>
                  <a:pt x="0" y="30575"/>
                </a:lnTo>
                <a:lnTo>
                  <a:pt x="0" y="16764"/>
                </a:lnTo>
                <a:lnTo>
                  <a:pt x="3048" y="12192"/>
                </a:lnTo>
                <a:lnTo>
                  <a:pt x="7620" y="6096"/>
                </a:lnTo>
                <a:lnTo>
                  <a:pt x="12192" y="1524"/>
                </a:lnTo>
                <a:lnTo>
                  <a:pt x="18288" y="0"/>
                </a:lnTo>
                <a:lnTo>
                  <a:pt x="33528" y="0"/>
                </a:lnTo>
                <a:lnTo>
                  <a:pt x="39624" y="1524"/>
                </a:lnTo>
                <a:lnTo>
                  <a:pt x="44196" y="6096"/>
                </a:lnTo>
                <a:lnTo>
                  <a:pt x="50292" y="10668"/>
                </a:lnTo>
                <a:lnTo>
                  <a:pt x="51816" y="16764"/>
                </a:lnTo>
                <a:lnTo>
                  <a:pt x="51816" y="30575"/>
                </a:lnTo>
                <a:lnTo>
                  <a:pt x="50292" y="35147"/>
                </a:lnTo>
                <a:lnTo>
                  <a:pt x="39624" y="45815"/>
                </a:lnTo>
                <a:lnTo>
                  <a:pt x="33528" y="47339"/>
                </a:lnTo>
                <a:close/>
              </a:path>
              <a:path w="52069" h="163830">
                <a:moveTo>
                  <a:pt x="33528" y="163258"/>
                </a:moveTo>
                <a:lnTo>
                  <a:pt x="18288" y="163258"/>
                </a:lnTo>
                <a:lnTo>
                  <a:pt x="12192" y="161734"/>
                </a:lnTo>
                <a:lnTo>
                  <a:pt x="3048" y="152590"/>
                </a:lnTo>
                <a:lnTo>
                  <a:pt x="0" y="146494"/>
                </a:lnTo>
                <a:lnTo>
                  <a:pt x="0" y="132778"/>
                </a:lnTo>
                <a:lnTo>
                  <a:pt x="3048" y="128206"/>
                </a:lnTo>
                <a:lnTo>
                  <a:pt x="12192" y="119062"/>
                </a:lnTo>
                <a:lnTo>
                  <a:pt x="18288" y="116014"/>
                </a:lnTo>
                <a:lnTo>
                  <a:pt x="33528" y="116014"/>
                </a:lnTo>
                <a:lnTo>
                  <a:pt x="39624" y="117538"/>
                </a:lnTo>
                <a:lnTo>
                  <a:pt x="44196" y="123634"/>
                </a:lnTo>
                <a:lnTo>
                  <a:pt x="50292" y="128206"/>
                </a:lnTo>
                <a:lnTo>
                  <a:pt x="51816" y="132778"/>
                </a:lnTo>
                <a:lnTo>
                  <a:pt x="51816" y="146494"/>
                </a:lnTo>
                <a:lnTo>
                  <a:pt x="50292" y="152590"/>
                </a:lnTo>
                <a:lnTo>
                  <a:pt x="44196" y="157162"/>
                </a:lnTo>
                <a:lnTo>
                  <a:pt x="39624" y="161734"/>
                </a:lnTo>
                <a:lnTo>
                  <a:pt x="33528" y="163258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616290" y="782294"/>
            <a:ext cx="573405" cy="285750"/>
          </a:xfrm>
          <a:custGeom>
            <a:avLst/>
            <a:gdLst/>
            <a:ahLst/>
            <a:cxnLst/>
            <a:rect l="l" t="t" r="r" b="b"/>
            <a:pathLst>
              <a:path w="573405" h="285750">
                <a:moveTo>
                  <a:pt x="135724" y="100672"/>
                </a:moveTo>
                <a:lnTo>
                  <a:pt x="120637" y="92938"/>
                </a:lnTo>
                <a:lnTo>
                  <a:pt x="105244" y="85623"/>
                </a:lnTo>
                <a:lnTo>
                  <a:pt x="74676" y="71716"/>
                </a:lnTo>
                <a:lnTo>
                  <a:pt x="57912" y="97624"/>
                </a:lnTo>
                <a:lnTo>
                  <a:pt x="71958" y="104825"/>
                </a:lnTo>
                <a:lnTo>
                  <a:pt x="118960" y="129730"/>
                </a:lnTo>
                <a:lnTo>
                  <a:pt x="135724" y="100672"/>
                </a:lnTo>
                <a:close/>
              </a:path>
              <a:path w="573405" h="285750">
                <a:moveTo>
                  <a:pt x="269938" y="29044"/>
                </a:moveTo>
                <a:lnTo>
                  <a:pt x="169252" y="29044"/>
                </a:lnTo>
                <a:lnTo>
                  <a:pt x="166966" y="20434"/>
                </a:lnTo>
                <a:lnTo>
                  <a:pt x="164680" y="12814"/>
                </a:lnTo>
                <a:lnTo>
                  <a:pt x="162394" y="6045"/>
                </a:lnTo>
                <a:lnTo>
                  <a:pt x="160108" y="0"/>
                </a:lnTo>
                <a:lnTo>
                  <a:pt x="111340" y="4572"/>
                </a:lnTo>
                <a:lnTo>
                  <a:pt x="113626" y="10363"/>
                </a:lnTo>
                <a:lnTo>
                  <a:pt x="115912" y="16281"/>
                </a:lnTo>
                <a:lnTo>
                  <a:pt x="118198" y="22453"/>
                </a:lnTo>
                <a:lnTo>
                  <a:pt x="120484" y="29044"/>
                </a:lnTo>
                <a:lnTo>
                  <a:pt x="6096" y="29044"/>
                </a:lnTo>
                <a:lnTo>
                  <a:pt x="6096" y="103822"/>
                </a:lnTo>
                <a:lnTo>
                  <a:pt x="45720" y="103822"/>
                </a:lnTo>
                <a:lnTo>
                  <a:pt x="45720" y="64096"/>
                </a:lnTo>
                <a:lnTo>
                  <a:pt x="230314" y="64096"/>
                </a:lnTo>
                <a:lnTo>
                  <a:pt x="230314" y="103822"/>
                </a:lnTo>
                <a:lnTo>
                  <a:pt x="269938" y="103822"/>
                </a:lnTo>
                <a:lnTo>
                  <a:pt x="269938" y="64096"/>
                </a:lnTo>
                <a:lnTo>
                  <a:pt x="269938" y="29044"/>
                </a:lnTo>
                <a:close/>
              </a:path>
              <a:path w="573405" h="285750">
                <a:moveTo>
                  <a:pt x="276034" y="167830"/>
                </a:moveTo>
                <a:lnTo>
                  <a:pt x="176872" y="167830"/>
                </a:lnTo>
                <a:lnTo>
                  <a:pt x="179781" y="149021"/>
                </a:lnTo>
                <a:lnTo>
                  <a:pt x="179844" y="148374"/>
                </a:lnTo>
                <a:lnTo>
                  <a:pt x="181825" y="127050"/>
                </a:lnTo>
                <a:lnTo>
                  <a:pt x="181864" y="126479"/>
                </a:lnTo>
                <a:lnTo>
                  <a:pt x="183311" y="102209"/>
                </a:lnTo>
                <a:lnTo>
                  <a:pt x="183375" y="100672"/>
                </a:lnTo>
                <a:lnTo>
                  <a:pt x="184492" y="74764"/>
                </a:lnTo>
                <a:lnTo>
                  <a:pt x="144868" y="74764"/>
                </a:lnTo>
                <a:lnTo>
                  <a:pt x="144310" y="102209"/>
                </a:lnTo>
                <a:lnTo>
                  <a:pt x="144208" y="103822"/>
                </a:lnTo>
                <a:lnTo>
                  <a:pt x="140373" y="148374"/>
                </a:lnTo>
                <a:lnTo>
                  <a:pt x="137248" y="167830"/>
                </a:lnTo>
                <a:lnTo>
                  <a:pt x="94576" y="167830"/>
                </a:lnTo>
                <a:lnTo>
                  <a:pt x="112864" y="140398"/>
                </a:lnTo>
                <a:lnTo>
                  <a:pt x="96215" y="131559"/>
                </a:lnTo>
                <a:lnTo>
                  <a:pt x="80594" y="123444"/>
                </a:lnTo>
                <a:lnTo>
                  <a:pt x="65836" y="116179"/>
                </a:lnTo>
                <a:lnTo>
                  <a:pt x="51816" y="109918"/>
                </a:lnTo>
                <a:lnTo>
                  <a:pt x="35052" y="137350"/>
                </a:lnTo>
                <a:lnTo>
                  <a:pt x="61341" y="151447"/>
                </a:lnTo>
                <a:lnTo>
                  <a:pt x="75336" y="159207"/>
                </a:lnTo>
                <a:lnTo>
                  <a:pt x="89916" y="167830"/>
                </a:lnTo>
                <a:lnTo>
                  <a:pt x="0" y="167830"/>
                </a:lnTo>
                <a:lnTo>
                  <a:pt x="0" y="202971"/>
                </a:lnTo>
                <a:lnTo>
                  <a:pt x="123532" y="202971"/>
                </a:lnTo>
                <a:lnTo>
                  <a:pt x="106921" y="217601"/>
                </a:lnTo>
                <a:lnTo>
                  <a:pt x="82156" y="229641"/>
                </a:lnTo>
                <a:lnTo>
                  <a:pt x="49098" y="239407"/>
                </a:lnTo>
                <a:lnTo>
                  <a:pt x="8128" y="247078"/>
                </a:lnTo>
                <a:lnTo>
                  <a:pt x="7556" y="247078"/>
                </a:lnTo>
                <a:lnTo>
                  <a:pt x="18669" y="263359"/>
                </a:lnTo>
                <a:lnTo>
                  <a:pt x="25196" y="273532"/>
                </a:lnTo>
                <a:lnTo>
                  <a:pt x="32004" y="285267"/>
                </a:lnTo>
                <a:lnTo>
                  <a:pt x="67449" y="277012"/>
                </a:lnTo>
                <a:lnTo>
                  <a:pt x="98348" y="266026"/>
                </a:lnTo>
                <a:lnTo>
                  <a:pt x="124663" y="252488"/>
                </a:lnTo>
                <a:lnTo>
                  <a:pt x="146392" y="236499"/>
                </a:lnTo>
                <a:lnTo>
                  <a:pt x="174117" y="247078"/>
                </a:lnTo>
                <a:lnTo>
                  <a:pt x="202412" y="258216"/>
                </a:lnTo>
                <a:lnTo>
                  <a:pt x="231305" y="269938"/>
                </a:lnTo>
                <a:lnTo>
                  <a:pt x="260794" y="282219"/>
                </a:lnTo>
                <a:lnTo>
                  <a:pt x="274548" y="247078"/>
                </a:lnTo>
                <a:lnTo>
                  <a:pt x="274256" y="247078"/>
                </a:lnTo>
                <a:lnTo>
                  <a:pt x="247942" y="237147"/>
                </a:lnTo>
                <a:lnTo>
                  <a:pt x="246138" y="236499"/>
                </a:lnTo>
                <a:lnTo>
                  <a:pt x="220929" y="227545"/>
                </a:lnTo>
                <a:lnTo>
                  <a:pt x="166204" y="209067"/>
                </a:lnTo>
                <a:lnTo>
                  <a:pt x="167728" y="206019"/>
                </a:lnTo>
                <a:lnTo>
                  <a:pt x="167728" y="202971"/>
                </a:lnTo>
                <a:lnTo>
                  <a:pt x="276034" y="202971"/>
                </a:lnTo>
                <a:lnTo>
                  <a:pt x="276034" y="167830"/>
                </a:lnTo>
                <a:close/>
              </a:path>
              <a:path w="573405" h="285750">
                <a:moveTo>
                  <a:pt x="555117" y="38188"/>
                </a:moveTo>
                <a:lnTo>
                  <a:pt x="544614" y="28435"/>
                </a:lnTo>
                <a:lnTo>
                  <a:pt x="533933" y="19481"/>
                </a:lnTo>
                <a:lnTo>
                  <a:pt x="523608" y="11150"/>
                </a:lnTo>
                <a:lnTo>
                  <a:pt x="513969" y="3048"/>
                </a:lnTo>
                <a:lnTo>
                  <a:pt x="491007" y="25996"/>
                </a:lnTo>
                <a:lnTo>
                  <a:pt x="501332" y="35166"/>
                </a:lnTo>
                <a:lnTo>
                  <a:pt x="511479" y="44475"/>
                </a:lnTo>
                <a:lnTo>
                  <a:pt x="521322" y="54076"/>
                </a:lnTo>
                <a:lnTo>
                  <a:pt x="530733" y="64096"/>
                </a:lnTo>
                <a:lnTo>
                  <a:pt x="555117" y="38188"/>
                </a:lnTo>
                <a:close/>
              </a:path>
              <a:path w="573405" h="285750">
                <a:moveTo>
                  <a:pt x="573405" y="199923"/>
                </a:moveTo>
                <a:lnTo>
                  <a:pt x="560832" y="195567"/>
                </a:lnTo>
                <a:lnTo>
                  <a:pt x="550545" y="191655"/>
                </a:lnTo>
                <a:lnTo>
                  <a:pt x="542544" y="188048"/>
                </a:lnTo>
                <a:lnTo>
                  <a:pt x="536829" y="184594"/>
                </a:lnTo>
                <a:lnTo>
                  <a:pt x="535660" y="198704"/>
                </a:lnTo>
                <a:lnTo>
                  <a:pt x="529209" y="236499"/>
                </a:lnTo>
                <a:lnTo>
                  <a:pt x="527685" y="238023"/>
                </a:lnTo>
                <a:lnTo>
                  <a:pt x="521589" y="238023"/>
                </a:lnTo>
                <a:lnTo>
                  <a:pt x="520065" y="234975"/>
                </a:lnTo>
                <a:lnTo>
                  <a:pt x="515518" y="227571"/>
                </a:lnTo>
                <a:lnTo>
                  <a:pt x="511111" y="219163"/>
                </a:lnTo>
                <a:lnTo>
                  <a:pt x="510006" y="216687"/>
                </a:lnTo>
                <a:lnTo>
                  <a:pt x="506958" y="209829"/>
                </a:lnTo>
                <a:lnTo>
                  <a:pt x="503301" y="199923"/>
                </a:lnTo>
                <a:lnTo>
                  <a:pt x="520153" y="183540"/>
                </a:lnTo>
                <a:lnTo>
                  <a:pt x="536448" y="166319"/>
                </a:lnTo>
                <a:lnTo>
                  <a:pt x="541680" y="160210"/>
                </a:lnTo>
                <a:lnTo>
                  <a:pt x="552157" y="147967"/>
                </a:lnTo>
                <a:lnTo>
                  <a:pt x="567309" y="128206"/>
                </a:lnTo>
                <a:lnTo>
                  <a:pt x="535305" y="106870"/>
                </a:lnTo>
                <a:lnTo>
                  <a:pt x="525043" y="122059"/>
                </a:lnTo>
                <a:lnTo>
                  <a:pt x="514908" y="135826"/>
                </a:lnTo>
                <a:lnTo>
                  <a:pt x="505040" y="148450"/>
                </a:lnTo>
                <a:lnTo>
                  <a:pt x="495579" y="160210"/>
                </a:lnTo>
                <a:lnTo>
                  <a:pt x="493534" y="147967"/>
                </a:lnTo>
                <a:lnTo>
                  <a:pt x="491959" y="135255"/>
                </a:lnTo>
                <a:lnTo>
                  <a:pt x="490651" y="121424"/>
                </a:lnTo>
                <a:lnTo>
                  <a:pt x="489978" y="112966"/>
                </a:lnTo>
                <a:lnTo>
                  <a:pt x="489483" y="106870"/>
                </a:lnTo>
                <a:lnTo>
                  <a:pt x="567309" y="96100"/>
                </a:lnTo>
                <a:lnTo>
                  <a:pt x="565226" y="73240"/>
                </a:lnTo>
                <a:lnTo>
                  <a:pt x="564261" y="62572"/>
                </a:lnTo>
                <a:lnTo>
                  <a:pt x="486435" y="73240"/>
                </a:lnTo>
                <a:lnTo>
                  <a:pt x="484911" y="0"/>
                </a:lnTo>
                <a:lnTo>
                  <a:pt x="445287" y="0"/>
                </a:lnTo>
                <a:lnTo>
                  <a:pt x="445338" y="3048"/>
                </a:lnTo>
                <a:lnTo>
                  <a:pt x="445439" y="11150"/>
                </a:lnTo>
                <a:lnTo>
                  <a:pt x="445554" y="19481"/>
                </a:lnTo>
                <a:lnTo>
                  <a:pt x="446239" y="38950"/>
                </a:lnTo>
                <a:lnTo>
                  <a:pt x="447217" y="58381"/>
                </a:lnTo>
                <a:lnTo>
                  <a:pt x="448335" y="77812"/>
                </a:lnTo>
                <a:lnTo>
                  <a:pt x="410235" y="83908"/>
                </a:lnTo>
                <a:lnTo>
                  <a:pt x="414807" y="117538"/>
                </a:lnTo>
                <a:lnTo>
                  <a:pt x="449859" y="112966"/>
                </a:lnTo>
                <a:lnTo>
                  <a:pt x="452208" y="135826"/>
                </a:lnTo>
                <a:lnTo>
                  <a:pt x="454621" y="155638"/>
                </a:lnTo>
                <a:lnTo>
                  <a:pt x="457365" y="173405"/>
                </a:lnTo>
                <a:lnTo>
                  <a:pt x="460527" y="189166"/>
                </a:lnTo>
                <a:lnTo>
                  <a:pt x="451104" y="196075"/>
                </a:lnTo>
                <a:lnTo>
                  <a:pt x="441096" y="202971"/>
                </a:lnTo>
                <a:lnTo>
                  <a:pt x="430530" y="209829"/>
                </a:lnTo>
                <a:lnTo>
                  <a:pt x="419379" y="216687"/>
                </a:lnTo>
                <a:lnTo>
                  <a:pt x="419379" y="163258"/>
                </a:lnTo>
                <a:lnTo>
                  <a:pt x="419379" y="131254"/>
                </a:lnTo>
                <a:lnTo>
                  <a:pt x="384327" y="131254"/>
                </a:lnTo>
                <a:lnTo>
                  <a:pt x="384327" y="163258"/>
                </a:lnTo>
                <a:lnTo>
                  <a:pt x="384327" y="225831"/>
                </a:lnTo>
                <a:lnTo>
                  <a:pt x="335470" y="225831"/>
                </a:lnTo>
                <a:lnTo>
                  <a:pt x="335470" y="163258"/>
                </a:lnTo>
                <a:lnTo>
                  <a:pt x="384327" y="163258"/>
                </a:lnTo>
                <a:lnTo>
                  <a:pt x="384327" y="131254"/>
                </a:lnTo>
                <a:lnTo>
                  <a:pt x="372135" y="131254"/>
                </a:lnTo>
                <a:lnTo>
                  <a:pt x="372135" y="77812"/>
                </a:lnTo>
                <a:lnTo>
                  <a:pt x="426999" y="77812"/>
                </a:lnTo>
                <a:lnTo>
                  <a:pt x="426999" y="45808"/>
                </a:lnTo>
                <a:lnTo>
                  <a:pt x="372135" y="45808"/>
                </a:lnTo>
                <a:lnTo>
                  <a:pt x="372135" y="1524"/>
                </a:lnTo>
                <a:lnTo>
                  <a:pt x="333946" y="1524"/>
                </a:lnTo>
                <a:lnTo>
                  <a:pt x="333946" y="131254"/>
                </a:lnTo>
                <a:lnTo>
                  <a:pt x="298894" y="131254"/>
                </a:lnTo>
                <a:lnTo>
                  <a:pt x="298894" y="274599"/>
                </a:lnTo>
                <a:lnTo>
                  <a:pt x="335470" y="274599"/>
                </a:lnTo>
                <a:lnTo>
                  <a:pt x="335470" y="257835"/>
                </a:lnTo>
                <a:lnTo>
                  <a:pt x="384327" y="257835"/>
                </a:lnTo>
                <a:lnTo>
                  <a:pt x="384327" y="271551"/>
                </a:lnTo>
                <a:lnTo>
                  <a:pt x="419379" y="271551"/>
                </a:lnTo>
                <a:lnTo>
                  <a:pt x="419379" y="257835"/>
                </a:lnTo>
                <a:lnTo>
                  <a:pt x="419379" y="234975"/>
                </a:lnTo>
                <a:lnTo>
                  <a:pt x="425475" y="241071"/>
                </a:lnTo>
                <a:lnTo>
                  <a:pt x="430047" y="247167"/>
                </a:lnTo>
                <a:lnTo>
                  <a:pt x="433095" y="251739"/>
                </a:lnTo>
                <a:lnTo>
                  <a:pt x="443128" y="245986"/>
                </a:lnTo>
                <a:lnTo>
                  <a:pt x="452716" y="239928"/>
                </a:lnTo>
                <a:lnTo>
                  <a:pt x="459689" y="234975"/>
                </a:lnTo>
                <a:lnTo>
                  <a:pt x="462038" y="233311"/>
                </a:lnTo>
                <a:lnTo>
                  <a:pt x="471195" y="225831"/>
                </a:lnTo>
                <a:lnTo>
                  <a:pt x="482358" y="250723"/>
                </a:lnTo>
                <a:lnTo>
                  <a:pt x="495249" y="268312"/>
                </a:lnTo>
                <a:lnTo>
                  <a:pt x="509854" y="278777"/>
                </a:lnTo>
                <a:lnTo>
                  <a:pt x="526161" y="282219"/>
                </a:lnTo>
                <a:lnTo>
                  <a:pt x="534733" y="281609"/>
                </a:lnTo>
                <a:lnTo>
                  <a:pt x="564070" y="246405"/>
                </a:lnTo>
                <a:lnTo>
                  <a:pt x="566000" y="238023"/>
                </a:lnTo>
                <a:lnTo>
                  <a:pt x="568820" y="225831"/>
                </a:lnTo>
                <a:lnTo>
                  <a:pt x="573405" y="199923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2209514" y="780764"/>
            <a:ext cx="1728470" cy="287020"/>
            <a:chOff x="2209514" y="780764"/>
            <a:chExt cx="1728470" cy="287020"/>
          </a:xfrm>
        </p:grpSpPr>
        <p:sp>
          <p:nvSpPr>
            <p:cNvPr id="8" name="object 8" descr=""/>
            <p:cNvSpPr/>
            <p:nvPr/>
          </p:nvSpPr>
          <p:spPr>
            <a:xfrm>
              <a:off x="2209507" y="782294"/>
              <a:ext cx="256540" cy="282575"/>
            </a:xfrm>
            <a:custGeom>
              <a:avLst/>
              <a:gdLst/>
              <a:ahLst/>
              <a:cxnLst/>
              <a:rect l="l" t="t" r="r" b="b"/>
              <a:pathLst>
                <a:path w="256539" h="282575">
                  <a:moveTo>
                    <a:pt x="149440" y="190690"/>
                  </a:moveTo>
                  <a:lnTo>
                    <a:pt x="106768" y="190690"/>
                  </a:lnTo>
                  <a:lnTo>
                    <a:pt x="106768" y="282219"/>
                  </a:lnTo>
                  <a:lnTo>
                    <a:pt x="149440" y="282219"/>
                  </a:lnTo>
                  <a:lnTo>
                    <a:pt x="149440" y="190690"/>
                  </a:lnTo>
                  <a:close/>
                </a:path>
                <a:path w="256539" h="282575">
                  <a:moveTo>
                    <a:pt x="149440" y="0"/>
                  </a:moveTo>
                  <a:lnTo>
                    <a:pt x="106768" y="0"/>
                  </a:lnTo>
                  <a:lnTo>
                    <a:pt x="106768" y="50380"/>
                  </a:lnTo>
                  <a:lnTo>
                    <a:pt x="149440" y="50380"/>
                  </a:lnTo>
                  <a:lnTo>
                    <a:pt x="149440" y="0"/>
                  </a:lnTo>
                  <a:close/>
                </a:path>
                <a:path w="256539" h="282575">
                  <a:moveTo>
                    <a:pt x="256222" y="190690"/>
                  </a:moveTo>
                  <a:lnTo>
                    <a:pt x="213550" y="190690"/>
                  </a:lnTo>
                  <a:lnTo>
                    <a:pt x="213550" y="210591"/>
                  </a:lnTo>
                  <a:lnTo>
                    <a:pt x="256222" y="210591"/>
                  </a:lnTo>
                  <a:lnTo>
                    <a:pt x="256222" y="190690"/>
                  </a:lnTo>
                  <a:close/>
                </a:path>
                <a:path w="256539" h="282575">
                  <a:moveTo>
                    <a:pt x="256222" y="50800"/>
                  </a:moveTo>
                  <a:lnTo>
                    <a:pt x="0" y="50800"/>
                  </a:lnTo>
                  <a:lnTo>
                    <a:pt x="0" y="90170"/>
                  </a:lnTo>
                  <a:lnTo>
                    <a:pt x="0" y="151130"/>
                  </a:lnTo>
                  <a:lnTo>
                    <a:pt x="0" y="190500"/>
                  </a:lnTo>
                  <a:lnTo>
                    <a:pt x="0" y="210820"/>
                  </a:lnTo>
                  <a:lnTo>
                    <a:pt x="42672" y="210820"/>
                  </a:lnTo>
                  <a:lnTo>
                    <a:pt x="42672" y="190500"/>
                  </a:lnTo>
                  <a:lnTo>
                    <a:pt x="256222" y="190500"/>
                  </a:lnTo>
                  <a:lnTo>
                    <a:pt x="256222" y="151130"/>
                  </a:lnTo>
                  <a:lnTo>
                    <a:pt x="42672" y="151130"/>
                  </a:lnTo>
                  <a:lnTo>
                    <a:pt x="42672" y="90170"/>
                  </a:lnTo>
                  <a:lnTo>
                    <a:pt x="106768" y="90170"/>
                  </a:lnTo>
                  <a:lnTo>
                    <a:pt x="106768" y="151066"/>
                  </a:lnTo>
                  <a:lnTo>
                    <a:pt x="149440" y="151066"/>
                  </a:lnTo>
                  <a:lnTo>
                    <a:pt x="149440" y="90170"/>
                  </a:lnTo>
                  <a:lnTo>
                    <a:pt x="213550" y="90170"/>
                  </a:lnTo>
                  <a:lnTo>
                    <a:pt x="213550" y="151066"/>
                  </a:lnTo>
                  <a:lnTo>
                    <a:pt x="256222" y="151066"/>
                  </a:lnTo>
                  <a:lnTo>
                    <a:pt x="256222" y="90170"/>
                  </a:lnTo>
                  <a:lnTo>
                    <a:pt x="256222" y="90004"/>
                  </a:lnTo>
                  <a:lnTo>
                    <a:pt x="256222" y="50800"/>
                  </a:lnTo>
                  <a:close/>
                </a:path>
              </a:pathLst>
            </a:custGeom>
            <a:solidFill>
              <a:srgbClr val="1C4D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99264" y="780764"/>
              <a:ext cx="1438179" cy="286797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4035075" y="786860"/>
            <a:ext cx="652780" cy="271780"/>
            <a:chOff x="4035075" y="786860"/>
            <a:chExt cx="652780" cy="271780"/>
          </a:xfrm>
        </p:grpSpPr>
        <p:sp>
          <p:nvSpPr>
            <p:cNvPr id="11" name="object 11" descr=""/>
            <p:cNvSpPr/>
            <p:nvPr/>
          </p:nvSpPr>
          <p:spPr>
            <a:xfrm>
              <a:off x="4035075" y="786860"/>
              <a:ext cx="78105" cy="266065"/>
            </a:xfrm>
            <a:custGeom>
              <a:avLst/>
              <a:gdLst/>
              <a:ahLst/>
              <a:cxnLst/>
              <a:rect l="l" t="t" r="r" b="b"/>
              <a:pathLst>
                <a:path w="78104" h="266065">
                  <a:moveTo>
                    <a:pt x="77724" y="265461"/>
                  </a:moveTo>
                  <a:lnTo>
                    <a:pt x="38100" y="265461"/>
                  </a:lnTo>
                  <a:lnTo>
                    <a:pt x="29527" y="250340"/>
                  </a:lnTo>
                  <a:lnTo>
                    <a:pt x="10668" y="202977"/>
                  </a:lnTo>
                  <a:lnTo>
                    <a:pt x="809" y="154877"/>
                  </a:lnTo>
                  <a:lnTo>
                    <a:pt x="0" y="138874"/>
                  </a:lnTo>
                  <a:lnTo>
                    <a:pt x="523" y="127181"/>
                  </a:lnTo>
                  <a:lnTo>
                    <a:pt x="8643" y="77462"/>
                  </a:lnTo>
                  <a:lnTo>
                    <a:pt x="22883" y="30097"/>
                  </a:lnTo>
                  <a:lnTo>
                    <a:pt x="38100" y="0"/>
                  </a:lnTo>
                  <a:lnTo>
                    <a:pt x="77724" y="0"/>
                  </a:lnTo>
                  <a:lnTo>
                    <a:pt x="72294" y="11485"/>
                  </a:lnTo>
                  <a:lnTo>
                    <a:pt x="67437" y="22943"/>
                  </a:lnTo>
                  <a:lnTo>
                    <a:pt x="52959" y="70199"/>
                  </a:lnTo>
                  <a:lnTo>
                    <a:pt x="48768" y="94583"/>
                  </a:lnTo>
                  <a:lnTo>
                    <a:pt x="46767" y="106044"/>
                  </a:lnTo>
                  <a:lnTo>
                    <a:pt x="45338" y="117336"/>
                  </a:lnTo>
                  <a:lnTo>
                    <a:pt x="44481" y="128324"/>
                  </a:lnTo>
                  <a:lnTo>
                    <a:pt x="44195" y="138874"/>
                  </a:lnTo>
                  <a:lnTo>
                    <a:pt x="44457" y="148256"/>
                  </a:lnTo>
                  <a:lnTo>
                    <a:pt x="52006" y="196262"/>
                  </a:lnTo>
                  <a:lnTo>
                    <a:pt x="66675" y="239934"/>
                  </a:lnTo>
                  <a:lnTo>
                    <a:pt x="77724" y="265461"/>
                  </a:lnTo>
                  <a:close/>
                </a:path>
              </a:pathLst>
            </a:custGeom>
            <a:solidFill>
              <a:srgbClr val="1C4D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37183" y="811339"/>
              <a:ext cx="152495" cy="215074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4309586" y="803719"/>
              <a:ext cx="105410" cy="255270"/>
            </a:xfrm>
            <a:custGeom>
              <a:avLst/>
              <a:gdLst/>
              <a:ahLst/>
              <a:cxnLst/>
              <a:rect l="l" t="t" r="r" b="b"/>
              <a:pathLst>
                <a:path w="105410" h="255269">
                  <a:moveTo>
                    <a:pt x="36575" y="254698"/>
                  </a:moveTo>
                  <a:lnTo>
                    <a:pt x="0" y="254698"/>
                  </a:lnTo>
                  <a:lnTo>
                    <a:pt x="68579" y="0"/>
                  </a:lnTo>
                  <a:lnTo>
                    <a:pt x="105155" y="0"/>
                  </a:lnTo>
                  <a:lnTo>
                    <a:pt x="36575" y="254698"/>
                  </a:lnTo>
                  <a:close/>
                </a:path>
              </a:pathLst>
            </a:custGeom>
            <a:solidFill>
              <a:srgbClr val="1C4D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34554" y="811339"/>
              <a:ext cx="152590" cy="215074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4611528" y="786860"/>
              <a:ext cx="76835" cy="266065"/>
            </a:xfrm>
            <a:custGeom>
              <a:avLst/>
              <a:gdLst/>
              <a:ahLst/>
              <a:cxnLst/>
              <a:rect l="l" t="t" r="r" b="b"/>
              <a:pathLst>
                <a:path w="76835" h="266065">
                  <a:moveTo>
                    <a:pt x="39719" y="265461"/>
                  </a:moveTo>
                  <a:lnTo>
                    <a:pt x="0" y="265461"/>
                  </a:lnTo>
                  <a:lnTo>
                    <a:pt x="6310" y="252055"/>
                  </a:lnTo>
                  <a:lnTo>
                    <a:pt x="11620" y="239363"/>
                  </a:lnTo>
                  <a:lnTo>
                    <a:pt x="25800" y="196262"/>
                  </a:lnTo>
                  <a:lnTo>
                    <a:pt x="32670" y="157353"/>
                  </a:lnTo>
                  <a:lnTo>
                    <a:pt x="33623" y="138874"/>
                  </a:lnTo>
                  <a:lnTo>
                    <a:pt x="33337" y="128324"/>
                  </a:lnTo>
                  <a:lnTo>
                    <a:pt x="32480" y="117336"/>
                  </a:lnTo>
                  <a:lnTo>
                    <a:pt x="31051" y="106044"/>
                  </a:lnTo>
                  <a:lnTo>
                    <a:pt x="29051" y="94583"/>
                  </a:lnTo>
                  <a:lnTo>
                    <a:pt x="27382" y="82248"/>
                  </a:lnTo>
                  <a:lnTo>
                    <a:pt x="14573" y="34383"/>
                  </a:lnTo>
                  <a:lnTo>
                    <a:pt x="0" y="0"/>
                  </a:lnTo>
                  <a:lnTo>
                    <a:pt x="39719" y="0"/>
                  </a:lnTo>
                  <a:lnTo>
                    <a:pt x="59531" y="41243"/>
                  </a:lnTo>
                  <a:lnTo>
                    <a:pt x="71723" y="90011"/>
                  </a:lnTo>
                  <a:lnTo>
                    <a:pt x="76295" y="138874"/>
                  </a:lnTo>
                  <a:lnTo>
                    <a:pt x="75723" y="154877"/>
                  </a:lnTo>
                  <a:lnTo>
                    <a:pt x="67151" y="202977"/>
                  </a:lnTo>
                  <a:lnTo>
                    <a:pt x="48291" y="250340"/>
                  </a:lnTo>
                  <a:lnTo>
                    <a:pt x="39719" y="265461"/>
                  </a:lnTo>
                  <a:close/>
                </a:path>
              </a:pathLst>
            </a:custGeom>
            <a:solidFill>
              <a:srgbClr val="1C4DD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364236" y="1243583"/>
            <a:ext cx="4928870" cy="1854835"/>
            <a:chOff x="364236" y="1243583"/>
            <a:chExt cx="4928870" cy="1854835"/>
          </a:xfrm>
        </p:grpSpPr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4236" y="1243583"/>
              <a:ext cx="4928615" cy="1854672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7091" y="1275106"/>
              <a:ext cx="4840519" cy="1768135"/>
            </a:xfrm>
            <a:prstGeom prst="rect">
              <a:avLst/>
            </a:prstGeom>
          </p:spPr>
        </p:pic>
      </p:grpSp>
      <p:grpSp>
        <p:nvGrpSpPr>
          <p:cNvPr id="19" name="object 19" descr=""/>
          <p:cNvGrpSpPr/>
          <p:nvPr/>
        </p:nvGrpSpPr>
        <p:grpSpPr>
          <a:xfrm>
            <a:off x="5419344" y="1243583"/>
            <a:ext cx="4921250" cy="1635760"/>
            <a:chOff x="5419344" y="1243583"/>
            <a:chExt cx="4921250" cy="1635760"/>
          </a:xfrm>
        </p:grpSpPr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19344" y="1243583"/>
              <a:ext cx="4920995" cy="163521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85347" y="1275107"/>
              <a:ext cx="4840614" cy="1545345"/>
            </a:xfrm>
            <a:prstGeom prst="rect">
              <a:avLst/>
            </a:prstGeom>
          </p:spPr>
        </p:pic>
      </p:grpSp>
      <p:sp>
        <p:nvSpPr>
          <p:cNvPr id="22" name="object 22" descr=""/>
          <p:cNvSpPr/>
          <p:nvPr/>
        </p:nvSpPr>
        <p:spPr>
          <a:xfrm>
            <a:off x="4118889" y="4835753"/>
            <a:ext cx="1093470" cy="201930"/>
          </a:xfrm>
          <a:custGeom>
            <a:avLst/>
            <a:gdLst/>
            <a:ahLst/>
            <a:cxnLst/>
            <a:rect l="l" t="t" r="r" b="b"/>
            <a:pathLst>
              <a:path w="1093470" h="201929">
                <a:moveTo>
                  <a:pt x="28956" y="67144"/>
                </a:moveTo>
                <a:lnTo>
                  <a:pt x="25450" y="59880"/>
                </a:lnTo>
                <a:lnTo>
                  <a:pt x="18669" y="45212"/>
                </a:lnTo>
                <a:lnTo>
                  <a:pt x="15240" y="38100"/>
                </a:lnTo>
                <a:lnTo>
                  <a:pt x="0" y="44196"/>
                </a:lnTo>
                <a:lnTo>
                  <a:pt x="4051" y="52222"/>
                </a:lnTo>
                <a:lnTo>
                  <a:pt x="7213" y="60045"/>
                </a:lnTo>
                <a:lnTo>
                  <a:pt x="10020" y="68148"/>
                </a:lnTo>
                <a:lnTo>
                  <a:pt x="12192" y="74764"/>
                </a:lnTo>
                <a:lnTo>
                  <a:pt x="28956" y="67144"/>
                </a:lnTo>
                <a:close/>
              </a:path>
              <a:path w="1093470" h="201929">
                <a:moveTo>
                  <a:pt x="88480" y="42672"/>
                </a:moveTo>
                <a:lnTo>
                  <a:pt x="68668" y="35052"/>
                </a:lnTo>
                <a:lnTo>
                  <a:pt x="66027" y="43256"/>
                </a:lnTo>
                <a:lnTo>
                  <a:pt x="62953" y="51104"/>
                </a:lnTo>
                <a:lnTo>
                  <a:pt x="59245" y="59131"/>
                </a:lnTo>
                <a:lnTo>
                  <a:pt x="54952" y="67144"/>
                </a:lnTo>
                <a:lnTo>
                  <a:pt x="54952" y="35052"/>
                </a:lnTo>
                <a:lnTo>
                  <a:pt x="54952" y="32004"/>
                </a:lnTo>
                <a:lnTo>
                  <a:pt x="83908" y="28956"/>
                </a:lnTo>
                <a:lnTo>
                  <a:pt x="79336" y="7620"/>
                </a:lnTo>
                <a:lnTo>
                  <a:pt x="59664" y="9855"/>
                </a:lnTo>
                <a:lnTo>
                  <a:pt x="39674" y="11811"/>
                </a:lnTo>
                <a:lnTo>
                  <a:pt x="19685" y="13195"/>
                </a:lnTo>
                <a:lnTo>
                  <a:pt x="0" y="13716"/>
                </a:lnTo>
                <a:lnTo>
                  <a:pt x="4572" y="36576"/>
                </a:lnTo>
                <a:lnTo>
                  <a:pt x="30480" y="35052"/>
                </a:lnTo>
                <a:lnTo>
                  <a:pt x="30480" y="79336"/>
                </a:lnTo>
                <a:lnTo>
                  <a:pt x="3048" y="79336"/>
                </a:lnTo>
                <a:lnTo>
                  <a:pt x="3048" y="102196"/>
                </a:lnTo>
                <a:lnTo>
                  <a:pt x="27432" y="102196"/>
                </a:lnTo>
                <a:lnTo>
                  <a:pt x="21424" y="114490"/>
                </a:lnTo>
                <a:lnTo>
                  <a:pt x="14859" y="126212"/>
                </a:lnTo>
                <a:lnTo>
                  <a:pt x="7708" y="137388"/>
                </a:lnTo>
                <a:lnTo>
                  <a:pt x="0" y="148018"/>
                </a:lnTo>
                <a:lnTo>
                  <a:pt x="2286" y="155155"/>
                </a:lnTo>
                <a:lnTo>
                  <a:pt x="4572" y="162877"/>
                </a:lnTo>
                <a:lnTo>
                  <a:pt x="6858" y="171157"/>
                </a:lnTo>
                <a:lnTo>
                  <a:pt x="9144" y="180022"/>
                </a:lnTo>
                <a:lnTo>
                  <a:pt x="14833" y="171716"/>
                </a:lnTo>
                <a:lnTo>
                  <a:pt x="20383" y="162687"/>
                </a:lnTo>
                <a:lnTo>
                  <a:pt x="25641" y="152806"/>
                </a:lnTo>
                <a:lnTo>
                  <a:pt x="30480" y="141922"/>
                </a:lnTo>
                <a:lnTo>
                  <a:pt x="30480" y="198310"/>
                </a:lnTo>
                <a:lnTo>
                  <a:pt x="54952" y="198310"/>
                </a:lnTo>
                <a:lnTo>
                  <a:pt x="54952" y="141922"/>
                </a:lnTo>
                <a:lnTo>
                  <a:pt x="54952" y="134200"/>
                </a:lnTo>
                <a:lnTo>
                  <a:pt x="59524" y="138772"/>
                </a:lnTo>
                <a:lnTo>
                  <a:pt x="64096" y="143446"/>
                </a:lnTo>
                <a:lnTo>
                  <a:pt x="68668" y="148018"/>
                </a:lnTo>
                <a:lnTo>
                  <a:pt x="80124" y="134200"/>
                </a:lnTo>
                <a:lnTo>
                  <a:pt x="83908" y="129628"/>
                </a:lnTo>
                <a:lnTo>
                  <a:pt x="77673" y="124777"/>
                </a:lnTo>
                <a:lnTo>
                  <a:pt x="70573" y="119341"/>
                </a:lnTo>
                <a:lnTo>
                  <a:pt x="62915" y="113347"/>
                </a:lnTo>
                <a:lnTo>
                  <a:pt x="54952" y="106768"/>
                </a:lnTo>
                <a:lnTo>
                  <a:pt x="54952" y="102196"/>
                </a:lnTo>
                <a:lnTo>
                  <a:pt x="82384" y="102196"/>
                </a:lnTo>
                <a:lnTo>
                  <a:pt x="82384" y="79336"/>
                </a:lnTo>
                <a:lnTo>
                  <a:pt x="54952" y="79336"/>
                </a:lnTo>
                <a:lnTo>
                  <a:pt x="54952" y="68668"/>
                </a:lnTo>
                <a:lnTo>
                  <a:pt x="70192" y="74764"/>
                </a:lnTo>
                <a:lnTo>
                  <a:pt x="74104" y="68668"/>
                </a:lnTo>
                <a:lnTo>
                  <a:pt x="74764" y="67627"/>
                </a:lnTo>
                <a:lnTo>
                  <a:pt x="75057" y="67144"/>
                </a:lnTo>
                <a:lnTo>
                  <a:pt x="79349" y="59880"/>
                </a:lnTo>
                <a:lnTo>
                  <a:pt x="83908" y="51587"/>
                </a:lnTo>
                <a:lnTo>
                  <a:pt x="88480" y="42672"/>
                </a:lnTo>
                <a:close/>
              </a:path>
              <a:path w="1093470" h="201929">
                <a:moveTo>
                  <a:pt x="198310" y="146494"/>
                </a:moveTo>
                <a:lnTo>
                  <a:pt x="152488" y="146494"/>
                </a:lnTo>
                <a:lnTo>
                  <a:pt x="152488" y="131152"/>
                </a:lnTo>
                <a:lnTo>
                  <a:pt x="192214" y="131152"/>
                </a:lnTo>
                <a:lnTo>
                  <a:pt x="192214" y="108292"/>
                </a:lnTo>
                <a:lnTo>
                  <a:pt x="152488" y="108292"/>
                </a:lnTo>
                <a:lnTo>
                  <a:pt x="152488" y="94576"/>
                </a:lnTo>
                <a:lnTo>
                  <a:pt x="126580" y="94576"/>
                </a:lnTo>
                <a:lnTo>
                  <a:pt x="126580" y="108292"/>
                </a:lnTo>
                <a:lnTo>
                  <a:pt x="86956" y="108292"/>
                </a:lnTo>
                <a:lnTo>
                  <a:pt x="86956" y="131152"/>
                </a:lnTo>
                <a:lnTo>
                  <a:pt x="126580" y="131152"/>
                </a:lnTo>
                <a:lnTo>
                  <a:pt x="126580" y="146494"/>
                </a:lnTo>
                <a:lnTo>
                  <a:pt x="77812" y="146494"/>
                </a:lnTo>
                <a:lnTo>
                  <a:pt x="77812" y="169354"/>
                </a:lnTo>
                <a:lnTo>
                  <a:pt x="126580" y="169354"/>
                </a:lnTo>
                <a:lnTo>
                  <a:pt x="126580" y="198310"/>
                </a:lnTo>
                <a:lnTo>
                  <a:pt x="152488" y="198310"/>
                </a:lnTo>
                <a:lnTo>
                  <a:pt x="152488" y="169354"/>
                </a:lnTo>
                <a:lnTo>
                  <a:pt x="198310" y="169354"/>
                </a:lnTo>
                <a:lnTo>
                  <a:pt x="198310" y="146494"/>
                </a:lnTo>
                <a:close/>
              </a:path>
              <a:path w="1093470" h="201929">
                <a:moveTo>
                  <a:pt x="199834" y="74764"/>
                </a:moveTo>
                <a:lnTo>
                  <a:pt x="189814" y="72478"/>
                </a:lnTo>
                <a:lnTo>
                  <a:pt x="180352" y="70192"/>
                </a:lnTo>
                <a:lnTo>
                  <a:pt x="171462" y="67906"/>
                </a:lnTo>
                <a:lnTo>
                  <a:pt x="163156" y="65620"/>
                </a:lnTo>
                <a:lnTo>
                  <a:pt x="170891" y="58470"/>
                </a:lnTo>
                <a:lnTo>
                  <a:pt x="175552" y="53428"/>
                </a:lnTo>
                <a:lnTo>
                  <a:pt x="178066" y="50723"/>
                </a:lnTo>
                <a:lnTo>
                  <a:pt x="184670" y="42405"/>
                </a:lnTo>
                <a:lnTo>
                  <a:pt x="190690" y="33528"/>
                </a:lnTo>
                <a:lnTo>
                  <a:pt x="190690" y="9144"/>
                </a:lnTo>
                <a:lnTo>
                  <a:pt x="163156" y="9144"/>
                </a:lnTo>
                <a:lnTo>
                  <a:pt x="163156" y="32004"/>
                </a:lnTo>
                <a:lnTo>
                  <a:pt x="158305" y="37693"/>
                </a:lnTo>
                <a:lnTo>
                  <a:pt x="152869" y="43256"/>
                </a:lnTo>
                <a:lnTo>
                  <a:pt x="146875" y="48552"/>
                </a:lnTo>
                <a:lnTo>
                  <a:pt x="140296" y="53428"/>
                </a:lnTo>
                <a:lnTo>
                  <a:pt x="134581" y="48755"/>
                </a:lnTo>
                <a:lnTo>
                  <a:pt x="128866" y="43827"/>
                </a:lnTo>
                <a:lnTo>
                  <a:pt x="123151" y="38341"/>
                </a:lnTo>
                <a:lnTo>
                  <a:pt x="117436" y="32004"/>
                </a:lnTo>
                <a:lnTo>
                  <a:pt x="163156" y="32004"/>
                </a:lnTo>
                <a:lnTo>
                  <a:pt x="163156" y="9144"/>
                </a:lnTo>
                <a:lnTo>
                  <a:pt x="88480" y="9144"/>
                </a:lnTo>
                <a:lnTo>
                  <a:pt x="88480" y="32004"/>
                </a:lnTo>
                <a:lnTo>
                  <a:pt x="109816" y="32004"/>
                </a:lnTo>
                <a:lnTo>
                  <a:pt x="97624" y="41148"/>
                </a:lnTo>
                <a:lnTo>
                  <a:pt x="101587" y="47802"/>
                </a:lnTo>
                <a:lnTo>
                  <a:pt x="106387" y="54000"/>
                </a:lnTo>
                <a:lnTo>
                  <a:pt x="111772" y="59880"/>
                </a:lnTo>
                <a:lnTo>
                  <a:pt x="117436" y="65620"/>
                </a:lnTo>
                <a:lnTo>
                  <a:pt x="109397" y="68148"/>
                </a:lnTo>
                <a:lnTo>
                  <a:pt x="101053" y="70954"/>
                </a:lnTo>
                <a:lnTo>
                  <a:pt x="92151" y="73774"/>
                </a:lnTo>
                <a:lnTo>
                  <a:pt x="82384" y="76288"/>
                </a:lnTo>
                <a:lnTo>
                  <a:pt x="86436" y="82029"/>
                </a:lnTo>
                <a:lnTo>
                  <a:pt x="89623" y="87909"/>
                </a:lnTo>
                <a:lnTo>
                  <a:pt x="92252" y="94081"/>
                </a:lnTo>
                <a:lnTo>
                  <a:pt x="94576" y="100672"/>
                </a:lnTo>
                <a:lnTo>
                  <a:pt x="107721" y="96100"/>
                </a:lnTo>
                <a:lnTo>
                  <a:pt x="119722" y="91528"/>
                </a:lnTo>
                <a:lnTo>
                  <a:pt x="130581" y="86956"/>
                </a:lnTo>
                <a:lnTo>
                  <a:pt x="140296" y="82384"/>
                </a:lnTo>
                <a:lnTo>
                  <a:pt x="151168" y="87579"/>
                </a:lnTo>
                <a:lnTo>
                  <a:pt x="163169" y="91909"/>
                </a:lnTo>
                <a:lnTo>
                  <a:pt x="176352" y="95681"/>
                </a:lnTo>
                <a:lnTo>
                  <a:pt x="190690" y="99148"/>
                </a:lnTo>
                <a:lnTo>
                  <a:pt x="192976" y="92557"/>
                </a:lnTo>
                <a:lnTo>
                  <a:pt x="195262" y="86385"/>
                </a:lnTo>
                <a:lnTo>
                  <a:pt x="196811" y="82384"/>
                </a:lnTo>
                <a:lnTo>
                  <a:pt x="197548" y="80505"/>
                </a:lnTo>
                <a:lnTo>
                  <a:pt x="199834" y="74764"/>
                </a:lnTo>
                <a:close/>
              </a:path>
              <a:path w="1093470" h="201929">
                <a:moveTo>
                  <a:pt x="407187" y="172402"/>
                </a:moveTo>
                <a:lnTo>
                  <a:pt x="369087" y="146494"/>
                </a:lnTo>
                <a:lnTo>
                  <a:pt x="378498" y="128155"/>
                </a:lnTo>
                <a:lnTo>
                  <a:pt x="380187" y="123532"/>
                </a:lnTo>
                <a:lnTo>
                  <a:pt x="386041" y="107543"/>
                </a:lnTo>
                <a:lnTo>
                  <a:pt x="391591" y="84683"/>
                </a:lnTo>
                <a:lnTo>
                  <a:pt x="394995" y="59524"/>
                </a:lnTo>
                <a:lnTo>
                  <a:pt x="405663" y="59524"/>
                </a:lnTo>
                <a:lnTo>
                  <a:pt x="405663" y="32004"/>
                </a:lnTo>
                <a:lnTo>
                  <a:pt x="369087" y="32004"/>
                </a:lnTo>
                <a:lnTo>
                  <a:pt x="369087" y="59524"/>
                </a:lnTo>
                <a:lnTo>
                  <a:pt x="366229" y="78955"/>
                </a:lnTo>
                <a:lnTo>
                  <a:pt x="362229" y="96100"/>
                </a:lnTo>
                <a:lnTo>
                  <a:pt x="357085" y="110959"/>
                </a:lnTo>
                <a:lnTo>
                  <a:pt x="350799" y="123532"/>
                </a:lnTo>
                <a:lnTo>
                  <a:pt x="344754" y="111277"/>
                </a:lnTo>
                <a:lnTo>
                  <a:pt x="344652" y="110959"/>
                </a:lnTo>
                <a:lnTo>
                  <a:pt x="344563" y="110705"/>
                </a:lnTo>
                <a:lnTo>
                  <a:pt x="340131" y="97434"/>
                </a:lnTo>
                <a:lnTo>
                  <a:pt x="339839" y="96100"/>
                </a:lnTo>
                <a:lnTo>
                  <a:pt x="337756" y="86956"/>
                </a:lnTo>
                <a:lnTo>
                  <a:pt x="336664" y="82181"/>
                </a:lnTo>
                <a:lnTo>
                  <a:pt x="336448" y="80860"/>
                </a:lnTo>
                <a:lnTo>
                  <a:pt x="334035" y="65620"/>
                </a:lnTo>
                <a:lnTo>
                  <a:pt x="335559" y="62572"/>
                </a:lnTo>
                <a:lnTo>
                  <a:pt x="337083" y="61048"/>
                </a:lnTo>
                <a:lnTo>
                  <a:pt x="337083" y="59524"/>
                </a:lnTo>
                <a:lnTo>
                  <a:pt x="369087" y="59524"/>
                </a:lnTo>
                <a:lnTo>
                  <a:pt x="369087" y="32004"/>
                </a:lnTo>
                <a:lnTo>
                  <a:pt x="347751" y="32004"/>
                </a:lnTo>
                <a:lnTo>
                  <a:pt x="349808" y="26263"/>
                </a:lnTo>
                <a:lnTo>
                  <a:pt x="351574" y="20358"/>
                </a:lnTo>
                <a:lnTo>
                  <a:pt x="353326" y="14211"/>
                </a:lnTo>
                <a:lnTo>
                  <a:pt x="355371" y="7620"/>
                </a:lnTo>
                <a:lnTo>
                  <a:pt x="327939" y="0"/>
                </a:lnTo>
                <a:lnTo>
                  <a:pt x="321640" y="23990"/>
                </a:lnTo>
                <a:lnTo>
                  <a:pt x="314185" y="45580"/>
                </a:lnTo>
                <a:lnTo>
                  <a:pt x="305574" y="64592"/>
                </a:lnTo>
                <a:lnTo>
                  <a:pt x="295846" y="80860"/>
                </a:lnTo>
                <a:lnTo>
                  <a:pt x="251650" y="80860"/>
                </a:lnTo>
                <a:lnTo>
                  <a:pt x="251650" y="59524"/>
                </a:lnTo>
                <a:lnTo>
                  <a:pt x="303466" y="59524"/>
                </a:lnTo>
                <a:lnTo>
                  <a:pt x="303466" y="33528"/>
                </a:lnTo>
                <a:lnTo>
                  <a:pt x="265366" y="33528"/>
                </a:lnTo>
                <a:lnTo>
                  <a:pt x="276034" y="28956"/>
                </a:lnTo>
                <a:lnTo>
                  <a:pt x="272364" y="20358"/>
                </a:lnTo>
                <a:lnTo>
                  <a:pt x="268414" y="12763"/>
                </a:lnTo>
                <a:lnTo>
                  <a:pt x="264464" y="6019"/>
                </a:lnTo>
                <a:lnTo>
                  <a:pt x="260794" y="0"/>
                </a:lnTo>
                <a:lnTo>
                  <a:pt x="236410" y="10668"/>
                </a:lnTo>
                <a:lnTo>
                  <a:pt x="239458" y="16764"/>
                </a:lnTo>
                <a:lnTo>
                  <a:pt x="242506" y="24384"/>
                </a:lnTo>
                <a:lnTo>
                  <a:pt x="247078" y="33528"/>
                </a:lnTo>
                <a:lnTo>
                  <a:pt x="208978" y="33528"/>
                </a:lnTo>
                <a:lnTo>
                  <a:pt x="208978" y="59524"/>
                </a:lnTo>
                <a:lnTo>
                  <a:pt x="225742" y="59524"/>
                </a:lnTo>
                <a:lnTo>
                  <a:pt x="225653" y="103720"/>
                </a:lnTo>
                <a:lnTo>
                  <a:pt x="219646" y="138772"/>
                </a:lnTo>
                <a:lnTo>
                  <a:pt x="217068" y="147688"/>
                </a:lnTo>
                <a:lnTo>
                  <a:pt x="213931" y="156006"/>
                </a:lnTo>
                <a:lnTo>
                  <a:pt x="210210" y="163728"/>
                </a:lnTo>
                <a:lnTo>
                  <a:pt x="205943" y="170853"/>
                </a:lnTo>
                <a:lnTo>
                  <a:pt x="206768" y="172402"/>
                </a:lnTo>
                <a:lnTo>
                  <a:pt x="211099" y="180327"/>
                </a:lnTo>
                <a:lnTo>
                  <a:pt x="215265" y="188214"/>
                </a:lnTo>
                <a:lnTo>
                  <a:pt x="218097" y="193738"/>
                </a:lnTo>
                <a:lnTo>
                  <a:pt x="221170" y="199834"/>
                </a:lnTo>
                <a:lnTo>
                  <a:pt x="226593" y="192684"/>
                </a:lnTo>
                <a:lnTo>
                  <a:pt x="231457" y="184975"/>
                </a:lnTo>
                <a:lnTo>
                  <a:pt x="231559" y="184785"/>
                </a:lnTo>
                <a:lnTo>
                  <a:pt x="231660" y="184594"/>
                </a:lnTo>
                <a:lnTo>
                  <a:pt x="247091" y="138772"/>
                </a:lnTo>
                <a:lnTo>
                  <a:pt x="250126" y="105244"/>
                </a:lnTo>
                <a:lnTo>
                  <a:pt x="269938" y="105244"/>
                </a:lnTo>
                <a:lnTo>
                  <a:pt x="269862" y="107543"/>
                </a:lnTo>
                <a:lnTo>
                  <a:pt x="269748" y="111277"/>
                </a:lnTo>
                <a:lnTo>
                  <a:pt x="268427" y="153771"/>
                </a:lnTo>
                <a:lnTo>
                  <a:pt x="268414" y="163258"/>
                </a:lnTo>
                <a:lnTo>
                  <a:pt x="265366" y="169354"/>
                </a:lnTo>
                <a:lnTo>
                  <a:pt x="251650" y="169354"/>
                </a:lnTo>
                <a:lnTo>
                  <a:pt x="247078" y="167830"/>
                </a:lnTo>
                <a:lnTo>
                  <a:pt x="239458" y="167830"/>
                </a:lnTo>
                <a:lnTo>
                  <a:pt x="240842" y="173824"/>
                </a:lnTo>
                <a:lnTo>
                  <a:pt x="242493" y="180327"/>
                </a:lnTo>
                <a:lnTo>
                  <a:pt x="244170" y="187540"/>
                </a:lnTo>
                <a:lnTo>
                  <a:pt x="244297" y="188214"/>
                </a:lnTo>
                <a:lnTo>
                  <a:pt x="245554" y="195237"/>
                </a:lnTo>
                <a:lnTo>
                  <a:pt x="254127" y="195237"/>
                </a:lnTo>
                <a:lnTo>
                  <a:pt x="261556" y="195072"/>
                </a:lnTo>
                <a:lnTo>
                  <a:pt x="267843" y="194614"/>
                </a:lnTo>
                <a:lnTo>
                  <a:pt x="272986" y="193738"/>
                </a:lnTo>
                <a:lnTo>
                  <a:pt x="277558" y="193738"/>
                </a:lnTo>
                <a:lnTo>
                  <a:pt x="292887" y="173824"/>
                </a:lnTo>
                <a:lnTo>
                  <a:pt x="292976" y="172402"/>
                </a:lnTo>
                <a:lnTo>
                  <a:pt x="293065" y="170853"/>
                </a:lnTo>
                <a:lnTo>
                  <a:pt x="293204" y="169354"/>
                </a:lnTo>
                <a:lnTo>
                  <a:pt x="294767" y="153771"/>
                </a:lnTo>
                <a:lnTo>
                  <a:pt x="295846" y="141922"/>
                </a:lnTo>
                <a:lnTo>
                  <a:pt x="295935" y="138772"/>
                </a:lnTo>
                <a:lnTo>
                  <a:pt x="296049" y="134721"/>
                </a:lnTo>
                <a:lnTo>
                  <a:pt x="296862" y="105244"/>
                </a:lnTo>
                <a:lnTo>
                  <a:pt x="296989" y="100672"/>
                </a:lnTo>
                <a:lnTo>
                  <a:pt x="297116" y="96100"/>
                </a:lnTo>
                <a:lnTo>
                  <a:pt x="297370" y="86956"/>
                </a:lnTo>
                <a:lnTo>
                  <a:pt x="306514" y="99148"/>
                </a:lnTo>
                <a:lnTo>
                  <a:pt x="309562" y="103720"/>
                </a:lnTo>
                <a:lnTo>
                  <a:pt x="312610" y="102196"/>
                </a:lnTo>
                <a:lnTo>
                  <a:pt x="314134" y="99148"/>
                </a:lnTo>
                <a:lnTo>
                  <a:pt x="317182" y="96100"/>
                </a:lnTo>
                <a:lnTo>
                  <a:pt x="320090" y="109537"/>
                </a:lnTo>
                <a:lnTo>
                  <a:pt x="324129" y="122402"/>
                </a:lnTo>
                <a:lnTo>
                  <a:pt x="329272" y="134721"/>
                </a:lnTo>
                <a:lnTo>
                  <a:pt x="335559" y="146494"/>
                </a:lnTo>
                <a:lnTo>
                  <a:pt x="326237" y="154114"/>
                </a:lnTo>
                <a:lnTo>
                  <a:pt x="316090" y="161353"/>
                </a:lnTo>
                <a:lnTo>
                  <a:pt x="305638" y="167830"/>
                </a:lnTo>
                <a:lnTo>
                  <a:pt x="294500" y="173824"/>
                </a:lnTo>
                <a:lnTo>
                  <a:pt x="294259" y="173824"/>
                </a:lnTo>
                <a:lnTo>
                  <a:pt x="301942" y="186309"/>
                </a:lnTo>
                <a:lnTo>
                  <a:pt x="305892" y="193001"/>
                </a:lnTo>
                <a:lnTo>
                  <a:pt x="309562" y="199834"/>
                </a:lnTo>
                <a:lnTo>
                  <a:pt x="321640" y="193573"/>
                </a:lnTo>
                <a:lnTo>
                  <a:pt x="332701" y="186309"/>
                </a:lnTo>
                <a:lnTo>
                  <a:pt x="342874" y="178193"/>
                </a:lnTo>
                <a:lnTo>
                  <a:pt x="352323" y="169354"/>
                </a:lnTo>
                <a:lnTo>
                  <a:pt x="360616" y="177304"/>
                </a:lnTo>
                <a:lnTo>
                  <a:pt x="369468" y="184975"/>
                </a:lnTo>
                <a:lnTo>
                  <a:pt x="378904" y="192074"/>
                </a:lnTo>
                <a:lnTo>
                  <a:pt x="388899" y="198310"/>
                </a:lnTo>
                <a:lnTo>
                  <a:pt x="393471" y="191477"/>
                </a:lnTo>
                <a:lnTo>
                  <a:pt x="398043" y="184785"/>
                </a:lnTo>
                <a:lnTo>
                  <a:pt x="402615" y="178384"/>
                </a:lnTo>
                <a:lnTo>
                  <a:pt x="407187" y="172402"/>
                </a:lnTo>
                <a:close/>
              </a:path>
              <a:path w="1093470" h="201929">
                <a:moveTo>
                  <a:pt x="610069" y="163258"/>
                </a:moveTo>
                <a:lnTo>
                  <a:pt x="535305" y="163258"/>
                </a:lnTo>
                <a:lnTo>
                  <a:pt x="535305" y="129641"/>
                </a:lnTo>
                <a:lnTo>
                  <a:pt x="594829" y="129641"/>
                </a:lnTo>
                <a:lnTo>
                  <a:pt x="594829" y="102209"/>
                </a:lnTo>
                <a:lnTo>
                  <a:pt x="535305" y="102209"/>
                </a:lnTo>
                <a:lnTo>
                  <a:pt x="535305" y="68681"/>
                </a:lnTo>
                <a:lnTo>
                  <a:pt x="602449" y="68681"/>
                </a:lnTo>
                <a:lnTo>
                  <a:pt x="602449" y="41148"/>
                </a:lnTo>
                <a:lnTo>
                  <a:pt x="535305" y="41148"/>
                </a:lnTo>
                <a:lnTo>
                  <a:pt x="535305" y="1524"/>
                </a:lnTo>
                <a:lnTo>
                  <a:pt x="504825" y="1524"/>
                </a:lnTo>
                <a:lnTo>
                  <a:pt x="504825" y="41148"/>
                </a:lnTo>
                <a:lnTo>
                  <a:pt x="469773" y="41148"/>
                </a:lnTo>
                <a:lnTo>
                  <a:pt x="478917" y="16764"/>
                </a:lnTo>
                <a:lnTo>
                  <a:pt x="448335" y="9144"/>
                </a:lnTo>
                <a:lnTo>
                  <a:pt x="440931" y="30873"/>
                </a:lnTo>
                <a:lnTo>
                  <a:pt x="432523" y="50342"/>
                </a:lnTo>
                <a:lnTo>
                  <a:pt x="423265" y="67513"/>
                </a:lnTo>
                <a:lnTo>
                  <a:pt x="413283" y="82397"/>
                </a:lnTo>
                <a:lnTo>
                  <a:pt x="426999" y="117449"/>
                </a:lnTo>
                <a:lnTo>
                  <a:pt x="434962" y="105752"/>
                </a:lnTo>
                <a:lnTo>
                  <a:pt x="442633" y="93637"/>
                </a:lnTo>
                <a:lnTo>
                  <a:pt x="449757" y="81229"/>
                </a:lnTo>
                <a:lnTo>
                  <a:pt x="456057" y="68681"/>
                </a:lnTo>
                <a:lnTo>
                  <a:pt x="504825" y="68681"/>
                </a:lnTo>
                <a:lnTo>
                  <a:pt x="504825" y="102209"/>
                </a:lnTo>
                <a:lnTo>
                  <a:pt x="445287" y="102209"/>
                </a:lnTo>
                <a:lnTo>
                  <a:pt x="445287" y="129641"/>
                </a:lnTo>
                <a:lnTo>
                  <a:pt x="504825" y="129641"/>
                </a:lnTo>
                <a:lnTo>
                  <a:pt x="504825" y="163258"/>
                </a:lnTo>
                <a:lnTo>
                  <a:pt x="420903" y="163258"/>
                </a:lnTo>
                <a:lnTo>
                  <a:pt x="420903" y="190690"/>
                </a:lnTo>
                <a:lnTo>
                  <a:pt x="610069" y="190690"/>
                </a:lnTo>
                <a:lnTo>
                  <a:pt x="610069" y="163258"/>
                </a:lnTo>
                <a:close/>
              </a:path>
              <a:path w="1093470" h="201929">
                <a:moveTo>
                  <a:pt x="814387" y="22860"/>
                </a:moveTo>
                <a:lnTo>
                  <a:pt x="756475" y="22860"/>
                </a:lnTo>
                <a:lnTo>
                  <a:pt x="756475" y="47244"/>
                </a:lnTo>
                <a:lnTo>
                  <a:pt x="743712" y="66763"/>
                </a:lnTo>
                <a:lnTo>
                  <a:pt x="737831" y="75628"/>
                </a:lnTo>
                <a:lnTo>
                  <a:pt x="732091" y="83908"/>
                </a:lnTo>
                <a:lnTo>
                  <a:pt x="698461" y="83908"/>
                </a:lnTo>
                <a:lnTo>
                  <a:pt x="707605" y="77812"/>
                </a:lnTo>
                <a:lnTo>
                  <a:pt x="683221" y="47244"/>
                </a:lnTo>
                <a:lnTo>
                  <a:pt x="756475" y="47244"/>
                </a:lnTo>
                <a:lnTo>
                  <a:pt x="756475" y="22860"/>
                </a:lnTo>
                <a:lnTo>
                  <a:pt x="736663" y="22860"/>
                </a:lnTo>
                <a:lnTo>
                  <a:pt x="730567" y="0"/>
                </a:lnTo>
                <a:lnTo>
                  <a:pt x="698461" y="4572"/>
                </a:lnTo>
                <a:lnTo>
                  <a:pt x="701509" y="10668"/>
                </a:lnTo>
                <a:lnTo>
                  <a:pt x="703033" y="16764"/>
                </a:lnTo>
                <a:lnTo>
                  <a:pt x="706081" y="22860"/>
                </a:lnTo>
                <a:lnTo>
                  <a:pt x="625309" y="22860"/>
                </a:lnTo>
                <a:lnTo>
                  <a:pt x="625309" y="47244"/>
                </a:lnTo>
                <a:lnTo>
                  <a:pt x="678649" y="47244"/>
                </a:lnTo>
                <a:lnTo>
                  <a:pt x="657313" y="59524"/>
                </a:lnTo>
                <a:lnTo>
                  <a:pt x="662990" y="66128"/>
                </a:lnTo>
                <a:lnTo>
                  <a:pt x="668362" y="72288"/>
                </a:lnTo>
                <a:lnTo>
                  <a:pt x="673176" y="78181"/>
                </a:lnTo>
                <a:lnTo>
                  <a:pt x="677125" y="83908"/>
                </a:lnTo>
                <a:lnTo>
                  <a:pt x="639025" y="83908"/>
                </a:lnTo>
                <a:lnTo>
                  <a:pt x="639025" y="109816"/>
                </a:lnTo>
                <a:lnTo>
                  <a:pt x="636981" y="127863"/>
                </a:lnTo>
                <a:lnTo>
                  <a:pt x="632929" y="145491"/>
                </a:lnTo>
                <a:lnTo>
                  <a:pt x="626605" y="162839"/>
                </a:lnTo>
                <a:lnTo>
                  <a:pt x="617689" y="180022"/>
                </a:lnTo>
                <a:lnTo>
                  <a:pt x="624243" y="186359"/>
                </a:lnTo>
                <a:lnTo>
                  <a:pt x="630072" y="191833"/>
                </a:lnTo>
                <a:lnTo>
                  <a:pt x="635050" y="196735"/>
                </a:lnTo>
                <a:lnTo>
                  <a:pt x="639025" y="201358"/>
                </a:lnTo>
                <a:lnTo>
                  <a:pt x="650798" y="179641"/>
                </a:lnTo>
                <a:lnTo>
                  <a:pt x="658837" y="157911"/>
                </a:lnTo>
                <a:lnTo>
                  <a:pt x="663460" y="136169"/>
                </a:lnTo>
                <a:lnTo>
                  <a:pt x="664933" y="114388"/>
                </a:lnTo>
                <a:lnTo>
                  <a:pt x="664933" y="108292"/>
                </a:lnTo>
                <a:lnTo>
                  <a:pt x="811339" y="108292"/>
                </a:lnTo>
                <a:lnTo>
                  <a:pt x="811339" y="83908"/>
                </a:lnTo>
                <a:lnTo>
                  <a:pt x="764095" y="83908"/>
                </a:lnTo>
                <a:lnTo>
                  <a:pt x="785431" y="59524"/>
                </a:lnTo>
                <a:lnTo>
                  <a:pt x="759523" y="47244"/>
                </a:lnTo>
                <a:lnTo>
                  <a:pt x="814387" y="47244"/>
                </a:lnTo>
                <a:lnTo>
                  <a:pt x="814387" y="22860"/>
                </a:lnTo>
                <a:close/>
              </a:path>
              <a:path w="1093470" h="201929">
                <a:moveTo>
                  <a:pt x="1014222" y="41148"/>
                </a:moveTo>
                <a:lnTo>
                  <a:pt x="918121" y="41148"/>
                </a:lnTo>
                <a:lnTo>
                  <a:pt x="919645" y="1524"/>
                </a:lnTo>
                <a:lnTo>
                  <a:pt x="889165" y="1524"/>
                </a:lnTo>
                <a:lnTo>
                  <a:pt x="888974" y="21907"/>
                </a:lnTo>
                <a:lnTo>
                  <a:pt x="888517" y="31737"/>
                </a:lnTo>
                <a:lnTo>
                  <a:pt x="887641" y="41148"/>
                </a:lnTo>
                <a:lnTo>
                  <a:pt x="834199" y="41148"/>
                </a:lnTo>
                <a:lnTo>
                  <a:pt x="834199" y="68668"/>
                </a:lnTo>
                <a:lnTo>
                  <a:pt x="886117" y="68668"/>
                </a:lnTo>
                <a:lnTo>
                  <a:pt x="881240" y="101219"/>
                </a:lnTo>
                <a:lnTo>
                  <a:pt x="868921" y="130060"/>
                </a:lnTo>
                <a:lnTo>
                  <a:pt x="849172" y="154914"/>
                </a:lnTo>
                <a:lnTo>
                  <a:pt x="822007" y="175450"/>
                </a:lnTo>
                <a:lnTo>
                  <a:pt x="834771" y="188404"/>
                </a:lnTo>
                <a:lnTo>
                  <a:pt x="840651" y="194741"/>
                </a:lnTo>
                <a:lnTo>
                  <a:pt x="846391" y="201358"/>
                </a:lnTo>
                <a:lnTo>
                  <a:pt x="876693" y="175056"/>
                </a:lnTo>
                <a:lnTo>
                  <a:pt x="898677" y="144157"/>
                </a:lnTo>
                <a:lnTo>
                  <a:pt x="912063" y="108699"/>
                </a:lnTo>
                <a:lnTo>
                  <a:pt x="916597" y="68668"/>
                </a:lnTo>
                <a:lnTo>
                  <a:pt x="983653" y="68668"/>
                </a:lnTo>
                <a:lnTo>
                  <a:pt x="982738" y="84099"/>
                </a:lnTo>
                <a:lnTo>
                  <a:pt x="981506" y="111531"/>
                </a:lnTo>
                <a:lnTo>
                  <a:pt x="980605" y="123532"/>
                </a:lnTo>
                <a:lnTo>
                  <a:pt x="980338" y="133870"/>
                </a:lnTo>
                <a:lnTo>
                  <a:pt x="979652" y="142062"/>
                </a:lnTo>
                <a:lnTo>
                  <a:pt x="978674" y="148259"/>
                </a:lnTo>
                <a:lnTo>
                  <a:pt x="977557" y="152590"/>
                </a:lnTo>
                <a:lnTo>
                  <a:pt x="977557" y="157162"/>
                </a:lnTo>
                <a:lnTo>
                  <a:pt x="974509" y="160210"/>
                </a:lnTo>
                <a:lnTo>
                  <a:pt x="971461" y="161734"/>
                </a:lnTo>
                <a:lnTo>
                  <a:pt x="968413" y="164782"/>
                </a:lnTo>
                <a:lnTo>
                  <a:pt x="962317" y="166306"/>
                </a:lnTo>
                <a:lnTo>
                  <a:pt x="936790" y="166116"/>
                </a:lnTo>
                <a:lnTo>
                  <a:pt x="927925" y="165658"/>
                </a:lnTo>
                <a:lnTo>
                  <a:pt x="919645" y="164782"/>
                </a:lnTo>
                <a:lnTo>
                  <a:pt x="922121" y="179451"/>
                </a:lnTo>
                <a:lnTo>
                  <a:pt x="923709" y="187286"/>
                </a:lnTo>
                <a:lnTo>
                  <a:pt x="925741" y="195262"/>
                </a:lnTo>
                <a:lnTo>
                  <a:pt x="937996" y="196113"/>
                </a:lnTo>
                <a:lnTo>
                  <a:pt x="949553" y="196405"/>
                </a:lnTo>
                <a:lnTo>
                  <a:pt x="960234" y="196113"/>
                </a:lnTo>
                <a:lnTo>
                  <a:pt x="997369" y="184594"/>
                </a:lnTo>
                <a:lnTo>
                  <a:pt x="1010551" y="142963"/>
                </a:lnTo>
                <a:lnTo>
                  <a:pt x="1011796" y="116725"/>
                </a:lnTo>
                <a:lnTo>
                  <a:pt x="1012698" y="102196"/>
                </a:lnTo>
                <a:lnTo>
                  <a:pt x="1014222" y="41148"/>
                </a:lnTo>
                <a:close/>
              </a:path>
              <a:path w="1093470" h="201929">
                <a:moveTo>
                  <a:pt x="1093470" y="146494"/>
                </a:moveTo>
                <a:lnTo>
                  <a:pt x="1066038" y="146494"/>
                </a:lnTo>
                <a:lnTo>
                  <a:pt x="1053846" y="199834"/>
                </a:lnTo>
                <a:lnTo>
                  <a:pt x="1078230" y="199834"/>
                </a:lnTo>
                <a:lnTo>
                  <a:pt x="1093470" y="146494"/>
                </a:lnTo>
                <a:close/>
              </a:path>
            </a:pathLst>
          </a:custGeom>
          <a:solidFill>
            <a:srgbClr val="05956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5355717" y="4835753"/>
            <a:ext cx="1093470" cy="201930"/>
          </a:xfrm>
          <a:custGeom>
            <a:avLst/>
            <a:gdLst/>
            <a:ahLst/>
            <a:cxnLst/>
            <a:rect l="l" t="t" r="r" b="b"/>
            <a:pathLst>
              <a:path w="1093470" h="201929">
                <a:moveTo>
                  <a:pt x="199834" y="39624"/>
                </a:moveTo>
                <a:lnTo>
                  <a:pt x="112864" y="39624"/>
                </a:lnTo>
                <a:lnTo>
                  <a:pt x="112864" y="28956"/>
                </a:lnTo>
                <a:lnTo>
                  <a:pt x="184594" y="25908"/>
                </a:lnTo>
                <a:lnTo>
                  <a:pt x="183070" y="13716"/>
                </a:lnTo>
                <a:lnTo>
                  <a:pt x="181546" y="7620"/>
                </a:lnTo>
                <a:lnTo>
                  <a:pt x="140284" y="9613"/>
                </a:lnTo>
                <a:lnTo>
                  <a:pt x="98767" y="11049"/>
                </a:lnTo>
                <a:lnTo>
                  <a:pt x="56680" y="11899"/>
                </a:lnTo>
                <a:lnTo>
                  <a:pt x="13716" y="12192"/>
                </a:lnTo>
                <a:lnTo>
                  <a:pt x="18288" y="30480"/>
                </a:lnTo>
                <a:lnTo>
                  <a:pt x="86956" y="28956"/>
                </a:lnTo>
                <a:lnTo>
                  <a:pt x="86956" y="39624"/>
                </a:lnTo>
                <a:lnTo>
                  <a:pt x="0" y="39624"/>
                </a:lnTo>
                <a:lnTo>
                  <a:pt x="0" y="58000"/>
                </a:lnTo>
                <a:lnTo>
                  <a:pt x="86956" y="58000"/>
                </a:lnTo>
                <a:lnTo>
                  <a:pt x="86956" y="67144"/>
                </a:lnTo>
                <a:lnTo>
                  <a:pt x="86956" y="83908"/>
                </a:lnTo>
                <a:lnTo>
                  <a:pt x="86956" y="96100"/>
                </a:lnTo>
                <a:lnTo>
                  <a:pt x="86956" y="109816"/>
                </a:lnTo>
                <a:lnTo>
                  <a:pt x="86956" y="122008"/>
                </a:lnTo>
                <a:lnTo>
                  <a:pt x="45808" y="122008"/>
                </a:lnTo>
                <a:lnTo>
                  <a:pt x="45808" y="109816"/>
                </a:lnTo>
                <a:lnTo>
                  <a:pt x="86956" y="109816"/>
                </a:lnTo>
                <a:lnTo>
                  <a:pt x="86956" y="96100"/>
                </a:lnTo>
                <a:lnTo>
                  <a:pt x="45808" y="96100"/>
                </a:lnTo>
                <a:lnTo>
                  <a:pt x="45808" y="83908"/>
                </a:lnTo>
                <a:lnTo>
                  <a:pt x="86956" y="83908"/>
                </a:lnTo>
                <a:lnTo>
                  <a:pt x="86956" y="67144"/>
                </a:lnTo>
                <a:lnTo>
                  <a:pt x="19812" y="67144"/>
                </a:lnTo>
                <a:lnTo>
                  <a:pt x="19812" y="138772"/>
                </a:lnTo>
                <a:lnTo>
                  <a:pt x="86956" y="138772"/>
                </a:lnTo>
                <a:lnTo>
                  <a:pt x="86956" y="148018"/>
                </a:lnTo>
                <a:lnTo>
                  <a:pt x="13716" y="148018"/>
                </a:lnTo>
                <a:lnTo>
                  <a:pt x="13716" y="164782"/>
                </a:lnTo>
                <a:lnTo>
                  <a:pt x="86956" y="164782"/>
                </a:lnTo>
                <a:lnTo>
                  <a:pt x="86956" y="175450"/>
                </a:lnTo>
                <a:lnTo>
                  <a:pt x="0" y="175450"/>
                </a:lnTo>
                <a:lnTo>
                  <a:pt x="0" y="193738"/>
                </a:lnTo>
                <a:lnTo>
                  <a:pt x="199834" y="193738"/>
                </a:lnTo>
                <a:lnTo>
                  <a:pt x="199834" y="175450"/>
                </a:lnTo>
                <a:lnTo>
                  <a:pt x="112864" y="175450"/>
                </a:lnTo>
                <a:lnTo>
                  <a:pt x="112864" y="164782"/>
                </a:lnTo>
                <a:lnTo>
                  <a:pt x="187642" y="164782"/>
                </a:lnTo>
                <a:lnTo>
                  <a:pt x="187642" y="148018"/>
                </a:lnTo>
                <a:lnTo>
                  <a:pt x="112864" y="148018"/>
                </a:lnTo>
                <a:lnTo>
                  <a:pt x="112864" y="138772"/>
                </a:lnTo>
                <a:lnTo>
                  <a:pt x="180022" y="138772"/>
                </a:lnTo>
                <a:lnTo>
                  <a:pt x="180022" y="122008"/>
                </a:lnTo>
                <a:lnTo>
                  <a:pt x="180022" y="109816"/>
                </a:lnTo>
                <a:lnTo>
                  <a:pt x="180022" y="96100"/>
                </a:lnTo>
                <a:lnTo>
                  <a:pt x="180022" y="83908"/>
                </a:lnTo>
                <a:lnTo>
                  <a:pt x="180022" y="67144"/>
                </a:lnTo>
                <a:lnTo>
                  <a:pt x="154012" y="67144"/>
                </a:lnTo>
                <a:lnTo>
                  <a:pt x="154012" y="83908"/>
                </a:lnTo>
                <a:lnTo>
                  <a:pt x="154012" y="96100"/>
                </a:lnTo>
                <a:lnTo>
                  <a:pt x="154012" y="109816"/>
                </a:lnTo>
                <a:lnTo>
                  <a:pt x="154012" y="122008"/>
                </a:lnTo>
                <a:lnTo>
                  <a:pt x="112864" y="122008"/>
                </a:lnTo>
                <a:lnTo>
                  <a:pt x="112864" y="109816"/>
                </a:lnTo>
                <a:lnTo>
                  <a:pt x="154012" y="109816"/>
                </a:lnTo>
                <a:lnTo>
                  <a:pt x="154012" y="96100"/>
                </a:lnTo>
                <a:lnTo>
                  <a:pt x="112864" y="96100"/>
                </a:lnTo>
                <a:lnTo>
                  <a:pt x="112864" y="83908"/>
                </a:lnTo>
                <a:lnTo>
                  <a:pt x="154012" y="83908"/>
                </a:lnTo>
                <a:lnTo>
                  <a:pt x="154012" y="67144"/>
                </a:lnTo>
                <a:lnTo>
                  <a:pt x="112864" y="67144"/>
                </a:lnTo>
                <a:lnTo>
                  <a:pt x="112864" y="58000"/>
                </a:lnTo>
                <a:lnTo>
                  <a:pt x="199834" y="58000"/>
                </a:lnTo>
                <a:lnTo>
                  <a:pt x="199834" y="39624"/>
                </a:lnTo>
                <a:close/>
              </a:path>
              <a:path w="1093470" h="201929">
                <a:moveTo>
                  <a:pt x="398043" y="24384"/>
                </a:moveTo>
                <a:lnTo>
                  <a:pt x="321843" y="24384"/>
                </a:lnTo>
                <a:lnTo>
                  <a:pt x="327939" y="12192"/>
                </a:lnTo>
                <a:lnTo>
                  <a:pt x="329463" y="4572"/>
                </a:lnTo>
                <a:lnTo>
                  <a:pt x="301929" y="3048"/>
                </a:lnTo>
                <a:lnTo>
                  <a:pt x="297053" y="16243"/>
                </a:lnTo>
                <a:lnTo>
                  <a:pt x="291452" y="28587"/>
                </a:lnTo>
                <a:lnTo>
                  <a:pt x="285000" y="40373"/>
                </a:lnTo>
                <a:lnTo>
                  <a:pt x="277545" y="51917"/>
                </a:lnTo>
                <a:lnTo>
                  <a:pt x="277545" y="41148"/>
                </a:lnTo>
                <a:lnTo>
                  <a:pt x="257733" y="41148"/>
                </a:lnTo>
                <a:lnTo>
                  <a:pt x="257733" y="1524"/>
                </a:lnTo>
                <a:lnTo>
                  <a:pt x="231825" y="1524"/>
                </a:lnTo>
                <a:lnTo>
                  <a:pt x="231825" y="41148"/>
                </a:lnTo>
                <a:lnTo>
                  <a:pt x="207441" y="41148"/>
                </a:lnTo>
                <a:lnTo>
                  <a:pt x="207441" y="64109"/>
                </a:lnTo>
                <a:lnTo>
                  <a:pt x="228777" y="64109"/>
                </a:lnTo>
                <a:lnTo>
                  <a:pt x="223901" y="78651"/>
                </a:lnTo>
                <a:lnTo>
                  <a:pt x="218300" y="92494"/>
                </a:lnTo>
                <a:lnTo>
                  <a:pt x="211848" y="105460"/>
                </a:lnTo>
                <a:lnTo>
                  <a:pt x="204393" y="117449"/>
                </a:lnTo>
                <a:lnTo>
                  <a:pt x="210616" y="146672"/>
                </a:lnTo>
                <a:lnTo>
                  <a:pt x="212013" y="154114"/>
                </a:lnTo>
                <a:lnTo>
                  <a:pt x="217474" y="144691"/>
                </a:lnTo>
                <a:lnTo>
                  <a:pt x="222491" y="134823"/>
                </a:lnTo>
                <a:lnTo>
                  <a:pt x="231825" y="114401"/>
                </a:lnTo>
                <a:lnTo>
                  <a:pt x="231825" y="198310"/>
                </a:lnTo>
                <a:lnTo>
                  <a:pt x="257733" y="198310"/>
                </a:lnTo>
                <a:lnTo>
                  <a:pt x="257733" y="103733"/>
                </a:lnTo>
                <a:lnTo>
                  <a:pt x="260781" y="108305"/>
                </a:lnTo>
                <a:lnTo>
                  <a:pt x="263829" y="114401"/>
                </a:lnTo>
                <a:lnTo>
                  <a:pt x="268401" y="118973"/>
                </a:lnTo>
                <a:lnTo>
                  <a:pt x="285165" y="102209"/>
                </a:lnTo>
                <a:lnTo>
                  <a:pt x="278307" y="95580"/>
                </a:lnTo>
                <a:lnTo>
                  <a:pt x="264591" y="82918"/>
                </a:lnTo>
                <a:lnTo>
                  <a:pt x="257733" y="76301"/>
                </a:lnTo>
                <a:lnTo>
                  <a:pt x="257733" y="64109"/>
                </a:lnTo>
                <a:lnTo>
                  <a:pt x="268401" y="64109"/>
                </a:lnTo>
                <a:lnTo>
                  <a:pt x="274497" y="70205"/>
                </a:lnTo>
                <a:lnTo>
                  <a:pt x="280593" y="74777"/>
                </a:lnTo>
                <a:lnTo>
                  <a:pt x="309549" y="48869"/>
                </a:lnTo>
                <a:lnTo>
                  <a:pt x="370611" y="48869"/>
                </a:lnTo>
                <a:lnTo>
                  <a:pt x="370611" y="125069"/>
                </a:lnTo>
                <a:lnTo>
                  <a:pt x="347751" y="85445"/>
                </a:lnTo>
                <a:lnTo>
                  <a:pt x="327939" y="97637"/>
                </a:lnTo>
                <a:lnTo>
                  <a:pt x="341655" y="123545"/>
                </a:lnTo>
                <a:lnTo>
                  <a:pt x="304977" y="125069"/>
                </a:lnTo>
                <a:lnTo>
                  <a:pt x="337083" y="71729"/>
                </a:lnTo>
                <a:lnTo>
                  <a:pt x="311175" y="61061"/>
                </a:lnTo>
                <a:lnTo>
                  <a:pt x="300240" y="86779"/>
                </a:lnTo>
                <a:lnTo>
                  <a:pt x="290322" y="106781"/>
                </a:lnTo>
                <a:lnTo>
                  <a:pt x="281292" y="121069"/>
                </a:lnTo>
                <a:lnTo>
                  <a:pt x="272973" y="129641"/>
                </a:lnTo>
                <a:lnTo>
                  <a:pt x="280593" y="152590"/>
                </a:lnTo>
                <a:lnTo>
                  <a:pt x="293738" y="150329"/>
                </a:lnTo>
                <a:lnTo>
                  <a:pt x="310172" y="148209"/>
                </a:lnTo>
                <a:lnTo>
                  <a:pt x="329755" y="146380"/>
                </a:lnTo>
                <a:lnTo>
                  <a:pt x="352323" y="144970"/>
                </a:lnTo>
                <a:lnTo>
                  <a:pt x="355371" y="152590"/>
                </a:lnTo>
                <a:lnTo>
                  <a:pt x="369087" y="146494"/>
                </a:lnTo>
                <a:lnTo>
                  <a:pt x="369087" y="155638"/>
                </a:lnTo>
                <a:lnTo>
                  <a:pt x="367563" y="163258"/>
                </a:lnTo>
                <a:lnTo>
                  <a:pt x="364515" y="166306"/>
                </a:lnTo>
                <a:lnTo>
                  <a:pt x="359943" y="169354"/>
                </a:lnTo>
                <a:lnTo>
                  <a:pt x="355371" y="170878"/>
                </a:lnTo>
                <a:lnTo>
                  <a:pt x="343369" y="170637"/>
                </a:lnTo>
                <a:lnTo>
                  <a:pt x="325081" y="169595"/>
                </a:lnTo>
                <a:lnTo>
                  <a:pt x="314223" y="169354"/>
                </a:lnTo>
                <a:lnTo>
                  <a:pt x="316242" y="175361"/>
                </a:lnTo>
                <a:lnTo>
                  <a:pt x="317842" y="181927"/>
                </a:lnTo>
                <a:lnTo>
                  <a:pt x="319151" y="189077"/>
                </a:lnTo>
                <a:lnTo>
                  <a:pt x="320319" y="196786"/>
                </a:lnTo>
                <a:lnTo>
                  <a:pt x="347560" y="196596"/>
                </a:lnTo>
                <a:lnTo>
                  <a:pt x="357390" y="196138"/>
                </a:lnTo>
                <a:lnTo>
                  <a:pt x="364515" y="195262"/>
                </a:lnTo>
                <a:lnTo>
                  <a:pt x="373659" y="195262"/>
                </a:lnTo>
                <a:lnTo>
                  <a:pt x="394995" y="154114"/>
                </a:lnTo>
                <a:lnTo>
                  <a:pt x="395871" y="143840"/>
                </a:lnTo>
                <a:lnTo>
                  <a:pt x="396328" y="131394"/>
                </a:lnTo>
                <a:lnTo>
                  <a:pt x="396519" y="100685"/>
                </a:lnTo>
                <a:lnTo>
                  <a:pt x="396760" y="83845"/>
                </a:lnTo>
                <a:lnTo>
                  <a:pt x="397802" y="45554"/>
                </a:lnTo>
                <a:lnTo>
                  <a:pt x="398043" y="24384"/>
                </a:lnTo>
                <a:close/>
              </a:path>
              <a:path w="1093470" h="201929">
                <a:moveTo>
                  <a:pt x="611593" y="88480"/>
                </a:moveTo>
                <a:lnTo>
                  <a:pt x="570357" y="88480"/>
                </a:lnTo>
                <a:lnTo>
                  <a:pt x="570357" y="39624"/>
                </a:lnTo>
                <a:lnTo>
                  <a:pt x="602449" y="39624"/>
                </a:lnTo>
                <a:lnTo>
                  <a:pt x="602449" y="12192"/>
                </a:lnTo>
                <a:lnTo>
                  <a:pt x="541401" y="12192"/>
                </a:lnTo>
                <a:lnTo>
                  <a:pt x="541401" y="39624"/>
                </a:lnTo>
                <a:lnTo>
                  <a:pt x="541401" y="88480"/>
                </a:lnTo>
                <a:lnTo>
                  <a:pt x="488061" y="88480"/>
                </a:lnTo>
                <a:lnTo>
                  <a:pt x="488061" y="39624"/>
                </a:lnTo>
                <a:lnTo>
                  <a:pt x="541401" y="39624"/>
                </a:lnTo>
                <a:lnTo>
                  <a:pt x="541401" y="12192"/>
                </a:lnTo>
                <a:lnTo>
                  <a:pt x="423951" y="12192"/>
                </a:lnTo>
                <a:lnTo>
                  <a:pt x="423951" y="39624"/>
                </a:lnTo>
                <a:lnTo>
                  <a:pt x="459105" y="39624"/>
                </a:lnTo>
                <a:lnTo>
                  <a:pt x="459105" y="88480"/>
                </a:lnTo>
                <a:lnTo>
                  <a:pt x="411759" y="88480"/>
                </a:lnTo>
                <a:lnTo>
                  <a:pt x="411759" y="114388"/>
                </a:lnTo>
                <a:lnTo>
                  <a:pt x="457581" y="114388"/>
                </a:lnTo>
                <a:lnTo>
                  <a:pt x="455853" y="127508"/>
                </a:lnTo>
                <a:lnTo>
                  <a:pt x="436854" y="163728"/>
                </a:lnTo>
                <a:lnTo>
                  <a:pt x="413283" y="180022"/>
                </a:lnTo>
                <a:lnTo>
                  <a:pt x="419874" y="185496"/>
                </a:lnTo>
                <a:lnTo>
                  <a:pt x="426046" y="190690"/>
                </a:lnTo>
                <a:lnTo>
                  <a:pt x="431927" y="195884"/>
                </a:lnTo>
                <a:lnTo>
                  <a:pt x="437667" y="201358"/>
                </a:lnTo>
                <a:lnTo>
                  <a:pt x="449440" y="194208"/>
                </a:lnTo>
                <a:lnTo>
                  <a:pt x="479488" y="159054"/>
                </a:lnTo>
                <a:lnTo>
                  <a:pt x="488061" y="114388"/>
                </a:lnTo>
                <a:lnTo>
                  <a:pt x="541401" y="114388"/>
                </a:lnTo>
                <a:lnTo>
                  <a:pt x="541401" y="196786"/>
                </a:lnTo>
                <a:lnTo>
                  <a:pt x="570357" y="196786"/>
                </a:lnTo>
                <a:lnTo>
                  <a:pt x="570357" y="114388"/>
                </a:lnTo>
                <a:lnTo>
                  <a:pt x="611593" y="114388"/>
                </a:lnTo>
                <a:lnTo>
                  <a:pt x="611593" y="88480"/>
                </a:lnTo>
                <a:close/>
              </a:path>
              <a:path w="1093470" h="201929">
                <a:moveTo>
                  <a:pt x="817422" y="41148"/>
                </a:moveTo>
                <a:lnTo>
                  <a:pt x="782370" y="41148"/>
                </a:lnTo>
                <a:lnTo>
                  <a:pt x="796086" y="27432"/>
                </a:lnTo>
                <a:lnTo>
                  <a:pt x="781227" y="15049"/>
                </a:lnTo>
                <a:lnTo>
                  <a:pt x="772947" y="8356"/>
                </a:lnTo>
                <a:lnTo>
                  <a:pt x="764082" y="1524"/>
                </a:lnTo>
                <a:lnTo>
                  <a:pt x="745794" y="18288"/>
                </a:lnTo>
                <a:lnTo>
                  <a:pt x="752398" y="24003"/>
                </a:lnTo>
                <a:lnTo>
                  <a:pt x="758558" y="29718"/>
                </a:lnTo>
                <a:lnTo>
                  <a:pt x="764451" y="35433"/>
                </a:lnTo>
                <a:lnTo>
                  <a:pt x="770178" y="41148"/>
                </a:lnTo>
                <a:lnTo>
                  <a:pt x="713701" y="41148"/>
                </a:lnTo>
                <a:lnTo>
                  <a:pt x="721410" y="3048"/>
                </a:lnTo>
                <a:lnTo>
                  <a:pt x="692365" y="1524"/>
                </a:lnTo>
                <a:lnTo>
                  <a:pt x="690079" y="12433"/>
                </a:lnTo>
                <a:lnTo>
                  <a:pt x="687793" y="22479"/>
                </a:lnTo>
                <a:lnTo>
                  <a:pt x="685507" y="31953"/>
                </a:lnTo>
                <a:lnTo>
                  <a:pt x="683221" y="41148"/>
                </a:lnTo>
                <a:lnTo>
                  <a:pt x="654265" y="41148"/>
                </a:lnTo>
                <a:lnTo>
                  <a:pt x="658647" y="24003"/>
                </a:lnTo>
                <a:lnTo>
                  <a:pt x="660476" y="16294"/>
                </a:lnTo>
                <a:lnTo>
                  <a:pt x="661885" y="9144"/>
                </a:lnTo>
                <a:lnTo>
                  <a:pt x="634453" y="6096"/>
                </a:lnTo>
                <a:lnTo>
                  <a:pt x="632167" y="15214"/>
                </a:lnTo>
                <a:lnTo>
                  <a:pt x="629881" y="24193"/>
                </a:lnTo>
                <a:lnTo>
                  <a:pt x="627595" y="32880"/>
                </a:lnTo>
                <a:lnTo>
                  <a:pt x="625309" y="41148"/>
                </a:lnTo>
                <a:lnTo>
                  <a:pt x="625309" y="65633"/>
                </a:lnTo>
                <a:lnTo>
                  <a:pt x="675601" y="65633"/>
                </a:lnTo>
                <a:lnTo>
                  <a:pt x="664413" y="89039"/>
                </a:lnTo>
                <a:lnTo>
                  <a:pt x="651217" y="111163"/>
                </a:lnTo>
                <a:lnTo>
                  <a:pt x="635736" y="131889"/>
                </a:lnTo>
                <a:lnTo>
                  <a:pt x="617689" y="151066"/>
                </a:lnTo>
                <a:lnTo>
                  <a:pt x="619950" y="158445"/>
                </a:lnTo>
                <a:lnTo>
                  <a:pt x="622071" y="166687"/>
                </a:lnTo>
                <a:lnTo>
                  <a:pt x="623900" y="175450"/>
                </a:lnTo>
                <a:lnTo>
                  <a:pt x="625309" y="184594"/>
                </a:lnTo>
                <a:lnTo>
                  <a:pt x="640499" y="171183"/>
                </a:lnTo>
                <a:lnTo>
                  <a:pt x="654265" y="156197"/>
                </a:lnTo>
                <a:lnTo>
                  <a:pt x="666889" y="139763"/>
                </a:lnTo>
                <a:lnTo>
                  <a:pt x="678649" y="122021"/>
                </a:lnTo>
                <a:lnTo>
                  <a:pt x="691794" y="137871"/>
                </a:lnTo>
                <a:lnTo>
                  <a:pt x="698576" y="145453"/>
                </a:lnTo>
                <a:lnTo>
                  <a:pt x="706081" y="152590"/>
                </a:lnTo>
                <a:lnTo>
                  <a:pt x="692061" y="158953"/>
                </a:lnTo>
                <a:lnTo>
                  <a:pt x="677316" y="164592"/>
                </a:lnTo>
                <a:lnTo>
                  <a:pt x="661720" y="169951"/>
                </a:lnTo>
                <a:lnTo>
                  <a:pt x="645121" y="175450"/>
                </a:lnTo>
                <a:lnTo>
                  <a:pt x="649427" y="181432"/>
                </a:lnTo>
                <a:lnTo>
                  <a:pt x="653313" y="187833"/>
                </a:lnTo>
                <a:lnTo>
                  <a:pt x="656869" y="194449"/>
                </a:lnTo>
                <a:lnTo>
                  <a:pt x="660361" y="201358"/>
                </a:lnTo>
                <a:lnTo>
                  <a:pt x="680097" y="194449"/>
                </a:lnTo>
                <a:lnTo>
                  <a:pt x="698284" y="187261"/>
                </a:lnTo>
                <a:lnTo>
                  <a:pt x="715137" y="179451"/>
                </a:lnTo>
                <a:lnTo>
                  <a:pt x="730554" y="170878"/>
                </a:lnTo>
                <a:lnTo>
                  <a:pt x="746010" y="179451"/>
                </a:lnTo>
                <a:lnTo>
                  <a:pt x="762749" y="186880"/>
                </a:lnTo>
                <a:lnTo>
                  <a:pt x="780923" y="193167"/>
                </a:lnTo>
                <a:lnTo>
                  <a:pt x="800658" y="198310"/>
                </a:lnTo>
                <a:lnTo>
                  <a:pt x="804354" y="191211"/>
                </a:lnTo>
                <a:lnTo>
                  <a:pt x="808469" y="183832"/>
                </a:lnTo>
                <a:lnTo>
                  <a:pt x="812876" y="176453"/>
                </a:lnTo>
                <a:lnTo>
                  <a:pt x="816457" y="170878"/>
                </a:lnTo>
                <a:lnTo>
                  <a:pt x="817422" y="169354"/>
                </a:lnTo>
                <a:lnTo>
                  <a:pt x="799122" y="165874"/>
                </a:lnTo>
                <a:lnTo>
                  <a:pt x="782942" y="162115"/>
                </a:lnTo>
                <a:lnTo>
                  <a:pt x="768781" y="157784"/>
                </a:lnTo>
                <a:lnTo>
                  <a:pt x="756462" y="152590"/>
                </a:lnTo>
                <a:lnTo>
                  <a:pt x="768235" y="142608"/>
                </a:lnTo>
                <a:lnTo>
                  <a:pt x="771753" y="138785"/>
                </a:lnTo>
                <a:lnTo>
                  <a:pt x="778560" y="131356"/>
                </a:lnTo>
                <a:lnTo>
                  <a:pt x="787755" y="119278"/>
                </a:lnTo>
                <a:lnTo>
                  <a:pt x="796086" y="106781"/>
                </a:lnTo>
                <a:lnTo>
                  <a:pt x="796086" y="83921"/>
                </a:lnTo>
                <a:lnTo>
                  <a:pt x="762558" y="83921"/>
                </a:lnTo>
                <a:lnTo>
                  <a:pt x="762558" y="106781"/>
                </a:lnTo>
                <a:lnTo>
                  <a:pt x="756272" y="115417"/>
                </a:lnTo>
                <a:lnTo>
                  <a:pt x="748842" y="123355"/>
                </a:lnTo>
                <a:lnTo>
                  <a:pt x="740270" y="130987"/>
                </a:lnTo>
                <a:lnTo>
                  <a:pt x="730554" y="138785"/>
                </a:lnTo>
                <a:lnTo>
                  <a:pt x="721906" y="131635"/>
                </a:lnTo>
                <a:lnTo>
                  <a:pt x="714286" y="123926"/>
                </a:lnTo>
                <a:lnTo>
                  <a:pt x="712736" y="122021"/>
                </a:lnTo>
                <a:lnTo>
                  <a:pt x="707529" y="115633"/>
                </a:lnTo>
                <a:lnTo>
                  <a:pt x="701509" y="106781"/>
                </a:lnTo>
                <a:lnTo>
                  <a:pt x="762558" y="106781"/>
                </a:lnTo>
                <a:lnTo>
                  <a:pt x="762558" y="83921"/>
                </a:lnTo>
                <a:lnTo>
                  <a:pt x="698461" y="83921"/>
                </a:lnTo>
                <a:lnTo>
                  <a:pt x="701509" y="77825"/>
                </a:lnTo>
                <a:lnTo>
                  <a:pt x="703033" y="71729"/>
                </a:lnTo>
                <a:lnTo>
                  <a:pt x="706081" y="65633"/>
                </a:lnTo>
                <a:lnTo>
                  <a:pt x="817422" y="65633"/>
                </a:lnTo>
                <a:lnTo>
                  <a:pt x="817422" y="41148"/>
                </a:lnTo>
                <a:close/>
              </a:path>
              <a:path w="1093470" h="201929">
                <a:moveTo>
                  <a:pt x="887628" y="15240"/>
                </a:moveTo>
                <a:lnTo>
                  <a:pt x="829627" y="15240"/>
                </a:lnTo>
                <a:lnTo>
                  <a:pt x="829627" y="39624"/>
                </a:lnTo>
                <a:lnTo>
                  <a:pt x="887628" y="39624"/>
                </a:lnTo>
                <a:lnTo>
                  <a:pt x="887628" y="15240"/>
                </a:lnTo>
                <a:close/>
              </a:path>
              <a:path w="1093470" h="201929">
                <a:moveTo>
                  <a:pt x="1023366" y="152590"/>
                </a:moveTo>
                <a:lnTo>
                  <a:pt x="1020318" y="151066"/>
                </a:lnTo>
                <a:lnTo>
                  <a:pt x="1011174" y="148018"/>
                </a:lnTo>
                <a:lnTo>
                  <a:pt x="1010412" y="146494"/>
                </a:lnTo>
                <a:lnTo>
                  <a:pt x="1008126" y="141922"/>
                </a:lnTo>
                <a:lnTo>
                  <a:pt x="1005078" y="135724"/>
                </a:lnTo>
                <a:lnTo>
                  <a:pt x="1002030" y="131660"/>
                </a:lnTo>
                <a:lnTo>
                  <a:pt x="1002030" y="164782"/>
                </a:lnTo>
                <a:lnTo>
                  <a:pt x="1002030" y="169354"/>
                </a:lnTo>
                <a:lnTo>
                  <a:pt x="998982" y="172402"/>
                </a:lnTo>
                <a:lnTo>
                  <a:pt x="968400" y="172402"/>
                </a:lnTo>
                <a:lnTo>
                  <a:pt x="966876" y="169354"/>
                </a:lnTo>
                <a:lnTo>
                  <a:pt x="966876" y="163258"/>
                </a:lnTo>
                <a:lnTo>
                  <a:pt x="973404" y="162356"/>
                </a:lnTo>
                <a:lnTo>
                  <a:pt x="990485" y="161112"/>
                </a:lnTo>
                <a:lnTo>
                  <a:pt x="1000506" y="160210"/>
                </a:lnTo>
                <a:lnTo>
                  <a:pt x="1002030" y="164782"/>
                </a:lnTo>
                <a:lnTo>
                  <a:pt x="1002030" y="131660"/>
                </a:lnTo>
                <a:lnTo>
                  <a:pt x="1000506" y="129628"/>
                </a:lnTo>
                <a:lnTo>
                  <a:pt x="986688" y="135724"/>
                </a:lnTo>
                <a:lnTo>
                  <a:pt x="989736" y="138772"/>
                </a:lnTo>
                <a:lnTo>
                  <a:pt x="991260" y="141922"/>
                </a:lnTo>
                <a:lnTo>
                  <a:pt x="992784" y="146494"/>
                </a:lnTo>
                <a:lnTo>
                  <a:pt x="977544" y="146494"/>
                </a:lnTo>
                <a:lnTo>
                  <a:pt x="984084" y="137248"/>
                </a:lnTo>
                <a:lnTo>
                  <a:pt x="985164" y="135724"/>
                </a:lnTo>
                <a:lnTo>
                  <a:pt x="989736" y="129628"/>
                </a:lnTo>
                <a:lnTo>
                  <a:pt x="991260" y="126580"/>
                </a:lnTo>
                <a:lnTo>
                  <a:pt x="977544" y="120484"/>
                </a:lnTo>
                <a:lnTo>
                  <a:pt x="1012698" y="120484"/>
                </a:lnTo>
                <a:lnTo>
                  <a:pt x="1012698" y="96100"/>
                </a:lnTo>
                <a:lnTo>
                  <a:pt x="1012698" y="79336"/>
                </a:lnTo>
                <a:lnTo>
                  <a:pt x="1012698" y="59524"/>
                </a:lnTo>
                <a:lnTo>
                  <a:pt x="1012698" y="42672"/>
                </a:lnTo>
                <a:lnTo>
                  <a:pt x="1012698" y="18288"/>
                </a:lnTo>
                <a:lnTo>
                  <a:pt x="988212" y="18288"/>
                </a:lnTo>
                <a:lnTo>
                  <a:pt x="988212" y="42672"/>
                </a:lnTo>
                <a:lnTo>
                  <a:pt x="988212" y="59524"/>
                </a:lnTo>
                <a:lnTo>
                  <a:pt x="988212" y="79336"/>
                </a:lnTo>
                <a:lnTo>
                  <a:pt x="988212" y="96100"/>
                </a:lnTo>
                <a:lnTo>
                  <a:pt x="976020" y="96100"/>
                </a:lnTo>
                <a:lnTo>
                  <a:pt x="976020" y="120484"/>
                </a:lnTo>
                <a:lnTo>
                  <a:pt x="969924" y="132676"/>
                </a:lnTo>
                <a:lnTo>
                  <a:pt x="966876" y="137248"/>
                </a:lnTo>
                <a:lnTo>
                  <a:pt x="966876" y="128104"/>
                </a:lnTo>
                <a:lnTo>
                  <a:pt x="953160" y="128104"/>
                </a:lnTo>
                <a:lnTo>
                  <a:pt x="956208" y="122008"/>
                </a:lnTo>
                <a:lnTo>
                  <a:pt x="956208" y="120484"/>
                </a:lnTo>
                <a:lnTo>
                  <a:pt x="976020" y="120484"/>
                </a:lnTo>
                <a:lnTo>
                  <a:pt x="976020" y="96100"/>
                </a:lnTo>
                <a:lnTo>
                  <a:pt x="962304" y="96100"/>
                </a:lnTo>
                <a:lnTo>
                  <a:pt x="963828" y="91528"/>
                </a:lnTo>
                <a:lnTo>
                  <a:pt x="963828" y="85432"/>
                </a:lnTo>
                <a:lnTo>
                  <a:pt x="965352" y="79336"/>
                </a:lnTo>
                <a:lnTo>
                  <a:pt x="988212" y="79336"/>
                </a:lnTo>
                <a:lnTo>
                  <a:pt x="988212" y="59524"/>
                </a:lnTo>
                <a:lnTo>
                  <a:pt x="966876" y="59524"/>
                </a:lnTo>
                <a:lnTo>
                  <a:pt x="966876" y="42672"/>
                </a:lnTo>
                <a:lnTo>
                  <a:pt x="988212" y="42672"/>
                </a:lnTo>
                <a:lnTo>
                  <a:pt x="988212" y="18288"/>
                </a:lnTo>
                <a:lnTo>
                  <a:pt x="962304" y="18288"/>
                </a:lnTo>
                <a:lnTo>
                  <a:pt x="965352" y="12192"/>
                </a:lnTo>
                <a:lnTo>
                  <a:pt x="968400" y="7620"/>
                </a:lnTo>
                <a:lnTo>
                  <a:pt x="968400" y="6096"/>
                </a:lnTo>
                <a:lnTo>
                  <a:pt x="942492" y="647"/>
                </a:lnTo>
                <a:lnTo>
                  <a:pt x="942492" y="42672"/>
                </a:lnTo>
                <a:lnTo>
                  <a:pt x="942492" y="59524"/>
                </a:lnTo>
                <a:lnTo>
                  <a:pt x="939444" y="59524"/>
                </a:lnTo>
                <a:lnTo>
                  <a:pt x="939444" y="79336"/>
                </a:lnTo>
                <a:lnTo>
                  <a:pt x="939444" y="85432"/>
                </a:lnTo>
                <a:lnTo>
                  <a:pt x="937920" y="91528"/>
                </a:lnTo>
                <a:lnTo>
                  <a:pt x="937920" y="96100"/>
                </a:lnTo>
                <a:lnTo>
                  <a:pt x="921156" y="96100"/>
                </a:lnTo>
                <a:lnTo>
                  <a:pt x="921156" y="79336"/>
                </a:lnTo>
                <a:lnTo>
                  <a:pt x="939444" y="79336"/>
                </a:lnTo>
                <a:lnTo>
                  <a:pt x="939444" y="59524"/>
                </a:lnTo>
                <a:lnTo>
                  <a:pt x="921156" y="59524"/>
                </a:lnTo>
                <a:lnTo>
                  <a:pt x="921156" y="42672"/>
                </a:lnTo>
                <a:lnTo>
                  <a:pt x="942492" y="42672"/>
                </a:lnTo>
                <a:lnTo>
                  <a:pt x="942492" y="647"/>
                </a:lnTo>
                <a:lnTo>
                  <a:pt x="939444" y="0"/>
                </a:lnTo>
                <a:lnTo>
                  <a:pt x="934872" y="18288"/>
                </a:lnTo>
                <a:lnTo>
                  <a:pt x="896772" y="18288"/>
                </a:lnTo>
                <a:lnTo>
                  <a:pt x="896772" y="128104"/>
                </a:lnTo>
                <a:lnTo>
                  <a:pt x="921156" y="128104"/>
                </a:lnTo>
                <a:lnTo>
                  <a:pt x="921156" y="120484"/>
                </a:lnTo>
                <a:lnTo>
                  <a:pt x="930300" y="120484"/>
                </a:lnTo>
                <a:lnTo>
                  <a:pt x="924255" y="129882"/>
                </a:lnTo>
                <a:lnTo>
                  <a:pt x="917346" y="139585"/>
                </a:lnTo>
                <a:lnTo>
                  <a:pt x="909294" y="149288"/>
                </a:lnTo>
                <a:lnTo>
                  <a:pt x="899820" y="158686"/>
                </a:lnTo>
                <a:lnTo>
                  <a:pt x="897978" y="152590"/>
                </a:lnTo>
                <a:lnTo>
                  <a:pt x="896366" y="147243"/>
                </a:lnTo>
                <a:lnTo>
                  <a:pt x="892759" y="135724"/>
                </a:lnTo>
                <a:lnTo>
                  <a:pt x="888885" y="124320"/>
                </a:lnTo>
                <a:lnTo>
                  <a:pt x="884580" y="112864"/>
                </a:lnTo>
                <a:lnTo>
                  <a:pt x="863244" y="118960"/>
                </a:lnTo>
                <a:lnTo>
                  <a:pt x="865530" y="126085"/>
                </a:lnTo>
                <a:lnTo>
                  <a:pt x="867816" y="133642"/>
                </a:lnTo>
                <a:lnTo>
                  <a:pt x="870216" y="141922"/>
                </a:lnTo>
                <a:lnTo>
                  <a:pt x="872388" y="149542"/>
                </a:lnTo>
                <a:lnTo>
                  <a:pt x="858672" y="151066"/>
                </a:lnTo>
                <a:lnTo>
                  <a:pt x="850963" y="152590"/>
                </a:lnTo>
                <a:lnTo>
                  <a:pt x="855548" y="136791"/>
                </a:lnTo>
                <a:lnTo>
                  <a:pt x="860209" y="121259"/>
                </a:lnTo>
                <a:lnTo>
                  <a:pt x="864755" y="106413"/>
                </a:lnTo>
                <a:lnTo>
                  <a:pt x="869340" y="91528"/>
                </a:lnTo>
                <a:lnTo>
                  <a:pt x="893724" y="91528"/>
                </a:lnTo>
                <a:lnTo>
                  <a:pt x="893724" y="67144"/>
                </a:lnTo>
                <a:lnTo>
                  <a:pt x="823531" y="67144"/>
                </a:lnTo>
                <a:lnTo>
                  <a:pt x="823531" y="91528"/>
                </a:lnTo>
                <a:lnTo>
                  <a:pt x="843343" y="91528"/>
                </a:lnTo>
                <a:lnTo>
                  <a:pt x="839673" y="106972"/>
                </a:lnTo>
                <a:lnTo>
                  <a:pt x="828103" y="146494"/>
                </a:lnTo>
                <a:lnTo>
                  <a:pt x="823531" y="154114"/>
                </a:lnTo>
                <a:lnTo>
                  <a:pt x="822007" y="158686"/>
                </a:lnTo>
                <a:lnTo>
                  <a:pt x="829627" y="180022"/>
                </a:lnTo>
                <a:lnTo>
                  <a:pt x="838771" y="176974"/>
                </a:lnTo>
                <a:lnTo>
                  <a:pt x="841819" y="175450"/>
                </a:lnTo>
                <a:lnTo>
                  <a:pt x="849261" y="175183"/>
                </a:lnTo>
                <a:lnTo>
                  <a:pt x="857859" y="174498"/>
                </a:lnTo>
                <a:lnTo>
                  <a:pt x="878484" y="172402"/>
                </a:lnTo>
                <a:lnTo>
                  <a:pt x="880008" y="176974"/>
                </a:lnTo>
                <a:lnTo>
                  <a:pt x="878484" y="176974"/>
                </a:lnTo>
                <a:lnTo>
                  <a:pt x="875436" y="178498"/>
                </a:lnTo>
                <a:lnTo>
                  <a:pt x="873912" y="180022"/>
                </a:lnTo>
                <a:lnTo>
                  <a:pt x="880491" y="185496"/>
                </a:lnTo>
                <a:lnTo>
                  <a:pt x="886485" y="190690"/>
                </a:lnTo>
                <a:lnTo>
                  <a:pt x="891921" y="195884"/>
                </a:lnTo>
                <a:lnTo>
                  <a:pt x="896772" y="201358"/>
                </a:lnTo>
                <a:lnTo>
                  <a:pt x="911009" y="188518"/>
                </a:lnTo>
                <a:lnTo>
                  <a:pt x="923886" y="175183"/>
                </a:lnTo>
                <a:lnTo>
                  <a:pt x="926160" y="172402"/>
                </a:lnTo>
                <a:lnTo>
                  <a:pt x="934923" y="161709"/>
                </a:lnTo>
                <a:lnTo>
                  <a:pt x="936929" y="158686"/>
                </a:lnTo>
                <a:lnTo>
                  <a:pt x="944016" y="148018"/>
                </a:lnTo>
                <a:lnTo>
                  <a:pt x="944016" y="170878"/>
                </a:lnTo>
                <a:lnTo>
                  <a:pt x="945464" y="181762"/>
                </a:lnTo>
                <a:lnTo>
                  <a:pt x="949921" y="189357"/>
                </a:lnTo>
                <a:lnTo>
                  <a:pt x="957516" y="193814"/>
                </a:lnTo>
                <a:lnTo>
                  <a:pt x="968400" y="195262"/>
                </a:lnTo>
                <a:lnTo>
                  <a:pt x="994410" y="195262"/>
                </a:lnTo>
                <a:lnTo>
                  <a:pt x="1020292" y="172402"/>
                </a:lnTo>
                <a:lnTo>
                  <a:pt x="1021080" y="168402"/>
                </a:lnTo>
                <a:lnTo>
                  <a:pt x="1022223" y="161112"/>
                </a:lnTo>
                <a:lnTo>
                  <a:pt x="1022337" y="160210"/>
                </a:lnTo>
                <a:lnTo>
                  <a:pt x="1023366" y="152590"/>
                </a:lnTo>
                <a:close/>
              </a:path>
              <a:path w="1093470" h="201929">
                <a:moveTo>
                  <a:pt x="1093470" y="161734"/>
                </a:moveTo>
                <a:lnTo>
                  <a:pt x="1092708" y="160210"/>
                </a:lnTo>
                <a:lnTo>
                  <a:pt x="1090422" y="155638"/>
                </a:lnTo>
                <a:lnTo>
                  <a:pt x="1084326" y="151066"/>
                </a:lnTo>
                <a:lnTo>
                  <a:pt x="1078230" y="144970"/>
                </a:lnTo>
                <a:lnTo>
                  <a:pt x="1075182" y="143446"/>
                </a:lnTo>
                <a:lnTo>
                  <a:pt x="1075182" y="167830"/>
                </a:lnTo>
                <a:lnTo>
                  <a:pt x="1075182" y="173926"/>
                </a:lnTo>
                <a:lnTo>
                  <a:pt x="1072134" y="176974"/>
                </a:lnTo>
                <a:lnTo>
                  <a:pt x="1070610" y="180022"/>
                </a:lnTo>
                <a:lnTo>
                  <a:pt x="1059942" y="180022"/>
                </a:lnTo>
                <a:lnTo>
                  <a:pt x="1058418" y="176974"/>
                </a:lnTo>
                <a:lnTo>
                  <a:pt x="1055370" y="175450"/>
                </a:lnTo>
                <a:lnTo>
                  <a:pt x="1055370" y="167830"/>
                </a:lnTo>
                <a:lnTo>
                  <a:pt x="1056894" y="166306"/>
                </a:lnTo>
                <a:lnTo>
                  <a:pt x="1058418" y="163258"/>
                </a:lnTo>
                <a:lnTo>
                  <a:pt x="1061466" y="160210"/>
                </a:lnTo>
                <a:lnTo>
                  <a:pt x="1067562" y="160210"/>
                </a:lnTo>
                <a:lnTo>
                  <a:pt x="1069086" y="161734"/>
                </a:lnTo>
                <a:lnTo>
                  <a:pt x="1072134" y="163258"/>
                </a:lnTo>
                <a:lnTo>
                  <a:pt x="1073658" y="164782"/>
                </a:lnTo>
                <a:lnTo>
                  <a:pt x="1075182" y="167830"/>
                </a:lnTo>
                <a:lnTo>
                  <a:pt x="1075182" y="143446"/>
                </a:lnTo>
                <a:lnTo>
                  <a:pt x="1072134" y="141922"/>
                </a:lnTo>
                <a:lnTo>
                  <a:pt x="1056894" y="141922"/>
                </a:lnTo>
                <a:lnTo>
                  <a:pt x="1050798" y="144970"/>
                </a:lnTo>
                <a:lnTo>
                  <a:pt x="1040130" y="155638"/>
                </a:lnTo>
                <a:lnTo>
                  <a:pt x="1037082" y="163258"/>
                </a:lnTo>
                <a:lnTo>
                  <a:pt x="1037082" y="178498"/>
                </a:lnTo>
                <a:lnTo>
                  <a:pt x="1040130" y="184594"/>
                </a:lnTo>
                <a:lnTo>
                  <a:pt x="1044702" y="190690"/>
                </a:lnTo>
                <a:lnTo>
                  <a:pt x="1050798" y="195262"/>
                </a:lnTo>
                <a:lnTo>
                  <a:pt x="1056894" y="198310"/>
                </a:lnTo>
                <a:lnTo>
                  <a:pt x="1072134" y="198310"/>
                </a:lnTo>
                <a:lnTo>
                  <a:pt x="1078230" y="196786"/>
                </a:lnTo>
                <a:lnTo>
                  <a:pt x="1084326" y="190690"/>
                </a:lnTo>
                <a:lnTo>
                  <a:pt x="1090422" y="186118"/>
                </a:lnTo>
                <a:lnTo>
                  <a:pt x="1092860" y="180022"/>
                </a:lnTo>
                <a:lnTo>
                  <a:pt x="1093470" y="178498"/>
                </a:lnTo>
                <a:lnTo>
                  <a:pt x="1093470" y="161734"/>
                </a:lnTo>
                <a:close/>
              </a:path>
            </a:pathLst>
          </a:custGeom>
          <a:solidFill>
            <a:srgbClr val="05956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387095" y="6123432"/>
            <a:ext cx="9939655" cy="9525"/>
          </a:xfrm>
          <a:custGeom>
            <a:avLst/>
            <a:gdLst/>
            <a:ahLst/>
            <a:cxnLst/>
            <a:rect l="l" t="t" r="r" b="b"/>
            <a:pathLst>
              <a:path w="9939655" h="9525">
                <a:moveTo>
                  <a:pt x="9939528" y="9144"/>
                </a:moveTo>
                <a:lnTo>
                  <a:pt x="0" y="9144"/>
                </a:lnTo>
                <a:lnTo>
                  <a:pt x="0" y="0"/>
                </a:lnTo>
                <a:lnTo>
                  <a:pt x="9939528" y="0"/>
                </a:lnTo>
                <a:lnTo>
                  <a:pt x="9939528" y="9144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object 25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90143" y="6248400"/>
            <a:ext cx="224218" cy="90011"/>
          </a:xfrm>
          <a:prstGeom prst="rect">
            <a:avLst/>
          </a:prstGeom>
        </p:spPr>
      </p:pic>
      <p:grpSp>
        <p:nvGrpSpPr>
          <p:cNvPr id="26" name="object 26" descr=""/>
          <p:cNvGrpSpPr/>
          <p:nvPr/>
        </p:nvGrpSpPr>
        <p:grpSpPr>
          <a:xfrm>
            <a:off x="9869900" y="6251447"/>
            <a:ext cx="257810" cy="102235"/>
            <a:chOff x="9869900" y="6251447"/>
            <a:chExt cx="257810" cy="102235"/>
          </a:xfrm>
        </p:grpSpPr>
        <p:pic>
          <p:nvPicPr>
            <p:cNvPr id="27" name="object 2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869900" y="6251447"/>
              <a:ext cx="216598" cy="102203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10112406" y="6277355"/>
              <a:ext cx="15240" cy="62865"/>
            </a:xfrm>
            <a:custGeom>
              <a:avLst/>
              <a:gdLst/>
              <a:ahLst/>
              <a:cxnLst/>
              <a:rect l="l" t="t" r="r" b="b"/>
              <a:pathLst>
                <a:path w="15240" h="62864">
                  <a:moveTo>
                    <a:pt x="13716" y="10763"/>
                  </a:moveTo>
                  <a:lnTo>
                    <a:pt x="1524" y="10763"/>
                  </a:lnTo>
                  <a:lnTo>
                    <a:pt x="0" y="9239"/>
                  </a:lnTo>
                  <a:lnTo>
                    <a:pt x="0" y="4667"/>
                  </a:lnTo>
                  <a:lnTo>
                    <a:pt x="3048" y="1619"/>
                  </a:lnTo>
                  <a:lnTo>
                    <a:pt x="4572" y="0"/>
                  </a:lnTo>
                  <a:lnTo>
                    <a:pt x="10668" y="0"/>
                  </a:lnTo>
                  <a:lnTo>
                    <a:pt x="12192" y="1619"/>
                  </a:lnTo>
                  <a:lnTo>
                    <a:pt x="15240" y="4667"/>
                  </a:lnTo>
                  <a:lnTo>
                    <a:pt x="15240" y="9239"/>
                  </a:lnTo>
                  <a:lnTo>
                    <a:pt x="13716" y="10763"/>
                  </a:lnTo>
                  <a:close/>
                </a:path>
                <a:path w="15240" h="62864">
                  <a:moveTo>
                    <a:pt x="9144" y="13811"/>
                  </a:moveTo>
                  <a:lnTo>
                    <a:pt x="6096" y="13811"/>
                  </a:lnTo>
                  <a:lnTo>
                    <a:pt x="3048" y="10763"/>
                  </a:lnTo>
                  <a:lnTo>
                    <a:pt x="12192" y="10763"/>
                  </a:lnTo>
                  <a:lnTo>
                    <a:pt x="9144" y="13811"/>
                  </a:lnTo>
                  <a:close/>
                </a:path>
                <a:path w="15240" h="62864">
                  <a:moveTo>
                    <a:pt x="10668" y="62579"/>
                  </a:moveTo>
                  <a:lnTo>
                    <a:pt x="4572" y="62579"/>
                  </a:lnTo>
                  <a:lnTo>
                    <a:pt x="0" y="58007"/>
                  </a:lnTo>
                  <a:lnTo>
                    <a:pt x="0" y="53435"/>
                  </a:lnTo>
                  <a:lnTo>
                    <a:pt x="4572" y="48863"/>
                  </a:lnTo>
                  <a:lnTo>
                    <a:pt x="10668" y="48863"/>
                  </a:lnTo>
                  <a:lnTo>
                    <a:pt x="15240" y="53435"/>
                  </a:lnTo>
                  <a:lnTo>
                    <a:pt x="15240" y="58007"/>
                  </a:lnTo>
                  <a:lnTo>
                    <a:pt x="10668" y="62579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9" name="object 29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208513" y="6257544"/>
            <a:ext cx="106775" cy="808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Yuan Li</dc:creator>
  <dc:title>AI è¾–å−© Coding ä¸” Vibe Coding æ−•æœ¯å‹ƒäº«</dc:title>
  <dcterms:created xsi:type="dcterms:W3CDTF">2026-03-10T17:41:31Z</dcterms:created>
  <dcterms:modified xsi:type="dcterms:W3CDTF">2026-03-10T17:41:31Z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2026-03-11T00:00:00Z</vt:filetime>
  </property>
  <property fmtid="{D5CDD505-2E9C-101B-9397-08002B2CF9AE}" pid="3" name="LastSaved">
    <vt:filetime>2026-03-10T00:00:00Z</vt:filetime>
  </property>
  <property fmtid="{D5CDD505-2E9C-101B-9397-08002B2CF9AE}" pid="4" name="Producer">
    <vt:lpwstr>Microsoft: Print To PDF</vt:lpwstr>
  </property>
</Properties>
</file>